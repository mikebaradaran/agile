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2.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3.xml" ContentType="application/vnd.openxmlformats-officedocument.theme+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4.xml" ContentType="application/vnd.openxmlformats-officedocument.theme+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theme/theme5.xml" ContentType="application/vnd.openxmlformats-officedocument.theme+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42" r:id="rId4"/>
    <p:sldMasterId id="2147483789" r:id="rId5"/>
    <p:sldMasterId id="2147483824" r:id="rId6"/>
    <p:sldMasterId id="2147483862" r:id="rId7"/>
    <p:sldMasterId id="2147483895" r:id="rId8"/>
    <p:sldMasterId id="2147483905" r:id="rId9"/>
  </p:sldMasterIdLst>
  <p:notesMasterIdLst>
    <p:notesMasterId r:id="rId25"/>
  </p:notesMasterIdLst>
  <p:handoutMasterIdLst>
    <p:handoutMasterId r:id="rId26"/>
  </p:handoutMasterIdLst>
  <p:sldIdLst>
    <p:sldId id="278" r:id="rId10"/>
    <p:sldId id="290" r:id="rId11"/>
    <p:sldId id="301" r:id="rId12"/>
    <p:sldId id="275" r:id="rId13"/>
    <p:sldId id="303" r:id="rId14"/>
    <p:sldId id="304" r:id="rId15"/>
    <p:sldId id="305" r:id="rId16"/>
    <p:sldId id="306" r:id="rId17"/>
    <p:sldId id="307" r:id="rId18"/>
    <p:sldId id="322" r:id="rId19"/>
    <p:sldId id="336" r:id="rId20"/>
    <p:sldId id="332" r:id="rId21"/>
    <p:sldId id="333" r:id="rId22"/>
    <p:sldId id="477" r:id="rId23"/>
    <p:sldId id="337" r:id="rId24"/>
  </p:sldIdLst>
  <p:sldSz cx="12192000" cy="6858000"/>
  <p:notesSz cx="9775825" cy="6645275"/>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or Divider Slides" id="{DE8BF54A-1323-4403-83F8-D7B5510C9D53}">
          <p14:sldIdLst>
            <p14:sldId id="278"/>
          </p14:sldIdLst>
        </p14:section>
        <p14:section name="Content Slides" id="{1A095CF9-3572-4538-94D7-8ABEC199D1E2}">
          <p14:sldIdLst>
            <p14:sldId id="290"/>
            <p14:sldId id="301"/>
            <p14:sldId id="275"/>
            <p14:sldId id="303"/>
            <p14:sldId id="304"/>
            <p14:sldId id="305"/>
            <p14:sldId id="306"/>
            <p14:sldId id="307"/>
            <p14:sldId id="322"/>
            <p14:sldId id="336"/>
            <p14:sldId id="332"/>
            <p14:sldId id="333"/>
            <p14:sldId id="477"/>
            <p14:sldId id="337"/>
          </p14:sldIdLst>
        </p14:section>
        <p14:section name="Closing slide options" id="{6824D640-AAEC-4A13-80D1-D50C04BFFF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20D3FF"/>
    <a:srgbClr val="7F007D"/>
    <a:srgbClr val="F3622C"/>
    <a:srgbClr val="FF004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14" autoAdjust="0"/>
    <p:restoredTop sz="90958" autoAdjust="0"/>
  </p:normalViewPr>
  <p:slideViewPr>
    <p:cSldViewPr snapToGrid="0" snapToObjects="1" showGuides="1">
      <p:cViewPr varScale="1">
        <p:scale>
          <a:sx n="63" d="100"/>
          <a:sy n="63" d="100"/>
        </p:scale>
        <p:origin x="1243" y="278"/>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showGuides="1">
      <p:cViewPr varScale="1">
        <p:scale>
          <a:sx n="117" d="100"/>
          <a:sy n="117" d="100"/>
        </p:scale>
        <p:origin x="2052" y="6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2.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viewProps" Target="viewProps.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sz="1050" dirty="0">
              <a:latin typeface="Montserrat" panose="00000500000000000000" pitchFamily="2" charset="0"/>
            </a:endParaRPr>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z="1050" smtClean="0">
                <a:latin typeface="Montserrat" panose="00000500000000000000" pitchFamily="2" charset="0"/>
              </a:rPr>
              <a:t>24/01/2025</a:t>
            </a:fld>
            <a:endParaRPr lang="en-GB" sz="1050">
              <a:latin typeface="Montserrat" panose="00000500000000000000" pitchFamily="2" charset="0"/>
            </a:endParaRPr>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sz="1050">
              <a:latin typeface="Montserrat" panose="00000500000000000000" pitchFamily="2" charset="0"/>
            </a:endParaRPr>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z="1050" smtClean="0">
                <a:latin typeface="Montserrat" panose="00000500000000000000" pitchFamily="2" charset="0"/>
              </a:rPr>
              <a:t>‹#›</a:t>
            </a:fld>
            <a:endParaRPr lang="en-GB" sz="1050">
              <a:latin typeface="Montserrat" panose="00000500000000000000" pitchFamily="2" charset="0"/>
            </a:endParaRPr>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05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050">
                <a:latin typeface="Montserrat" panose="00000500000000000000" pitchFamily="2" charset="0"/>
              </a:defRPr>
            </a:lvl1pPr>
          </a:lstStyle>
          <a:p>
            <a:fld id="{1D6B66C6-1E92-0F4E-A300-9D4ED1F0C23F}" type="datetimeFigureOut">
              <a:rPr lang="en-GB" smtClean="0"/>
              <a:pPr/>
              <a:t>24/01/2025</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05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05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050" kern="1200">
        <a:solidFill>
          <a:schemeClr val="tx1"/>
        </a:solidFill>
        <a:latin typeface="Montserrat" panose="00000500000000000000" pitchFamily="2" charset="0"/>
        <a:ea typeface="+mn-ea"/>
        <a:cs typeface="+mn-cs"/>
      </a:defRPr>
    </a:lvl1pPr>
    <a:lvl2pPr marL="457200" algn="l" defTabSz="914400" rtl="0" eaLnBrk="1" latinLnBrk="0" hangingPunct="1">
      <a:defRPr sz="1050" kern="1200">
        <a:solidFill>
          <a:schemeClr val="tx1"/>
        </a:solidFill>
        <a:latin typeface="Montserrat" panose="00000500000000000000" pitchFamily="2" charset="0"/>
        <a:ea typeface="+mn-ea"/>
        <a:cs typeface="+mn-cs"/>
      </a:defRPr>
    </a:lvl2pPr>
    <a:lvl3pPr marL="914400" algn="l" defTabSz="914400" rtl="0" eaLnBrk="1" latinLnBrk="0" hangingPunct="1">
      <a:defRPr sz="1050" kern="1200">
        <a:solidFill>
          <a:schemeClr val="tx1"/>
        </a:solidFill>
        <a:latin typeface="Montserrat" panose="00000500000000000000" pitchFamily="2" charset="0"/>
        <a:ea typeface="+mn-ea"/>
        <a:cs typeface="+mn-cs"/>
      </a:defRPr>
    </a:lvl3pPr>
    <a:lvl4pPr marL="1371600" algn="l" defTabSz="914400" rtl="0" eaLnBrk="1" latinLnBrk="0" hangingPunct="1">
      <a:defRPr sz="1050" kern="1200">
        <a:solidFill>
          <a:schemeClr val="tx1"/>
        </a:solidFill>
        <a:latin typeface="Montserrat" panose="00000500000000000000" pitchFamily="2" charset="0"/>
        <a:ea typeface="+mn-ea"/>
        <a:cs typeface="+mn-cs"/>
      </a:defRPr>
    </a:lvl4pPr>
    <a:lvl5pPr marL="1828800" algn="l" defTabSz="914400" rtl="0" eaLnBrk="1" latinLnBrk="0" hangingPunct="1">
      <a:defRPr sz="105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050" b="0" i="0" u="none" strike="noStrike" kern="1200" baseline="0" dirty="0">
                <a:solidFill>
                  <a:schemeClr val="tx1"/>
                </a:solidFill>
                <a:latin typeface="Arial" pitchFamily="34" charset="0"/>
                <a:ea typeface="+mn-ea"/>
                <a:cs typeface="Arial" pitchFamily="34" charset="0"/>
              </a:rPr>
              <a:t>In this module the apprentice will understand the role of configuration management and version control systems and how to apply them.</a:t>
            </a: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4138675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Please research and answer the following questions:</a:t>
            </a:r>
          </a:p>
          <a:p>
            <a:pPr marL="360000" lvl="1" indent="-180000">
              <a:spcAft>
                <a:spcPts val="600"/>
              </a:spcAft>
              <a:buClr>
                <a:schemeClr val="accent1"/>
              </a:buClr>
              <a:buFont typeface="Arial" panose="020B0604020202020204" pitchFamily="34" charset="0"/>
              <a:buChar char="•"/>
            </a:pPr>
            <a:r>
              <a:rPr lang="en-GB" sz="2000" dirty="0">
                <a:latin typeface="Arial" pitchFamily="34" charset="0"/>
                <a:cs typeface="Arial" pitchFamily="34" charset="0"/>
              </a:rPr>
              <a:t>Briefly describe how configuration management tools and techniques are used to control and manage the following software development artefacts through the SDLC</a:t>
            </a:r>
          </a:p>
          <a:p>
            <a:pPr marL="720000" lvl="2" indent="-180000">
              <a:spcAft>
                <a:spcPts val="600"/>
              </a:spcAft>
              <a:buClr>
                <a:schemeClr val="accent1"/>
              </a:buClr>
              <a:buFont typeface="Arial" panose="020B0604020202020204" pitchFamily="34" charset="0"/>
              <a:buChar char="•"/>
            </a:pPr>
            <a:r>
              <a:rPr lang="en-GB" sz="2000" noProof="0" dirty="0">
                <a:latin typeface="Arial" pitchFamily="34" charset="0"/>
                <a:cs typeface="Arial" pitchFamily="34" charset="0"/>
              </a:rPr>
              <a:t>Requirements</a:t>
            </a:r>
            <a:r>
              <a:rPr lang="fr-FR" sz="2000" dirty="0">
                <a:latin typeface="Arial" pitchFamily="34" charset="0"/>
                <a:cs typeface="Arial" pitchFamily="34" charset="0"/>
              </a:rPr>
              <a:t> documentation</a:t>
            </a:r>
          </a:p>
          <a:p>
            <a:pPr marL="720000" lvl="2" indent="-180000">
              <a:spcAft>
                <a:spcPts val="600"/>
              </a:spcAft>
              <a:buClr>
                <a:schemeClr val="accent1"/>
              </a:buClr>
              <a:buFont typeface="Arial" panose="020B0604020202020204" pitchFamily="34" charset="0"/>
              <a:buChar char="•"/>
            </a:pPr>
            <a:r>
              <a:rPr lang="fr-FR" sz="2000" dirty="0">
                <a:latin typeface="Arial" pitchFamily="34" charset="0"/>
                <a:cs typeface="Arial" pitchFamily="34" charset="0"/>
              </a:rPr>
              <a:t>Code</a:t>
            </a:r>
          </a:p>
          <a:p>
            <a:pPr marL="720000" lvl="2" indent="-180000">
              <a:spcAft>
                <a:spcPts val="600"/>
              </a:spcAft>
              <a:buClr>
                <a:schemeClr val="accent1"/>
              </a:buClr>
              <a:buFont typeface="Arial" panose="020B0604020202020204" pitchFamily="34" charset="0"/>
              <a:buChar char="•"/>
            </a:pPr>
            <a:r>
              <a:rPr lang="fr-FR" sz="2000" dirty="0">
                <a:latin typeface="Arial" pitchFamily="34" charset="0"/>
                <a:cs typeface="Arial" pitchFamily="34" charset="0"/>
              </a:rPr>
              <a:t>Test script</a:t>
            </a:r>
            <a:endParaRPr lang="en-GB" dirty="0"/>
          </a:p>
          <a:p>
            <a:r>
              <a:rPr lang="en-GB" dirty="0"/>
              <a:t>Instructions:</a:t>
            </a:r>
          </a:p>
          <a:p>
            <a:pPr marL="360000" lvl="1" indent="-180000" algn="just" rtl="0" eaLnBrk="0" fontAlgn="base" hangingPunct="0">
              <a:spcBef>
                <a:spcPts val="0"/>
              </a:spcBef>
              <a:spcAft>
                <a:spcPts val="600"/>
              </a:spcAft>
              <a:buFont typeface="Arial" panose="020B0604020202020204" pitchFamily="34" charset="0"/>
              <a:buChar char="•"/>
              <a:tabLst>
                <a:tab pos="273050" algn="l"/>
                <a:tab pos="544513" algn="l"/>
                <a:tab pos="796925" algn="l"/>
                <a:tab pos="1069975" algn="l"/>
                <a:tab pos="1343025" algn="l"/>
                <a:tab pos="1614488" algn="l"/>
                <a:tab pos="1887538" algn="l"/>
                <a:tab pos="2159000" algn="l"/>
                <a:tab pos="2413000" algn="l"/>
                <a:tab pos="2684463" algn="l"/>
              </a:tabLst>
            </a:pPr>
            <a:r>
              <a:rPr lang="en-GB" sz="1200" kern="1200" dirty="0">
                <a:solidFill>
                  <a:schemeClr val="tx1"/>
                </a:solidFill>
                <a:latin typeface="Arial" pitchFamily="34" charset="0"/>
                <a:ea typeface="+mn-ea"/>
                <a:cs typeface="Arial" pitchFamily="34" charset="0"/>
              </a:rPr>
              <a:t>Work individually or in pairs; your choice</a:t>
            </a:r>
          </a:p>
          <a:p>
            <a:pPr marL="360000" lvl="1" indent="-180000" algn="just" rtl="0" eaLnBrk="0" fontAlgn="base" hangingPunct="0">
              <a:spcBef>
                <a:spcPts val="0"/>
              </a:spcBef>
              <a:spcAft>
                <a:spcPts val="600"/>
              </a:spcAft>
              <a:buFont typeface="Arial" panose="020B0604020202020204" pitchFamily="34" charset="0"/>
              <a:buChar char="•"/>
              <a:tabLst>
                <a:tab pos="273050" algn="l"/>
                <a:tab pos="544513" algn="l"/>
                <a:tab pos="796925" algn="l"/>
                <a:tab pos="1069975" algn="l"/>
                <a:tab pos="1343025" algn="l"/>
                <a:tab pos="1614488" algn="l"/>
                <a:tab pos="1887538" algn="l"/>
                <a:tab pos="2159000" algn="l"/>
                <a:tab pos="2413000" algn="l"/>
                <a:tab pos="2684463" algn="l"/>
              </a:tabLst>
            </a:pPr>
            <a:r>
              <a:rPr lang="en-GB" sz="1200" kern="1200" dirty="0">
                <a:solidFill>
                  <a:schemeClr val="tx1"/>
                </a:solidFill>
                <a:latin typeface="Arial" pitchFamily="34" charset="0"/>
                <a:ea typeface="+mn-ea"/>
                <a:cs typeface="Arial" pitchFamily="34" charset="0"/>
              </a:rPr>
              <a:t>10 minutes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962793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Configuration</a:t>
            </a:r>
            <a:r>
              <a:rPr lang="en-GB" baseline="0" dirty="0"/>
              <a:t> Management is needed to understand the </a:t>
            </a:r>
            <a:r>
              <a:rPr lang="en-GB" dirty="0"/>
              <a:t>system structure</a:t>
            </a:r>
            <a:r>
              <a:rPr lang="en-GB" baseline="0" dirty="0"/>
              <a:t> </a:t>
            </a:r>
            <a:r>
              <a:rPr lang="en-GB" dirty="0"/>
              <a:t>and ensure current design and build is known, good and accurate without relying on the tacit knowledge of team.</a:t>
            </a:r>
          </a:p>
          <a:p>
            <a:r>
              <a:rPr lang="en-GB" dirty="0"/>
              <a:t>Accurate historical records are required to support</a:t>
            </a:r>
            <a:r>
              <a:rPr lang="en-GB" baseline="0" dirty="0"/>
              <a:t> </a:t>
            </a:r>
            <a:r>
              <a:rPr lang="en-GB" dirty="0"/>
              <a:t>Project Management, audit and development and debugging activities. If a issue occurs</a:t>
            </a:r>
            <a:r>
              <a:rPr lang="en-GB" baseline="0" dirty="0"/>
              <a:t> we need to know what changed and what is actually causing the </a:t>
            </a:r>
            <a:r>
              <a:rPr lang="en-GB" dirty="0"/>
              <a:t>fault.</a:t>
            </a:r>
          </a:p>
          <a:p>
            <a:r>
              <a:rPr lang="en-GB" dirty="0"/>
              <a:t>Documentation provides</a:t>
            </a:r>
            <a:r>
              <a:rPr lang="en-GB" baseline="0" dirty="0"/>
              <a:t> a</a:t>
            </a:r>
            <a:r>
              <a:rPr lang="en-GB" dirty="0"/>
              <a:t>ccurate requirements, designs, tests that are consistent with actual system</a:t>
            </a:r>
            <a:r>
              <a:rPr lang="en-GB" baseline="0" dirty="0"/>
              <a:t> and a</a:t>
            </a:r>
            <a:r>
              <a:rPr lang="en-GB" dirty="0"/>
              <a:t>voids the need for  reverse engineering to start</a:t>
            </a:r>
            <a:r>
              <a:rPr lang="en-GB" baseline="0" dirty="0"/>
              <a:t> the investigation of any change or issue.</a:t>
            </a:r>
            <a:endParaRPr lang="en-GB" dirty="0"/>
          </a:p>
          <a:p>
            <a:r>
              <a:rPr lang="en-GB" dirty="0"/>
              <a:t>Configuration</a:t>
            </a:r>
            <a:r>
              <a:rPr lang="en-GB" baseline="0" dirty="0"/>
              <a:t> Management should be seen as a</a:t>
            </a:r>
            <a:r>
              <a:rPr lang="en-GB" dirty="0"/>
              <a:t>n investment that</a:t>
            </a:r>
            <a:r>
              <a:rPr lang="en-GB" baseline="0" dirty="0"/>
              <a:t> pays for itself over and over again through r</a:t>
            </a:r>
            <a:r>
              <a:rPr lang="en-GB" dirty="0"/>
              <a:t>educed fire fighting and minimises possibly catastrophic consequences.</a:t>
            </a:r>
          </a:p>
          <a:p>
            <a:r>
              <a:rPr lang="en-GB" dirty="0"/>
              <a:t>In 2001 the NYSE a software</a:t>
            </a:r>
            <a:r>
              <a:rPr lang="en-GB" baseline="0" dirty="0"/>
              <a:t> “glitch” prevented it trading for 90 minutes. Installed and tested new software on 8 of its 20 trading platforms the night before. However in morning all 8 failed to operate properly and the NYSE was unable to switch back before the start of trading.</a:t>
            </a:r>
            <a:endParaRPr lang="en-GB" dirty="0"/>
          </a:p>
          <a:p>
            <a:r>
              <a:rPr lang="en-GB" dirty="0"/>
              <a:t>See: https://www.highbeam.com/doc/1P2-444567.html </a:t>
            </a:r>
          </a:p>
          <a:p>
            <a:pPr lvl="1" algn="l">
              <a:buFont typeface="Arial" panose="020B0604020202020204" pitchFamily="34" charset="0"/>
              <a:buNone/>
            </a:pP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895860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1884796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Ideally</a:t>
            </a:r>
            <a:r>
              <a:rPr lang="en-GB" baseline="0" dirty="0"/>
              <a:t> an organisation has a s</a:t>
            </a:r>
            <a:r>
              <a:rPr lang="en-GB" dirty="0"/>
              <a:t>et of processes and procedures to manage requirements throughout a project.</a:t>
            </a:r>
          </a:p>
          <a:p>
            <a:r>
              <a:rPr lang="en-GB" dirty="0"/>
              <a:t>Configuration Management is used to keep track</a:t>
            </a:r>
            <a:r>
              <a:rPr lang="en-GB" baseline="0" dirty="0"/>
              <a:t> of the c</a:t>
            </a:r>
            <a:r>
              <a:rPr lang="en-GB" dirty="0"/>
              <a:t>urrent status of requirements, to highlight the latest version and</a:t>
            </a:r>
            <a:r>
              <a:rPr lang="en-GB" baseline="0" dirty="0"/>
              <a:t> ensure a</a:t>
            </a:r>
            <a:r>
              <a:rPr lang="en-GB" dirty="0"/>
              <a:t>ccurate documentation reflects their true status and how they fit together.</a:t>
            </a:r>
          </a:p>
          <a:p>
            <a:r>
              <a:rPr lang="en-GB" dirty="0"/>
              <a:t>Change Control can then be used in a systematic standard approach to evaluate any</a:t>
            </a:r>
            <a:r>
              <a:rPr lang="en-GB" baseline="0" dirty="0"/>
              <a:t> requirement changes and </a:t>
            </a:r>
            <a:r>
              <a:rPr lang="en-GB" dirty="0"/>
              <a:t>minimise any adverse effects.</a:t>
            </a:r>
          </a:p>
          <a:p>
            <a:r>
              <a:rPr lang="en-GB" dirty="0"/>
              <a:t>Finally traceability can be used follow</a:t>
            </a:r>
            <a:r>
              <a:rPr lang="en-GB" baseline="0" dirty="0"/>
              <a:t> requirements f</a:t>
            </a:r>
            <a:r>
              <a:rPr lang="en-GB" dirty="0"/>
              <a:t>rom their original source through the</a:t>
            </a:r>
            <a:r>
              <a:rPr lang="en-GB" baseline="0" dirty="0"/>
              <a:t> appropriate documentation and into the delivered system and visa versa</a:t>
            </a:r>
            <a:r>
              <a:rPr lang="en-GB" dirty="0"/>
              <a: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646818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Software Configuration Management is a subset</a:t>
            </a:r>
            <a:r>
              <a:rPr lang="en-GB" baseline="0" dirty="0"/>
              <a:t> of Configuration Management that uses s</a:t>
            </a:r>
            <a:r>
              <a:rPr lang="en-GB" dirty="0"/>
              <a:t>tandard processes and techniques to manage changes to software products. Starting</a:t>
            </a:r>
            <a:r>
              <a:rPr lang="en-GB" baseline="0" dirty="0"/>
              <a:t> by i</a:t>
            </a:r>
            <a:r>
              <a:rPr lang="en-GB" dirty="0"/>
              <a:t>dentifying individual elements and configurations, then tracking changes through version control and appropriate baselines.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624155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Configuration Management allows testers to manage </a:t>
            </a:r>
            <a:r>
              <a:rPr lang="en-GB" dirty="0" err="1"/>
              <a:t>testware</a:t>
            </a:r>
            <a:r>
              <a:rPr lang="en-GB" dirty="0"/>
              <a:t> and test results.</a:t>
            </a:r>
          </a:p>
          <a:p>
            <a:r>
              <a:rPr lang="en-GB" dirty="0"/>
              <a:t>This in turn supports the build process and ensures</a:t>
            </a:r>
            <a:r>
              <a:rPr lang="en-GB" baseline="0" dirty="0"/>
              <a:t> the successful d</a:t>
            </a:r>
            <a:r>
              <a:rPr lang="en-GB" dirty="0"/>
              <a:t>elivery of test release into the test environment. It is</a:t>
            </a:r>
            <a:r>
              <a:rPr lang="en-GB" baseline="0" dirty="0"/>
              <a:t> c</a:t>
            </a:r>
            <a:r>
              <a:rPr lang="en-GB" dirty="0"/>
              <a:t>ritical to have a solid, reliable way of delivering test items that work and are the proper version</a:t>
            </a:r>
            <a:r>
              <a:rPr lang="en-GB" baseline="0" dirty="0"/>
              <a:t> to conduct effective and efficient testing.</a:t>
            </a:r>
            <a:endParaRPr lang="en-GB" dirty="0"/>
          </a:p>
          <a:p>
            <a:r>
              <a:rPr lang="en-GB" dirty="0"/>
              <a:t>Records need to be kept of what is being tested. The underlying files and their components that are used to enable defects to</a:t>
            </a:r>
            <a:r>
              <a:rPr lang="en-GB" baseline="0" dirty="0"/>
              <a:t> be r</a:t>
            </a:r>
            <a:r>
              <a:rPr lang="en-GB" dirty="0"/>
              <a:t>eported against the correct version </a:t>
            </a:r>
            <a:r>
              <a:rPr lang="en-GB" baseline="0" dirty="0"/>
              <a:t>of code. Developers n</a:t>
            </a:r>
            <a:r>
              <a:rPr lang="en-GB" dirty="0"/>
              <a:t>eed to find defect in order to fix it and</a:t>
            </a:r>
            <a:r>
              <a:rPr lang="en-GB" baseline="0" dirty="0"/>
              <a:t> have the a</a:t>
            </a:r>
            <a:r>
              <a:rPr lang="en-GB" dirty="0"/>
              <a:t>bility to trace the test results back to what exactly was tested.</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864308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Please research and answer the following questions:</a:t>
            </a:r>
          </a:p>
          <a:p>
            <a:pPr marL="360000" lvl="1" indent="-180000">
              <a:buFont typeface="Arial" panose="020B0604020202020204" pitchFamily="34" charset="0"/>
              <a:buChar char="•"/>
            </a:pPr>
            <a:r>
              <a:rPr lang="en-GB" dirty="0"/>
              <a:t>What are the main features and benefits of version control for the development of code with regards: </a:t>
            </a:r>
          </a:p>
          <a:p>
            <a:pPr marL="720000" lvl="2" indent="-180000">
              <a:buFont typeface="Arial" panose="020B0604020202020204" pitchFamily="34" charset="0"/>
              <a:buChar char="•"/>
            </a:pPr>
            <a:r>
              <a:rPr lang="en-GB" dirty="0"/>
              <a:t>Change history </a:t>
            </a:r>
          </a:p>
          <a:p>
            <a:pPr marL="720000" lvl="2" indent="-180000">
              <a:buFont typeface="Arial" panose="020B0604020202020204" pitchFamily="34" charset="0"/>
              <a:buChar char="•"/>
            </a:pPr>
            <a:r>
              <a:rPr lang="en-GB" dirty="0"/>
              <a:t>Concurrent working </a:t>
            </a:r>
          </a:p>
          <a:p>
            <a:pPr marL="720000" lvl="2" indent="-180000">
              <a:buFont typeface="Arial" panose="020B0604020202020204" pitchFamily="34" charset="0"/>
              <a:buChar char="•"/>
            </a:pPr>
            <a:r>
              <a:rPr lang="en-GB" dirty="0"/>
              <a:t>Tracking and preventing conflicts </a:t>
            </a:r>
          </a:p>
          <a:p>
            <a:pPr marL="720000" lvl="2" indent="-180000">
              <a:buFont typeface="Arial" panose="020B0604020202020204" pitchFamily="34" charset="0"/>
              <a:buChar char="•"/>
            </a:pPr>
            <a:r>
              <a:rPr lang="en-GB" dirty="0"/>
              <a:t>Traceability </a:t>
            </a:r>
          </a:p>
          <a:p>
            <a:pPr marL="720000" lvl="2" indent="-180000">
              <a:buFont typeface="Arial" panose="020B0604020202020204" pitchFamily="34" charset="0"/>
              <a:buChar char="•"/>
            </a:pPr>
            <a:r>
              <a:rPr lang="en-GB" dirty="0"/>
              <a:t>Security</a:t>
            </a:r>
          </a:p>
          <a:p>
            <a:r>
              <a:rPr lang="en-GB" dirty="0"/>
              <a:t>Instructions:</a:t>
            </a:r>
          </a:p>
          <a:p>
            <a:pPr marL="360000" lvl="1" indent="-180000" algn="just" rtl="0" eaLnBrk="0" fontAlgn="base" hangingPunct="0">
              <a:spcBef>
                <a:spcPts val="0"/>
              </a:spcBef>
              <a:spcAft>
                <a:spcPts val="600"/>
              </a:spcAft>
              <a:buFont typeface="Arial" panose="020B0604020202020204" pitchFamily="34" charset="0"/>
              <a:buChar char="•"/>
              <a:tabLst>
                <a:tab pos="273050" algn="l"/>
                <a:tab pos="544513" algn="l"/>
                <a:tab pos="796925" algn="l"/>
                <a:tab pos="1069975" algn="l"/>
                <a:tab pos="1343025" algn="l"/>
                <a:tab pos="1614488" algn="l"/>
                <a:tab pos="1887538" algn="l"/>
                <a:tab pos="2159000" algn="l"/>
                <a:tab pos="2413000" algn="l"/>
                <a:tab pos="2684463" algn="l"/>
              </a:tabLst>
            </a:pPr>
            <a:r>
              <a:rPr lang="en-GB" sz="1200" kern="1200" dirty="0">
                <a:solidFill>
                  <a:schemeClr val="tx1"/>
                </a:solidFill>
                <a:latin typeface="Arial" pitchFamily="34" charset="0"/>
                <a:ea typeface="+mn-ea"/>
                <a:cs typeface="Arial" pitchFamily="34" charset="0"/>
              </a:rPr>
              <a:t>Work individually or in pairs; your choice</a:t>
            </a:r>
          </a:p>
          <a:p>
            <a:pPr marL="360000" lvl="1" indent="-180000" algn="just" rtl="0" eaLnBrk="0" fontAlgn="base" hangingPunct="0">
              <a:spcBef>
                <a:spcPts val="0"/>
              </a:spcBef>
              <a:spcAft>
                <a:spcPts val="600"/>
              </a:spcAft>
              <a:buFont typeface="Arial" panose="020B0604020202020204" pitchFamily="34" charset="0"/>
              <a:buChar char="•"/>
              <a:tabLst>
                <a:tab pos="273050" algn="l"/>
                <a:tab pos="544513" algn="l"/>
                <a:tab pos="796925" algn="l"/>
                <a:tab pos="1069975" algn="l"/>
                <a:tab pos="1343025" algn="l"/>
                <a:tab pos="1614488" algn="l"/>
                <a:tab pos="1887538" algn="l"/>
                <a:tab pos="2159000" algn="l"/>
                <a:tab pos="2413000" algn="l"/>
                <a:tab pos="2684463" algn="l"/>
              </a:tabLst>
            </a:pPr>
            <a:r>
              <a:rPr lang="en-GB" sz="1200" kern="1200" dirty="0">
                <a:solidFill>
                  <a:schemeClr val="tx1"/>
                </a:solidFill>
                <a:latin typeface="Arial" pitchFamily="34" charset="0"/>
                <a:ea typeface="+mn-ea"/>
                <a:cs typeface="Arial" pitchFamily="34" charset="0"/>
              </a:rPr>
              <a:t>10 minutes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2675723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Version Control is a key component of Configuration Management. It</a:t>
            </a:r>
            <a:r>
              <a:rPr lang="en-GB" baseline="0" dirty="0"/>
              <a:t> can be used to manage changes to d</a:t>
            </a:r>
            <a:r>
              <a:rPr lang="en-GB" dirty="0"/>
              <a:t>ocuments such as requirements, software, software artefacts such as models, diagrams</a:t>
            </a:r>
            <a:r>
              <a:rPr lang="en-GB" baseline="0" dirty="0"/>
              <a:t> and t</a:t>
            </a:r>
            <a:r>
              <a:rPr lang="en-GB" dirty="0"/>
              <a:t>ests and even configuration files.</a:t>
            </a:r>
          </a:p>
          <a:p>
            <a:r>
              <a:rPr lang="en-GB" dirty="0"/>
              <a:t>Versions or change are typically identified by an ascending number or letter sequence such as version 1,</a:t>
            </a:r>
            <a:r>
              <a:rPr lang="en-GB" baseline="0" dirty="0"/>
              <a:t> version 2, etc. Sub-levels may be used for minor changes such as</a:t>
            </a:r>
            <a:r>
              <a:rPr lang="en-GB" dirty="0"/>
              <a:t> Version </a:t>
            </a:r>
            <a:r>
              <a:rPr lang="en-GB" dirty="0" err="1"/>
              <a:t>n.n</a:t>
            </a:r>
            <a:r>
              <a:rPr lang="en-GB" dirty="0"/>
              <a:t> and Version </a:t>
            </a:r>
            <a:r>
              <a:rPr lang="en-GB" dirty="0" err="1"/>
              <a:t>n.n.n</a:t>
            </a:r>
            <a:r>
              <a:rPr lang="en-GB" dirty="0"/>
              <a:t>.</a:t>
            </a:r>
          </a:p>
          <a:p>
            <a:r>
              <a:rPr lang="en-GB" dirty="0"/>
              <a:t>In addition to the version</a:t>
            </a:r>
            <a:r>
              <a:rPr lang="en-GB" baseline="0" dirty="0"/>
              <a:t> number the change should be given a t</a:t>
            </a:r>
            <a:r>
              <a:rPr lang="en-GB" dirty="0"/>
              <a:t>imestamp and who made</a:t>
            </a:r>
            <a:r>
              <a:rPr lang="en-GB" baseline="0" dirty="0"/>
              <a:t> the change recorded.</a:t>
            </a:r>
            <a:endParaRPr lang="en-GB" dirty="0"/>
          </a:p>
          <a:p>
            <a:r>
              <a:rPr lang="en-GB" dirty="0"/>
              <a:t>Versions can be compared, restored and in some cases merged.</a:t>
            </a:r>
          </a:p>
          <a:p>
            <a:r>
              <a:rPr lang="en-GB" dirty="0"/>
              <a:t>In</a:t>
            </a:r>
            <a:r>
              <a:rPr lang="en-GB" baseline="0" dirty="0"/>
              <a:t> all but the most basic environment s</a:t>
            </a:r>
            <a:r>
              <a:rPr lang="en-GB" dirty="0"/>
              <a:t>oftware tools are used to support version control</a:t>
            </a:r>
            <a:r>
              <a:rPr lang="en-GB" baseline="0" dirty="0"/>
              <a:t> and are e</a:t>
            </a:r>
            <a:r>
              <a:rPr lang="en-GB" dirty="0"/>
              <a:t>ssential for multi-developer projects especially if running in multiple locations.</a:t>
            </a:r>
          </a:p>
          <a:p>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2912809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example</a:t>
            </a:r>
            <a:r>
              <a:rPr lang="en-GB" baseline="0" dirty="0"/>
              <a:t> illustrates some of the key features of version control.</a:t>
            </a:r>
          </a:p>
          <a:p>
            <a:r>
              <a:rPr lang="en-GB" baseline="0" dirty="0"/>
              <a:t>To start a copy of the initial version 1 of the code taken as a baseline. This is also known as tag or label.</a:t>
            </a:r>
          </a:p>
          <a:p>
            <a:r>
              <a:rPr lang="en-GB" baseline="0" dirty="0"/>
              <a:t>The development of new features in the code starts on the trunk or mainline.</a:t>
            </a:r>
          </a:p>
          <a:p>
            <a:r>
              <a:rPr lang="en-GB" baseline="0" dirty="0"/>
              <a:t>Meanwhile an issue is found with the current version of the code. This is checked out as version 2 of the code, debugged and updated. It is then checked in and the updates merged with the changes made for the new features. Version 3 is created and second baseline taken.</a:t>
            </a:r>
          </a:p>
          <a:p>
            <a:r>
              <a:rPr lang="en-GB" baseline="0" dirty="0"/>
              <a:t>Development of the new features continues on the trunk.</a:t>
            </a:r>
          </a:p>
          <a:p>
            <a:r>
              <a:rPr lang="en-GB" baseline="0" dirty="0"/>
              <a:t>A specific customer wants a different set of new features in their version of the software. Version 4 is created to allow that development to continue independently in its own branch aside from the main development trunk.</a:t>
            </a:r>
          </a:p>
          <a:p>
            <a:r>
              <a:rPr lang="en-GB" baseline="0" dirty="0"/>
              <a:t>Meanwhile a second issue with the current code requires version 5 to be created that is then debugged, updated, checked in and merged with the additional new features.</a:t>
            </a:r>
          </a:p>
          <a:p>
            <a:r>
              <a:rPr lang="en-GB" baseline="0" dirty="0"/>
              <a:t>A third baseline in taken of the code.</a:t>
            </a:r>
          </a:p>
          <a:p>
            <a:r>
              <a:rPr lang="en-GB" baseline="0" dirty="0"/>
              <a:t>The alternative development branch continues and creates version 7 of the code.</a:t>
            </a: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3180488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several common branching</a:t>
            </a:r>
            <a:r>
              <a:rPr lang="en-GB" baseline="0" dirty="0"/>
              <a:t> scenarios</a:t>
            </a:r>
          </a:p>
          <a:p>
            <a:pPr marL="360000" lvl="1" indent="-180000">
              <a:buFont typeface="Arial" panose="020B0604020202020204" pitchFamily="34" charset="0"/>
              <a:buChar char="•"/>
            </a:pPr>
            <a:r>
              <a:rPr lang="en-GB" baseline="0" dirty="0"/>
              <a:t>Scenario 1 – No Branches</a:t>
            </a:r>
          </a:p>
          <a:p>
            <a:pPr marL="720000" lvl="2" indent="-180000">
              <a:buFont typeface="Arial" panose="020B0604020202020204" pitchFamily="34" charset="0"/>
              <a:buChar char="•"/>
            </a:pPr>
            <a:r>
              <a:rPr lang="en-GB" baseline="0" dirty="0"/>
              <a:t>The</a:t>
            </a:r>
            <a:r>
              <a:rPr lang="en-GB" dirty="0"/>
              <a:t> team works only from the main source tree. In this case, you do not create branches and you do not need isolation. This scenario is generally for small or medium size teams that do not require isolation for teams or for features, and do not need the isolation for releases.</a:t>
            </a:r>
          </a:p>
          <a:p>
            <a:pPr marL="360000" lvl="1" indent="-180000">
              <a:buFont typeface="Arial" panose="020B0604020202020204" pitchFamily="34" charset="0"/>
              <a:buChar char="•"/>
            </a:pPr>
            <a:r>
              <a:rPr lang="en-GB" dirty="0"/>
              <a:t>Scenario 2 – Branch for Release</a:t>
            </a:r>
          </a:p>
          <a:p>
            <a:pPr marL="720000" lvl="2" indent="-180000">
              <a:buFont typeface="Arial" panose="020B0604020202020204" pitchFamily="34" charset="0"/>
              <a:buChar char="•"/>
            </a:pPr>
            <a:r>
              <a:rPr lang="en-GB" dirty="0"/>
              <a:t>The team creates branches to support an ongoing release. This is the next most common case where you need to create a branch to stabilize for a release. In this case, your team creates a branch before release time to stabilize the release and then merges changes from the release branch back into the main source tree after the software is released.</a:t>
            </a:r>
          </a:p>
          <a:p>
            <a:pPr marL="360000" lvl="1" indent="-180000">
              <a:buFont typeface="Arial" panose="020B0604020202020204" pitchFamily="34" charset="0"/>
              <a:buChar char="•"/>
            </a:pPr>
            <a:r>
              <a:rPr lang="en-GB" dirty="0"/>
              <a:t>Scenario 3 – Branch for Maintenance</a:t>
            </a:r>
          </a:p>
          <a:p>
            <a:pPr marL="720000" lvl="2" indent="-180000">
              <a:buFont typeface="Arial" panose="020B0604020202020204" pitchFamily="34" charset="0"/>
              <a:buChar char="•"/>
            </a:pPr>
            <a:r>
              <a:rPr lang="en-GB" dirty="0"/>
              <a:t>The team creates a branch to maintain an old build. In this case, you create a branch for your maintenance efforts, so that you do not destabilize your current production builds. You may or may not merge changes from the maintenance branch back into the main tree. For example, you might work on a quick fix for a subset of customers that you do not want to include in the main build.</a:t>
            </a:r>
          </a:p>
          <a:p>
            <a:pPr marL="360000" lvl="1" indent="-180000">
              <a:buFont typeface="Arial" panose="020B0604020202020204" pitchFamily="34" charset="0"/>
              <a:buChar char="•"/>
            </a:pPr>
            <a:r>
              <a:rPr lang="en-GB" dirty="0"/>
              <a:t>Scenario 4 – Branch for Feature</a:t>
            </a:r>
          </a:p>
          <a:p>
            <a:pPr marL="720000" lvl="2" indent="-180000">
              <a:buFont typeface="Arial" panose="020B0604020202020204" pitchFamily="34" charset="0"/>
              <a:buChar char="•"/>
            </a:pPr>
            <a:r>
              <a:rPr lang="en-GB" dirty="0"/>
              <a:t>Your team creates branches based on features. In this case, you create a development branch, perform work in the development branch, and then merge back into your main source tree. You can create separate branches for work on specific features to be completed in parallel.</a:t>
            </a:r>
          </a:p>
          <a:p>
            <a:pPr marL="360000" lvl="1" indent="-180000">
              <a:buFont typeface="Arial" panose="020B0604020202020204" pitchFamily="34" charset="0"/>
              <a:buChar char="•"/>
            </a:pPr>
            <a:r>
              <a:rPr lang="en-GB" dirty="0"/>
              <a:t>•Scenario 5 – Branch for Team</a:t>
            </a:r>
          </a:p>
          <a:p>
            <a:pPr marL="720000" lvl="2" indent="-180000">
              <a:buFont typeface="Arial" panose="020B0604020202020204" pitchFamily="34" charset="0"/>
              <a:buChar char="•"/>
            </a:pPr>
            <a:r>
              <a:rPr lang="en-GB" dirty="0"/>
              <a:t>Branch to isolate sub-teams so they can work without being subject to breaking changes, or can work in parallel towards unique milestones.</a:t>
            </a:r>
          </a:p>
          <a:p>
            <a:pPr marL="720000" lvl="2" indent="-180000">
              <a:buFont typeface="Arial" panose="020B0604020202020204" pitchFamily="34" charset="0"/>
              <a:buChar char="•"/>
            </a:pP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2462919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Security is supported</a:t>
            </a:r>
            <a:r>
              <a:rPr lang="en-GB" baseline="0" dirty="0"/>
              <a:t> by version control as it is possible to </a:t>
            </a:r>
            <a:r>
              <a:rPr lang="en-GB" dirty="0"/>
              <a:t>develop an inventory of all authorized and unauthorized devices and software. Using that information, IT security personnel can track and correct all authorized devices and software. They can also deny access to unauthorized and unmanaged products, as well as prevent unapproved software from being installed or executed on network devices.</a:t>
            </a:r>
          </a:p>
          <a:p>
            <a:r>
              <a:rPr lang="en-GB" dirty="0"/>
              <a:t>Once enterprises have discovered all their assets, they can move on to security configuration management (SCM). IT security and IT operations meet at SCM because this foundational control blends together key practices, such as vulnerability assessment, automated remediation and configuration assessment. Organizations can, therefore, leverage a software-based SCM solution to reduce the chances</a:t>
            </a:r>
            <a:r>
              <a:rPr lang="en-GB" baseline="0" dirty="0"/>
              <a:t> and effect of </a:t>
            </a:r>
            <a:r>
              <a:rPr lang="en-GB" dirty="0"/>
              <a:t>attack by proactively and continuously monitoring and hardening the security configurations of their environment’s operating systems, applications and network devices.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3172414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a:t>
            </a:r>
            <a:r>
              <a:rPr lang="en-GB" baseline="0" dirty="0"/>
              <a:t> several</a:t>
            </a:r>
            <a:r>
              <a:rPr lang="en-GB" dirty="0"/>
              <a:t> benefits</a:t>
            </a:r>
            <a:r>
              <a:rPr lang="en-GB" baseline="0" dirty="0"/>
              <a:t> of Configuration Management.</a:t>
            </a:r>
          </a:p>
          <a:p>
            <a:r>
              <a:rPr lang="en-GB" dirty="0"/>
              <a:t>The</a:t>
            </a:r>
            <a:r>
              <a:rPr lang="en-GB" baseline="0" dirty="0"/>
              <a:t> IT environment and systems will perform with i</a:t>
            </a:r>
            <a:r>
              <a:rPr lang="en-GB" dirty="0"/>
              <a:t>ncreased efficiency, stability and control through</a:t>
            </a:r>
            <a:r>
              <a:rPr lang="en-GB" baseline="0" dirty="0"/>
              <a:t> i</a:t>
            </a:r>
            <a:r>
              <a:rPr lang="en-GB" dirty="0"/>
              <a:t>mproved visibility and tracking. Accurate configuration knowledge will</a:t>
            </a:r>
            <a:r>
              <a:rPr lang="en-GB" baseline="0" dirty="0"/>
              <a:t> r</a:t>
            </a:r>
            <a:r>
              <a:rPr lang="en-GB" dirty="0"/>
              <a:t>educe duplication and wasted effort. When an issue occurs it will detected more rapidly, corrected and service restored. Also the</a:t>
            </a:r>
            <a:r>
              <a:rPr lang="en-GB" baseline="0" dirty="0"/>
              <a:t> organisation will have g</a:t>
            </a:r>
            <a:r>
              <a:rPr lang="en-GB" dirty="0"/>
              <a:t>reater agility and flexibility to respond</a:t>
            </a:r>
            <a:r>
              <a:rPr lang="en-GB" baseline="0" dirty="0"/>
              <a:t> successfully to change.</a:t>
            </a:r>
            <a:endParaRPr lang="en-GB" dirty="0"/>
          </a:p>
          <a:p>
            <a:r>
              <a:rPr lang="en-GB" dirty="0"/>
              <a:t>Change Management will be more effective as</a:t>
            </a:r>
            <a:r>
              <a:rPr lang="en-GB" baseline="0" dirty="0"/>
              <a:t> the</a:t>
            </a:r>
            <a:r>
              <a:rPr lang="en-GB" dirty="0"/>
              <a:t> prior structure will be known</a:t>
            </a:r>
            <a:r>
              <a:rPr lang="en-GB" baseline="0" dirty="0"/>
              <a:t> and</a:t>
            </a:r>
            <a:r>
              <a:rPr lang="en-GB" dirty="0"/>
              <a:t> incompatibility issues and problems should be avoided. </a:t>
            </a:r>
          </a:p>
          <a:p>
            <a:r>
              <a:rPr lang="en-GB" dirty="0"/>
              <a:t>Security should benefit</a:t>
            </a:r>
            <a:r>
              <a:rPr lang="en-GB" baseline="0" dirty="0"/>
              <a:t> from d</a:t>
            </a:r>
            <a:r>
              <a:rPr lang="en-GB" dirty="0"/>
              <a:t>ecreased risk and the ability to specify greater levels of security.</a:t>
            </a:r>
          </a:p>
          <a:p>
            <a:pPr marL="0" marR="0" indent="0" algn="just" defTabSz="914400" rtl="0" eaLnBrk="0" fontAlgn="base" latinLnBrk="0" hangingPunct="0">
              <a:lnSpc>
                <a:spcPct val="100000"/>
              </a:lnSpc>
              <a:spcBef>
                <a:spcPts val="0"/>
              </a:spcBef>
              <a:spcAft>
                <a:spcPts val="60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From an</a:t>
            </a:r>
            <a:r>
              <a:rPr lang="en-GB" baseline="0" dirty="0"/>
              <a:t> a</a:t>
            </a:r>
            <a:r>
              <a:rPr lang="en-GB" dirty="0"/>
              <a:t>udit perspective</a:t>
            </a:r>
            <a:r>
              <a:rPr lang="en-GB" baseline="0" dirty="0"/>
              <a:t> it will be possible to d</a:t>
            </a:r>
            <a:r>
              <a:rPr lang="en-GB" dirty="0"/>
              <a:t>efine and enforce formal policies and procedures regarding asset identification and monitoring.</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1556863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just" defTabSz="914400" rtl="0" eaLnBrk="0" fontAlgn="base" latinLnBrk="0" hangingPunct="0">
              <a:lnSpc>
                <a:spcPct val="100000"/>
              </a:lnSpc>
              <a:spcBef>
                <a:spcPts val="0"/>
              </a:spcBef>
              <a:spcAft>
                <a:spcPts val="60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The final section is a review of module, specifically the Learning Outcomes and Assessment Criteria, with a quick quiz and a chance to ask any further questions and provide brief feedback.</a:t>
            </a:r>
          </a:p>
        </p:txBody>
      </p:sp>
      <p:sp>
        <p:nvSpPr>
          <p:cNvPr id="4" name="Slide Number Placeholder 3"/>
          <p:cNvSpPr>
            <a:spLocks noGrp="1"/>
          </p:cNvSpPr>
          <p:nvPr>
            <p:ph type="sldNum" sz="quarter" idx="5"/>
          </p:nvPr>
        </p:nvSpPr>
        <p:spPr/>
        <p:txBody>
          <a:bodyPr/>
          <a:lstStyle/>
          <a:p>
            <a:fld id="{9C44FC15-3C85-489A-BB43-3349185627FC}" type="slidenum">
              <a:rPr lang="en-GB" smtClean="0"/>
              <a:t>14</a:t>
            </a:fld>
            <a:endParaRPr lang="en-GB"/>
          </a:p>
        </p:txBody>
      </p:sp>
    </p:spTree>
    <p:extLst>
      <p:ext uri="{BB962C8B-B14F-4D97-AF65-F5344CB8AC3E}">
        <p14:creationId xmlns:p14="http://schemas.microsoft.com/office/powerpoint/2010/main" val="25867414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C44FC15-3C85-489A-BB43-3349185627FC}" type="slidenum">
              <a:rPr lang="en-GB" smtClean="0"/>
              <a:t>15</a:t>
            </a:fld>
            <a:endParaRPr lang="en-GB"/>
          </a:p>
        </p:txBody>
      </p:sp>
    </p:spTree>
    <p:extLst>
      <p:ext uri="{BB962C8B-B14F-4D97-AF65-F5344CB8AC3E}">
        <p14:creationId xmlns:p14="http://schemas.microsoft.com/office/powerpoint/2010/main" val="42362840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8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28.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27.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11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2.wdp"/><Relationship Id="rId4" Type="http://schemas.openxmlformats.org/officeDocument/2006/relationships/image" Target="../media/image8.png"/></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jpeg"/><Relationship Id="rId1" Type="http://schemas.openxmlformats.org/officeDocument/2006/relationships/slideMaster" Target="../slideMasters/slideMaster5.xml"/><Relationship Id="rId4" Type="http://schemas.openxmlformats.org/officeDocument/2006/relationships/image" Target="../media/image4.svg"/></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4.svg"/></Relationships>
</file>

<file path=ppt/slideLayouts/_rels/slideLayout1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 Id="rId5" Type="http://schemas.microsoft.com/office/2007/relationships/hdphoto" Target="../media/hdphoto2.wdp"/><Relationship Id="rId4" Type="http://schemas.openxmlformats.org/officeDocument/2006/relationships/image" Target="../media/image8.png"/></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4.svg"/></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7.svg"/></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481356709"/>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1103005899"/>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tx2"/>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7" name="Picture 6">
            <a:extLst>
              <a:ext uri="{FF2B5EF4-FFF2-40B4-BE49-F238E27FC236}">
                <a16:creationId xmlns:a16="http://schemas.microsoft.com/office/drawing/2014/main" id="{4E33C862-6C7D-4099-B29A-B18CFC640A13}"/>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988108158"/>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rgbClr val="004050"/>
                </a:solidFill>
              </a:defRPr>
            </a:lvl1pPr>
          </a:lstStyle>
          <a:p>
            <a:r>
              <a:rPr lang="en-US" noProof="0" dirty="0"/>
              <a:t>CLICK TO EDIT TITLE</a:t>
            </a:r>
            <a:endParaRPr lang="en-GB" noProof="0" dirty="0"/>
          </a:p>
        </p:txBody>
      </p:sp>
      <p:sp>
        <p:nvSpPr>
          <p:cNvPr id="2" name="Rectangle 1"/>
          <p:cNvSpPr/>
          <p:nvPr/>
        </p:nvSpPr>
        <p:spPr>
          <a:xfrm>
            <a:off x="0" y="3843795"/>
            <a:ext cx="8229600"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011861540"/>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28030465"/>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rgbClr val="004050"/>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60982747"/>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16802440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511109839"/>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3134844778"/>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996374459"/>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17324777"/>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0268201"/>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930008978"/>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103084549"/>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742694798"/>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58215788"/>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70675074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172205336"/>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53781943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019621647"/>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76889637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25364183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34544602"/>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22473029"/>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81610268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01155087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53973681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602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37424615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7336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54194035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19468482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7"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4107271214"/>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6" name="Title 1">
            <a:extLst>
              <a:ext uri="{FF2B5EF4-FFF2-40B4-BE49-F238E27FC236}">
                <a16:creationId xmlns:a16="http://schemas.microsoft.com/office/drawing/2014/main" id="{4E7C86B2-491D-4175-B781-C85C7A96028A}"/>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400637531"/>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8419597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Contents or agenda">
    <p:spTree>
      <p:nvGrpSpPr>
        <p:cNvPr id="1" name=""/>
        <p:cNvGrpSpPr/>
        <p:nvPr/>
      </p:nvGrpSpPr>
      <p:grpSpPr>
        <a:xfrm>
          <a:off x="0" y="0"/>
          <a:ext cx="0" cy="0"/>
          <a:chOff x="0" y="0"/>
          <a:chExt cx="0" cy="0"/>
        </a:xfrm>
      </p:grpSpPr>
      <p:pic>
        <p:nvPicPr>
          <p:cNvPr id="26" name="Picture 25" descr="Shape&#10;&#10;Description automatically generated with medium confidence">
            <a:extLst>
              <a:ext uri="{FF2B5EF4-FFF2-40B4-BE49-F238E27FC236}">
                <a16:creationId xmlns:a16="http://schemas.microsoft.com/office/drawing/2014/main" id="{3B4E1F50-500D-4F08-9594-04DCAC10E481}"/>
              </a:ext>
            </a:extLst>
          </p:cNvPr>
          <p:cNvPicPr>
            <a:picLocks noChangeAspect="1"/>
          </p:cNvPicPr>
          <p:nvPr userDrawn="1"/>
        </p:nvPicPr>
        <p:blipFill>
          <a:blip r:embed="rId2"/>
          <a:stretch>
            <a:fillRect/>
          </a:stretch>
        </p:blipFill>
        <p:spPr>
          <a:xfrm>
            <a:off x="7877310" y="0"/>
            <a:ext cx="4314690" cy="6858000"/>
          </a:xfrm>
          <a:prstGeom prst="rect">
            <a:avLst/>
          </a:prstGeom>
        </p:spPr>
      </p:pic>
      <p:cxnSp>
        <p:nvCxnSpPr>
          <p:cNvPr id="13" name="Straight Connector 12"/>
          <p:cNvCxnSpPr/>
          <p:nvPr userDrawn="1"/>
        </p:nvCxnSpPr>
        <p:spPr>
          <a:xfrm>
            <a:off x="3101975" y="1484598"/>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14589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2807184"/>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46847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12977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4791062"/>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sp>
        <p:nvSpPr>
          <p:cNvPr id="30" name="Text Placeholder 2"/>
          <p:cNvSpPr>
            <a:spLocks noGrp="1"/>
          </p:cNvSpPr>
          <p:nvPr>
            <p:ph type="body" sz="quarter" idx="10" hasCustomPrompt="1"/>
          </p:nvPr>
        </p:nvSpPr>
        <p:spPr>
          <a:xfrm>
            <a:off x="384784" y="1484598"/>
            <a:ext cx="2521449" cy="1962150"/>
          </a:xfrm>
        </p:spPr>
        <p:txBody>
          <a:bodyPr/>
          <a:lstStyle>
            <a:lvl1pPr marL="0" indent="0">
              <a:lnSpc>
                <a:spcPct val="90000"/>
              </a:lnSpc>
              <a:spcAft>
                <a:spcPts val="0"/>
              </a:spcAft>
              <a:buFont typeface="Arial" panose="020B0604020202020204" pitchFamily="34" charset="0"/>
              <a:buNone/>
              <a:defRPr sz="4000" b="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161944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166661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280736"/>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32790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2939432"/>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2986599"/>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359442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364159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259419"/>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306586"/>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4937056"/>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498422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2115335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wo Columns A">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0B3D3E76-7890-4FA3-97ED-08A6CF0084EA}"/>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491175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 Column B">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376238" y="453058"/>
            <a:ext cx="10464801"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376239" y="1635854"/>
            <a:ext cx="10464800"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8DEF2034-2DE3-492A-96E2-AC3A81511FC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8684979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 Column A">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umn A Plain">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729812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s A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679632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s B">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F8457ED5-FFC6-4734-A6E8-9C12AAF7EA0D}"/>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a:xfrm>
            <a:off x="376238" y="450398"/>
            <a:ext cx="10464799" cy="687614"/>
          </a:xfrm>
        </p:spPr>
        <p:txBody>
          <a:bodyPr/>
          <a:lstStyle/>
          <a:p>
            <a:r>
              <a:rPr lang="en-US" dirty="0"/>
              <a:t>Click to edit Master title style</a:t>
            </a:r>
            <a:endParaRPr lang="en-GB" dirty="0"/>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376238" y="1635854"/>
            <a:ext cx="5627688"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5" name="Graphic 31">
            <a:extLst>
              <a:ext uri="{FF2B5EF4-FFF2-40B4-BE49-F238E27FC236}">
                <a16:creationId xmlns:a16="http://schemas.microsoft.com/office/drawing/2014/main" id="{6E7E2E15-3B47-4552-B2F2-43A358272F5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930530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38039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py Slide - QA Left Side">
    <p:bg>
      <p:bgPr>
        <a:solidFill>
          <a:schemeClr val="bg1"/>
        </a:solidFill>
        <a:effectLst/>
      </p:bgPr>
    </p:bg>
    <p:spTree>
      <p:nvGrpSpPr>
        <p:cNvPr id="1" name=""/>
        <p:cNvGrpSpPr/>
        <p:nvPr/>
      </p:nvGrpSpPr>
      <p:grpSpPr>
        <a:xfrm>
          <a:off x="0" y="0"/>
          <a:ext cx="0" cy="0"/>
          <a:chOff x="0" y="0"/>
          <a:chExt cx="0" cy="0"/>
        </a:xfrm>
      </p:grpSpPr>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747991474"/>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lain Background">
    <p:spTree>
      <p:nvGrpSpPr>
        <p:cNvPr id="1" name=""/>
        <p:cNvGrpSpPr/>
        <p:nvPr/>
      </p:nvGrpSpPr>
      <p:grpSpPr>
        <a:xfrm>
          <a:off x="0" y="0"/>
          <a:ext cx="0" cy="0"/>
          <a:chOff x="0" y="0"/>
          <a:chExt cx="0" cy="0"/>
        </a:xfrm>
      </p:grpSpPr>
      <p:sp>
        <p:nvSpPr>
          <p:cNvPr id="2" name="Rectangle 1"/>
          <p:cNvSpPr/>
          <p:nvPr userDrawn="1"/>
        </p:nvSpPr>
        <p:spPr>
          <a:xfrm>
            <a:off x="269737" y="304800"/>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6157694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lain side block - A">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71E76E-2742-450B-96BA-3BB549EE2428}"/>
              </a:ext>
            </a:extLst>
          </p:cNvPr>
          <p:cNvSpPr/>
          <p:nvPr userDrawn="1"/>
        </p:nvSpPr>
        <p:spPr>
          <a:xfrm>
            <a:off x="0" y="0"/>
            <a:ext cx="4152550"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2"/>
          <p:cNvSpPr>
            <a:spLocks noGrp="1"/>
          </p:cNvSpPr>
          <p:nvPr>
            <p:ph type="body" sz="quarter" idx="12" hasCustomPrompt="1"/>
          </p:nvPr>
        </p:nvSpPr>
        <p:spPr>
          <a:xfrm>
            <a:off x="376238" y="1233488"/>
            <a:ext cx="3437005" cy="2030142"/>
          </a:xfrm>
        </p:spPr>
        <p:txBody>
          <a:bodyPr/>
          <a:lstStyle>
            <a:lvl1pPr marL="0" indent="0">
              <a:lnSpc>
                <a:spcPct val="90000"/>
              </a:lnSpc>
              <a:spcAft>
                <a:spcPts val="0"/>
              </a:spcAft>
              <a:buFont typeface="Arial" panose="020B0604020202020204" pitchFamily="34" charset="0"/>
              <a:buNone/>
              <a:defRPr sz="4000" b="0" cap="none"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5037138" y="1233488"/>
            <a:ext cx="6770687" cy="4651746"/>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pic>
        <p:nvPicPr>
          <p:cNvPr id="8" name="Picture 7">
            <a:extLst>
              <a:ext uri="{FF2B5EF4-FFF2-40B4-BE49-F238E27FC236}">
                <a16:creationId xmlns:a16="http://schemas.microsoft.com/office/drawing/2014/main" id="{AB547ADA-2CB9-46E7-811F-C8E01F6F3CE5}"/>
              </a:ext>
            </a:extLst>
          </p:cNvPr>
          <p:cNvPicPr>
            <a:picLocks noChangeAspect="1"/>
          </p:cNvPicPr>
          <p:nvPr userDrawn="1"/>
        </p:nvPicPr>
        <p:blipFill>
          <a:blip r:embed="rId4"/>
          <a:srcRect/>
          <a:stretch/>
        </p:blipFill>
        <p:spPr>
          <a:xfrm>
            <a:off x="0" y="4283345"/>
            <a:ext cx="5907041" cy="2574654"/>
          </a:xfrm>
          <a:prstGeom prst="rect">
            <a:avLst/>
          </a:prstGeom>
        </p:spPr>
      </p:pic>
    </p:spTree>
    <p:extLst>
      <p:ext uri="{BB962C8B-B14F-4D97-AF65-F5344CB8AC3E}">
        <p14:creationId xmlns:p14="http://schemas.microsoft.com/office/powerpoint/2010/main" val="89513587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31607901"/>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71192070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63680049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3"/>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4"/>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0948F714-4D77-CD42-BD58-84592393B6D2}"/>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32679712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accent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CDCD9ABD-8C57-4882-866C-BC056D757780}"/>
              </a:ext>
            </a:extLst>
          </p:cNvPr>
          <p:cNvPicPr>
            <a:picLocks noChangeAspect="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312756080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3"/>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accent3"/>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076483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4"/>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130073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3"/>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7324486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6240685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05610287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3"/>
          </a:solidFill>
        </p:spPr>
        <p:txBody>
          <a:bodyPr wrap="square" lIns="0" tIns="0" rIns="0" bIns="0" rtlCol="0"/>
          <a:lstStyle/>
          <a:p>
            <a:endParaRPr sz="1029"/>
          </a:p>
        </p:txBody>
      </p:sp>
    </p:spTree>
    <p:extLst>
      <p:ext uri="{BB962C8B-B14F-4D97-AF65-F5344CB8AC3E}">
        <p14:creationId xmlns:p14="http://schemas.microsoft.com/office/powerpoint/2010/main" val="329176725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26083468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2975838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906730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50428085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8494391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63647366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746796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69893625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812701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46936060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0363817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5786019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4498792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3263392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97489467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3935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34929773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8241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5684214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91069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21077680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0865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0664126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0829152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3242057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Activity 0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514" y="377546"/>
            <a:ext cx="5336420" cy="6147015"/>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0535609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1_Title Slide - White / Purple">
    <p:spTree>
      <p:nvGrpSpPr>
        <p:cNvPr id="1" name=""/>
        <p:cNvGrpSpPr/>
        <p:nvPr/>
      </p:nvGrpSpPr>
      <p:grpSpPr>
        <a:xfrm>
          <a:off x="0" y="0"/>
          <a:ext cx="0" cy="0"/>
          <a:chOff x="0" y="0"/>
          <a:chExt cx="0" cy="0"/>
        </a:xfrm>
      </p:grpSpPr>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
        <p:nvSpPr>
          <p:cNvPr id="6" name="Title 1">
            <a:extLst>
              <a:ext uri="{FF2B5EF4-FFF2-40B4-BE49-F238E27FC236}">
                <a16:creationId xmlns:a16="http://schemas.microsoft.com/office/drawing/2014/main" id="{E0184910-58FA-4EFA-A539-4B89BFCDC982}"/>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
        <p:nvSpPr>
          <p:cNvPr id="8" name="Text Placeholder 3">
            <a:extLst>
              <a:ext uri="{FF2B5EF4-FFF2-40B4-BE49-F238E27FC236}">
                <a16:creationId xmlns:a16="http://schemas.microsoft.com/office/drawing/2014/main" id="{E6FB43B3-B490-477F-9165-5EA7092C4040}"/>
              </a:ext>
            </a:extLst>
          </p:cNvPr>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35199773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1_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45474095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94407118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87134316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5"/>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6"/>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BC7927F0-0060-E641-9DF6-FBEA1036D28B}"/>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195621177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chemeClr val="accent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63AF44A-1995-DE4D-9A46-5A2394C80A9F}"/>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42777478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Meet &amp; Greet 2">
    <p:bg>
      <p:bgPr>
        <a:solidFill>
          <a:srgbClr val="E8CC47"/>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D5995ECC-57F0-414E-B59C-F055BAC9DFC8}"/>
              </a:ext>
            </a:extLst>
          </p:cNvPr>
          <p:cNvPicPr>
            <a:picLocks noChangeAspect="1"/>
          </p:cNvPicPr>
          <p:nvPr/>
        </p:nvPicPr>
        <p:blipFill rotWithShape="1">
          <a:blip r:embed="rId4">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420036355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1_Meet &amp; Greet 2">
    <p:bg>
      <p:bgPr>
        <a:solidFill>
          <a:srgbClr val="FF612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EF62B12B-0209-4F2C-B3BB-EE7164671235}"/>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6993771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5"/>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6"/>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bg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2752638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5"/>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6672174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6"/>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0522303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bg1"/>
                </a:solidFill>
              </a:defRPr>
            </a:lvl1pPr>
          </a:lstStyle>
          <a:p>
            <a:r>
              <a:rPr lang="en-US" noProof="0" dirty="0"/>
              <a:t>CLICK TO EDIT TITLE</a:t>
            </a:r>
            <a:endParaRPr lang="en-GB" noProof="0" dirty="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3486131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6553431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Tree>
    <p:extLst>
      <p:ext uri="{BB962C8B-B14F-4D97-AF65-F5344CB8AC3E}">
        <p14:creationId xmlns:p14="http://schemas.microsoft.com/office/powerpoint/2010/main" val="89135408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52782036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5390280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10120069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2478786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14215125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0040059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71624907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4807812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4575691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66359366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1210096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4387691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74516392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6273577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2896333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6394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6702846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9795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96742464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966341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85337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294963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078140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4741294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Activity 3">
    <p:bg>
      <p:bgPr>
        <a:solidFill>
          <a:srgbClr val="E8602E"/>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
        <p:nvSpPr>
          <p:cNvPr id="7" name="Title 1">
            <a:extLst>
              <a:ext uri="{FF2B5EF4-FFF2-40B4-BE49-F238E27FC236}">
                <a16:creationId xmlns:a16="http://schemas.microsoft.com/office/drawing/2014/main" id="{0B84A5C5-2EE0-4240-9019-8B715BEE897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DE123B60-D604-9A41-BA50-1BF4AC36AE93}"/>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29869293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1_Activity 3">
    <p:bg>
      <p:bgPr>
        <a:solidFill>
          <a:srgbClr val="FFD217"/>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2F7793DD-F793-8F4F-B74E-6B8630C8266F}"/>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BF20315E-2B12-1B43-A789-90CFB92D6FF0}"/>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03500809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2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2B509EB7-6C12-4E21-BEEC-0CCC27628661}"/>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6A2322C5-1CF3-42B4-96D7-04AE4FF89F65}"/>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4799120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3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D507EE1D-A14D-478F-853C-B98EB3E70EB2}"/>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3A918B64-9105-4E90-815B-8AC734F02D2B}"/>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92610071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01317714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179133082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332885956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9499781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980044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01811102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4404213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28765663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150450011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20824218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834137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880962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56027910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58151430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2467109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0747151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87335390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7281475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9802123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489181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27137414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4434847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5126481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567655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10437753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1249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1260119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41468307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5905380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871773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894446485"/>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93922910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429964105"/>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432164659"/>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50750257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1306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0261009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6604373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097672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55492479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6776681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userDrawn="1">
  <p:cSld name="Teal">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719761" cy="1988032"/>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443780968"/>
      </p:ext>
    </p:extLst>
  </p:cSld>
  <p:clrMapOvr>
    <a:masterClrMapping/>
  </p:clrMapOvr>
  <p:extLst>
    <p:ext uri="{DCECCB84-F9BA-43D5-87BE-67443E8EF086}">
      <p15:sldGuideLst xmlns:p15="http://schemas.microsoft.com/office/powerpoint/2012/main">
        <p15:guide id="1" orient="horz" pos="2251">
          <p15:clr>
            <a:srgbClr val="FBAE40"/>
          </p15:clr>
        </p15:guide>
        <p15:guide id="2" pos="3840">
          <p15:clr>
            <a:srgbClr val="FBAE40"/>
          </p15:clr>
        </p15:guide>
        <p15:guide id="3" orient="horz" pos="981">
          <p15:clr>
            <a:srgbClr val="FBAE40"/>
          </p15:clr>
        </p15:guide>
        <p15:guide id="4" pos="234">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userDrawn="1">
  <p:cSld name="Teal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849686" y="249382"/>
            <a:ext cx="5342313" cy="6608618"/>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169" r="-169"/>
          <a:stretch/>
        </p:blipFill>
        <p:spPr>
          <a:xfrm>
            <a:off x="349135" y="532015"/>
            <a:ext cx="2119745" cy="1230283"/>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normAutofit/>
          </a:bodyPr>
          <a:lstStyle>
            <a:lvl1pPr marL="0" marR="0" indent="0" algn="l" defTabSz="914400" rtl="0" eaLnBrk="1" fontAlgn="auto" latinLnBrk="0" hangingPunct="1">
              <a:lnSpc>
                <a:spcPct val="100000"/>
              </a:lnSpc>
              <a:spcBef>
                <a:spcPts val="0"/>
              </a:spcBef>
              <a:spcAft>
                <a:spcPts val="0"/>
              </a:spcAft>
              <a:buClrTx/>
              <a:buSzPct val="115000"/>
              <a:buFontTx/>
              <a:buNone/>
              <a:tabLst/>
              <a:defRPr sz="2400" b="1"/>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1914129"/>
            <a:ext cx="5710699" cy="2277604"/>
          </a:xfrm>
        </p:spPr>
        <p:txBody>
          <a:bodyPr anchor="ctr" anchorCtr="0">
            <a:noAutofit/>
          </a:bodyPr>
          <a:lstStyle>
            <a:lvl1pPr algn="l">
              <a:lnSpc>
                <a:spcPct val="100000"/>
              </a:lnSpc>
              <a:defRPr sz="3600" cap="all" baseline="0"/>
            </a:lvl1pPr>
          </a:lstStyle>
          <a:p>
            <a:r>
              <a:rPr lang="en-US" noProof="0" dirty="0"/>
              <a:t>CLICK TO EDIT TITLE</a:t>
            </a:r>
            <a:endParaRPr lang="en-GB" noProof="0" dirty="0"/>
          </a:p>
        </p:txBody>
      </p:sp>
    </p:spTree>
    <p:extLst>
      <p:ext uri="{BB962C8B-B14F-4D97-AF65-F5344CB8AC3E}">
        <p14:creationId xmlns:p14="http://schemas.microsoft.com/office/powerpoint/2010/main" val="2545750667"/>
      </p:ext>
    </p:extLst>
  </p:cSld>
  <p:clrMapOvr>
    <a:masterClrMapping/>
  </p:clrMapOvr>
  <p:extLst>
    <p:ext uri="{DCECCB84-F9BA-43D5-87BE-67443E8EF086}">
      <p15:sldGuideLst xmlns:p15="http://schemas.microsoft.com/office/powerpoint/2012/main">
        <p15:guide id="1" orient="horz" pos="3634">
          <p15:clr>
            <a:srgbClr val="FBAE40"/>
          </p15:clr>
        </p15:guide>
        <p15:guide id="2" pos="384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999928024"/>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607254650"/>
      </p:ext>
    </p:extLst>
  </p:cSld>
  <p:clrMapOvr>
    <a:masterClrMapping/>
  </p:clrMapOvr>
  <p:hf hdr="0"/>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tx2"/>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7" name="Picture 6">
            <a:extLst>
              <a:ext uri="{FF2B5EF4-FFF2-40B4-BE49-F238E27FC236}">
                <a16:creationId xmlns:a16="http://schemas.microsoft.com/office/drawing/2014/main" id="{4E33C862-6C7D-4099-B29A-B18CFC640A13}"/>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3466167029"/>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rgbClr val="004050"/>
                </a:solidFill>
              </a:defRPr>
            </a:lvl1pPr>
          </a:lstStyle>
          <a:p>
            <a:r>
              <a:rPr lang="en-US" noProof="0" dirty="0"/>
              <a:t>CLICK TO EDIT TITLE</a:t>
            </a:r>
            <a:endParaRPr lang="en-GB" noProof="0" dirty="0"/>
          </a:p>
        </p:txBody>
      </p:sp>
      <p:sp>
        <p:nvSpPr>
          <p:cNvPr id="2" name="Rectangle 1"/>
          <p:cNvSpPr/>
          <p:nvPr/>
        </p:nvSpPr>
        <p:spPr>
          <a:xfrm>
            <a:off x="0" y="3843795"/>
            <a:ext cx="8229600"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535878547"/>
      </p:ext>
    </p:extLst>
  </p:cSld>
  <p:clrMapOvr>
    <a:masterClrMapping/>
  </p:clrMapOvr>
  <p:hf hdr="0"/>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82891381"/>
      </p:ext>
    </p:extLst>
  </p:cSld>
  <p:clrMapOvr>
    <a:masterClrMapping/>
  </p:clrMapOvr>
  <p:hf hdr="0"/>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rgbClr val="004050"/>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59453324"/>
      </p:ext>
    </p:extLst>
  </p:cSld>
  <p:clrMapOvr>
    <a:masterClrMapping/>
  </p:clrMapOvr>
  <p:hf hdr="0"/>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69153288"/>
      </p:ext>
    </p:extLst>
  </p:cSld>
  <p:clrMapOvr>
    <a:masterClrMapping/>
  </p:clrMapOvr>
  <p:hf hdr="0"/>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096806917"/>
      </p:ext>
    </p:extLst>
  </p:cSld>
  <p:clrMapOvr>
    <a:masterClrMapping/>
  </p:clrMapOvr>
  <p:hf hdr="0"/>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3814866194"/>
      </p:ext>
    </p:extLst>
  </p:cSld>
  <p:clrMapOvr>
    <a:masterClrMapping/>
  </p:clrMapOvr>
  <p:hf hdr="0"/>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15419195"/>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68617424"/>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69622240"/>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656417365"/>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457674606"/>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333549926"/>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16221272"/>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69578166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31802375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80417015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901270802"/>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417331775"/>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7119406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784069917"/>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50291124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59372400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62731351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485672815"/>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602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305573597"/>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7336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63536016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992237875"/>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7"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113694832"/>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6" name="Title 1">
            <a:extLst>
              <a:ext uri="{FF2B5EF4-FFF2-40B4-BE49-F238E27FC236}">
                <a16:creationId xmlns:a16="http://schemas.microsoft.com/office/drawing/2014/main" id="{4E7C86B2-491D-4175-B781-C85C7A96028A}"/>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569988168"/>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3998961381"/>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userDrawn="1">
  <p:cSld name="Two Columns A">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0B3D3E76-7890-4FA3-97ED-08A6CF0084EA}"/>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366005259"/>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userDrawn="1">
  <p:cSld name="1 Column B">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376238" y="453058"/>
            <a:ext cx="10464801"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376239" y="1635854"/>
            <a:ext cx="10464800"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8DEF2034-2DE3-492A-96E2-AC3A81511FC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92184261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 Type="http://schemas.openxmlformats.org/officeDocument/2006/relationships/slideLayout" Target="../slideLayouts/slideLayout48.xml"/><Relationship Id="rId21" Type="http://schemas.openxmlformats.org/officeDocument/2006/relationships/slideLayout" Target="../slideLayouts/slideLayout66.xml"/><Relationship Id="rId34" Type="http://schemas.openxmlformats.org/officeDocument/2006/relationships/slideLayout" Target="../slideLayouts/slideLayout79.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29" Type="http://schemas.openxmlformats.org/officeDocument/2006/relationships/slideLayout" Target="../slideLayouts/slideLayout7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36" Type="http://schemas.openxmlformats.org/officeDocument/2006/relationships/image" Target="../media/image1.png"/><Relationship Id="rId10" Type="http://schemas.openxmlformats.org/officeDocument/2006/relationships/slideLayout" Target="../slideLayouts/slideLayout55.xml"/><Relationship Id="rId19" Type="http://schemas.openxmlformats.org/officeDocument/2006/relationships/slideLayout" Target="../slideLayouts/slideLayout64.xml"/><Relationship Id="rId31" Type="http://schemas.openxmlformats.org/officeDocument/2006/relationships/slideLayout" Target="../slideLayouts/slideLayout76.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theme" Target="../theme/theme2.xml"/><Relationship Id="rId8"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2.xml"/><Relationship Id="rId18" Type="http://schemas.openxmlformats.org/officeDocument/2006/relationships/slideLayout" Target="../slideLayouts/slideLayout97.xml"/><Relationship Id="rId26" Type="http://schemas.openxmlformats.org/officeDocument/2006/relationships/slideLayout" Target="../slideLayouts/slideLayout105.xml"/><Relationship Id="rId39" Type="http://schemas.openxmlformats.org/officeDocument/2006/relationships/image" Target="../media/image1.png"/><Relationship Id="rId21" Type="http://schemas.openxmlformats.org/officeDocument/2006/relationships/slideLayout" Target="../slideLayouts/slideLayout100.xml"/><Relationship Id="rId34" Type="http://schemas.openxmlformats.org/officeDocument/2006/relationships/slideLayout" Target="../slideLayouts/slideLayout113.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17" Type="http://schemas.openxmlformats.org/officeDocument/2006/relationships/slideLayout" Target="../slideLayouts/slideLayout96.xml"/><Relationship Id="rId25" Type="http://schemas.openxmlformats.org/officeDocument/2006/relationships/slideLayout" Target="../slideLayouts/slideLayout104.xml"/><Relationship Id="rId33" Type="http://schemas.openxmlformats.org/officeDocument/2006/relationships/slideLayout" Target="../slideLayouts/slideLayout112.xml"/><Relationship Id="rId38" Type="http://schemas.openxmlformats.org/officeDocument/2006/relationships/theme" Target="../theme/theme3.xml"/><Relationship Id="rId2" Type="http://schemas.openxmlformats.org/officeDocument/2006/relationships/slideLayout" Target="../slideLayouts/slideLayout81.xml"/><Relationship Id="rId16" Type="http://schemas.openxmlformats.org/officeDocument/2006/relationships/slideLayout" Target="../slideLayouts/slideLayout95.xml"/><Relationship Id="rId20" Type="http://schemas.openxmlformats.org/officeDocument/2006/relationships/slideLayout" Target="../slideLayouts/slideLayout99.xml"/><Relationship Id="rId29" Type="http://schemas.openxmlformats.org/officeDocument/2006/relationships/slideLayout" Target="../slideLayouts/slideLayout108.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24" Type="http://schemas.openxmlformats.org/officeDocument/2006/relationships/slideLayout" Target="../slideLayouts/slideLayout103.xml"/><Relationship Id="rId32" Type="http://schemas.openxmlformats.org/officeDocument/2006/relationships/slideLayout" Target="../slideLayouts/slideLayout111.xml"/><Relationship Id="rId37" Type="http://schemas.openxmlformats.org/officeDocument/2006/relationships/slideLayout" Target="../slideLayouts/slideLayout116.xml"/><Relationship Id="rId5" Type="http://schemas.openxmlformats.org/officeDocument/2006/relationships/slideLayout" Target="../slideLayouts/slideLayout84.xml"/><Relationship Id="rId15" Type="http://schemas.openxmlformats.org/officeDocument/2006/relationships/slideLayout" Target="../slideLayouts/slideLayout94.xml"/><Relationship Id="rId23" Type="http://schemas.openxmlformats.org/officeDocument/2006/relationships/slideLayout" Target="../slideLayouts/slideLayout102.xml"/><Relationship Id="rId28" Type="http://schemas.openxmlformats.org/officeDocument/2006/relationships/slideLayout" Target="../slideLayouts/slideLayout107.xml"/><Relationship Id="rId36" Type="http://schemas.openxmlformats.org/officeDocument/2006/relationships/slideLayout" Target="../slideLayouts/slideLayout115.xml"/><Relationship Id="rId10" Type="http://schemas.openxmlformats.org/officeDocument/2006/relationships/slideLayout" Target="../slideLayouts/slideLayout89.xml"/><Relationship Id="rId19" Type="http://schemas.openxmlformats.org/officeDocument/2006/relationships/slideLayout" Target="../slideLayouts/slideLayout98.xml"/><Relationship Id="rId31" Type="http://schemas.openxmlformats.org/officeDocument/2006/relationships/slideLayout" Target="../slideLayouts/slideLayout110.xml"/><Relationship Id="rId4" Type="http://schemas.openxmlformats.org/officeDocument/2006/relationships/slideLayout" Target="../slideLayouts/slideLayout83.xml"/><Relationship Id="rId9" Type="http://schemas.openxmlformats.org/officeDocument/2006/relationships/slideLayout" Target="../slideLayouts/slideLayout88.xml"/><Relationship Id="rId14" Type="http://schemas.openxmlformats.org/officeDocument/2006/relationships/slideLayout" Target="../slideLayouts/slideLayout93.xml"/><Relationship Id="rId22" Type="http://schemas.openxmlformats.org/officeDocument/2006/relationships/slideLayout" Target="../slideLayouts/slideLayout101.xml"/><Relationship Id="rId27" Type="http://schemas.openxmlformats.org/officeDocument/2006/relationships/slideLayout" Target="../slideLayouts/slideLayout106.xml"/><Relationship Id="rId30" Type="http://schemas.openxmlformats.org/officeDocument/2006/relationships/slideLayout" Target="../slideLayouts/slideLayout109.xml"/><Relationship Id="rId35" Type="http://schemas.openxmlformats.org/officeDocument/2006/relationships/slideLayout" Target="../slideLayouts/slideLayout114.xml"/><Relationship Id="rId8" Type="http://schemas.openxmlformats.org/officeDocument/2006/relationships/slideLayout" Target="../slideLayouts/slideLayout87.xml"/><Relationship Id="rId3" Type="http://schemas.openxmlformats.org/officeDocument/2006/relationships/slideLayout" Target="../slideLayouts/slideLayout82.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29.xml"/><Relationship Id="rId18" Type="http://schemas.openxmlformats.org/officeDocument/2006/relationships/slideLayout" Target="../slideLayouts/slideLayout134.xml"/><Relationship Id="rId26" Type="http://schemas.openxmlformats.org/officeDocument/2006/relationships/slideLayout" Target="../slideLayouts/slideLayout142.xml"/><Relationship Id="rId3" Type="http://schemas.openxmlformats.org/officeDocument/2006/relationships/slideLayout" Target="../slideLayouts/slideLayout119.xml"/><Relationship Id="rId21" Type="http://schemas.openxmlformats.org/officeDocument/2006/relationships/slideLayout" Target="../slideLayouts/slideLayout137.xml"/><Relationship Id="rId34" Type="http://schemas.openxmlformats.org/officeDocument/2006/relationships/image" Target="../media/image1.png"/><Relationship Id="rId7" Type="http://schemas.openxmlformats.org/officeDocument/2006/relationships/slideLayout" Target="../slideLayouts/slideLayout123.xml"/><Relationship Id="rId12" Type="http://schemas.openxmlformats.org/officeDocument/2006/relationships/slideLayout" Target="../slideLayouts/slideLayout128.xml"/><Relationship Id="rId17" Type="http://schemas.openxmlformats.org/officeDocument/2006/relationships/slideLayout" Target="../slideLayouts/slideLayout133.xml"/><Relationship Id="rId25" Type="http://schemas.openxmlformats.org/officeDocument/2006/relationships/slideLayout" Target="../slideLayouts/slideLayout141.xml"/><Relationship Id="rId33" Type="http://schemas.openxmlformats.org/officeDocument/2006/relationships/theme" Target="../theme/theme4.xml"/><Relationship Id="rId2" Type="http://schemas.openxmlformats.org/officeDocument/2006/relationships/slideLayout" Target="../slideLayouts/slideLayout118.xml"/><Relationship Id="rId16" Type="http://schemas.openxmlformats.org/officeDocument/2006/relationships/slideLayout" Target="../slideLayouts/slideLayout132.xml"/><Relationship Id="rId20" Type="http://schemas.openxmlformats.org/officeDocument/2006/relationships/slideLayout" Target="../slideLayouts/slideLayout136.xml"/><Relationship Id="rId29" Type="http://schemas.openxmlformats.org/officeDocument/2006/relationships/slideLayout" Target="../slideLayouts/slideLayout145.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1" Type="http://schemas.openxmlformats.org/officeDocument/2006/relationships/slideLayout" Target="../slideLayouts/slideLayout127.xml"/><Relationship Id="rId24" Type="http://schemas.openxmlformats.org/officeDocument/2006/relationships/slideLayout" Target="../slideLayouts/slideLayout140.xml"/><Relationship Id="rId32" Type="http://schemas.openxmlformats.org/officeDocument/2006/relationships/slideLayout" Target="../slideLayouts/slideLayout148.xml"/><Relationship Id="rId5" Type="http://schemas.openxmlformats.org/officeDocument/2006/relationships/slideLayout" Target="../slideLayouts/slideLayout121.xml"/><Relationship Id="rId15" Type="http://schemas.openxmlformats.org/officeDocument/2006/relationships/slideLayout" Target="../slideLayouts/slideLayout131.xml"/><Relationship Id="rId23" Type="http://schemas.openxmlformats.org/officeDocument/2006/relationships/slideLayout" Target="../slideLayouts/slideLayout139.xml"/><Relationship Id="rId28" Type="http://schemas.openxmlformats.org/officeDocument/2006/relationships/slideLayout" Target="../slideLayouts/slideLayout144.xml"/><Relationship Id="rId10" Type="http://schemas.openxmlformats.org/officeDocument/2006/relationships/slideLayout" Target="../slideLayouts/slideLayout126.xml"/><Relationship Id="rId19" Type="http://schemas.openxmlformats.org/officeDocument/2006/relationships/slideLayout" Target="../slideLayouts/slideLayout135.xml"/><Relationship Id="rId31" Type="http://schemas.openxmlformats.org/officeDocument/2006/relationships/slideLayout" Target="../slideLayouts/slideLayout147.xml"/><Relationship Id="rId4" Type="http://schemas.openxmlformats.org/officeDocument/2006/relationships/slideLayout" Target="../slideLayouts/slideLayout120.xml"/><Relationship Id="rId9" Type="http://schemas.openxmlformats.org/officeDocument/2006/relationships/slideLayout" Target="../slideLayouts/slideLayout125.xml"/><Relationship Id="rId14" Type="http://schemas.openxmlformats.org/officeDocument/2006/relationships/slideLayout" Target="../slideLayouts/slideLayout130.xml"/><Relationship Id="rId22" Type="http://schemas.openxmlformats.org/officeDocument/2006/relationships/slideLayout" Target="../slideLayouts/slideLayout138.xml"/><Relationship Id="rId27" Type="http://schemas.openxmlformats.org/officeDocument/2006/relationships/slideLayout" Target="../slideLayouts/slideLayout143.xml"/><Relationship Id="rId30" Type="http://schemas.openxmlformats.org/officeDocument/2006/relationships/slideLayout" Target="../slideLayouts/slideLayout146.xml"/><Relationship Id="rId8" Type="http://schemas.openxmlformats.org/officeDocument/2006/relationships/slideLayout" Target="../slideLayouts/slideLayout12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6.xml"/><Relationship Id="rId13" Type="http://schemas.openxmlformats.org/officeDocument/2006/relationships/image" Target="../media/image9.png"/><Relationship Id="rId3" Type="http://schemas.openxmlformats.org/officeDocument/2006/relationships/slideLayout" Target="../slideLayouts/slideLayout151.xml"/><Relationship Id="rId7" Type="http://schemas.openxmlformats.org/officeDocument/2006/relationships/slideLayout" Target="../slideLayouts/slideLayout155.xml"/><Relationship Id="rId12" Type="http://schemas.openxmlformats.org/officeDocument/2006/relationships/theme" Target="../theme/theme5.xml"/><Relationship Id="rId2" Type="http://schemas.openxmlformats.org/officeDocument/2006/relationships/slideLayout" Target="../slideLayouts/slideLayout150.xml"/><Relationship Id="rId1" Type="http://schemas.openxmlformats.org/officeDocument/2006/relationships/slideLayout" Target="../slideLayouts/slideLayout149.xml"/><Relationship Id="rId6" Type="http://schemas.openxmlformats.org/officeDocument/2006/relationships/slideLayout" Target="../slideLayouts/slideLayout154.xml"/><Relationship Id="rId11" Type="http://schemas.openxmlformats.org/officeDocument/2006/relationships/slideLayout" Target="../slideLayouts/slideLayout159.xml"/><Relationship Id="rId5" Type="http://schemas.openxmlformats.org/officeDocument/2006/relationships/slideLayout" Target="../slideLayouts/slideLayout153.xml"/><Relationship Id="rId15" Type="http://schemas.openxmlformats.org/officeDocument/2006/relationships/image" Target="../media/image1.png"/><Relationship Id="rId10" Type="http://schemas.openxmlformats.org/officeDocument/2006/relationships/slideLayout" Target="../slideLayouts/slideLayout158.xml"/><Relationship Id="rId4" Type="http://schemas.openxmlformats.org/officeDocument/2006/relationships/slideLayout" Target="../slideLayouts/slideLayout152.xml"/><Relationship Id="rId9" Type="http://schemas.openxmlformats.org/officeDocument/2006/relationships/slideLayout" Target="../slideLayouts/slideLayout157.xml"/><Relationship Id="rId14" Type="http://schemas.openxmlformats.org/officeDocument/2006/relationships/image" Target="../media/image10.svg"/></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72.xml"/><Relationship Id="rId18" Type="http://schemas.openxmlformats.org/officeDocument/2006/relationships/slideLayout" Target="../slideLayouts/slideLayout177.xml"/><Relationship Id="rId26" Type="http://schemas.openxmlformats.org/officeDocument/2006/relationships/slideLayout" Target="../slideLayouts/slideLayout185.xml"/><Relationship Id="rId21" Type="http://schemas.openxmlformats.org/officeDocument/2006/relationships/slideLayout" Target="../slideLayouts/slideLayout180.xml"/><Relationship Id="rId34" Type="http://schemas.openxmlformats.org/officeDocument/2006/relationships/slideLayout" Target="../slideLayouts/slideLayout193.xml"/><Relationship Id="rId7" Type="http://schemas.openxmlformats.org/officeDocument/2006/relationships/slideLayout" Target="../slideLayouts/slideLayout166.xml"/><Relationship Id="rId12" Type="http://schemas.openxmlformats.org/officeDocument/2006/relationships/slideLayout" Target="../slideLayouts/slideLayout171.xml"/><Relationship Id="rId17" Type="http://schemas.openxmlformats.org/officeDocument/2006/relationships/slideLayout" Target="../slideLayouts/slideLayout176.xml"/><Relationship Id="rId25" Type="http://schemas.openxmlformats.org/officeDocument/2006/relationships/slideLayout" Target="../slideLayouts/slideLayout184.xml"/><Relationship Id="rId33" Type="http://schemas.openxmlformats.org/officeDocument/2006/relationships/slideLayout" Target="../slideLayouts/slideLayout192.xml"/><Relationship Id="rId2" Type="http://schemas.openxmlformats.org/officeDocument/2006/relationships/slideLayout" Target="../slideLayouts/slideLayout161.xml"/><Relationship Id="rId16" Type="http://schemas.openxmlformats.org/officeDocument/2006/relationships/slideLayout" Target="../slideLayouts/slideLayout175.xml"/><Relationship Id="rId20" Type="http://schemas.openxmlformats.org/officeDocument/2006/relationships/slideLayout" Target="../slideLayouts/slideLayout179.xml"/><Relationship Id="rId29" Type="http://schemas.openxmlformats.org/officeDocument/2006/relationships/slideLayout" Target="../slideLayouts/slideLayout188.xml"/><Relationship Id="rId1" Type="http://schemas.openxmlformats.org/officeDocument/2006/relationships/slideLayout" Target="../slideLayouts/slideLayout160.xml"/><Relationship Id="rId6" Type="http://schemas.openxmlformats.org/officeDocument/2006/relationships/slideLayout" Target="../slideLayouts/slideLayout165.xml"/><Relationship Id="rId11" Type="http://schemas.openxmlformats.org/officeDocument/2006/relationships/slideLayout" Target="../slideLayouts/slideLayout170.xml"/><Relationship Id="rId24" Type="http://schemas.openxmlformats.org/officeDocument/2006/relationships/slideLayout" Target="../slideLayouts/slideLayout183.xml"/><Relationship Id="rId32" Type="http://schemas.openxmlformats.org/officeDocument/2006/relationships/slideLayout" Target="../slideLayouts/slideLayout191.xml"/><Relationship Id="rId37" Type="http://schemas.openxmlformats.org/officeDocument/2006/relationships/image" Target="../media/image1.png"/><Relationship Id="rId5" Type="http://schemas.openxmlformats.org/officeDocument/2006/relationships/slideLayout" Target="../slideLayouts/slideLayout164.xml"/><Relationship Id="rId15" Type="http://schemas.openxmlformats.org/officeDocument/2006/relationships/slideLayout" Target="../slideLayouts/slideLayout174.xml"/><Relationship Id="rId23" Type="http://schemas.openxmlformats.org/officeDocument/2006/relationships/slideLayout" Target="../slideLayouts/slideLayout182.xml"/><Relationship Id="rId28" Type="http://schemas.openxmlformats.org/officeDocument/2006/relationships/slideLayout" Target="../slideLayouts/slideLayout187.xml"/><Relationship Id="rId36" Type="http://schemas.openxmlformats.org/officeDocument/2006/relationships/theme" Target="../theme/theme6.xml"/><Relationship Id="rId10" Type="http://schemas.openxmlformats.org/officeDocument/2006/relationships/slideLayout" Target="../slideLayouts/slideLayout169.xml"/><Relationship Id="rId19" Type="http://schemas.openxmlformats.org/officeDocument/2006/relationships/slideLayout" Target="../slideLayouts/slideLayout178.xml"/><Relationship Id="rId31" Type="http://schemas.openxmlformats.org/officeDocument/2006/relationships/slideLayout" Target="../slideLayouts/slideLayout190.xml"/><Relationship Id="rId4" Type="http://schemas.openxmlformats.org/officeDocument/2006/relationships/slideLayout" Target="../slideLayouts/slideLayout163.xml"/><Relationship Id="rId9" Type="http://schemas.openxmlformats.org/officeDocument/2006/relationships/slideLayout" Target="../slideLayouts/slideLayout168.xml"/><Relationship Id="rId14" Type="http://schemas.openxmlformats.org/officeDocument/2006/relationships/slideLayout" Target="../slideLayouts/slideLayout173.xml"/><Relationship Id="rId22" Type="http://schemas.openxmlformats.org/officeDocument/2006/relationships/slideLayout" Target="../slideLayouts/slideLayout181.xml"/><Relationship Id="rId27" Type="http://schemas.openxmlformats.org/officeDocument/2006/relationships/slideLayout" Target="../slideLayouts/slideLayout186.xml"/><Relationship Id="rId30" Type="http://schemas.openxmlformats.org/officeDocument/2006/relationships/slideLayout" Target="../slideLayouts/slideLayout189.xml"/><Relationship Id="rId35" Type="http://schemas.openxmlformats.org/officeDocument/2006/relationships/slideLayout" Target="../slideLayouts/slideLayout194.xml"/><Relationship Id="rId8" Type="http://schemas.openxmlformats.org/officeDocument/2006/relationships/slideLayout" Target="../slideLayouts/slideLayout167.xml"/><Relationship Id="rId3" Type="http://schemas.openxmlformats.org/officeDocument/2006/relationships/slideLayout" Target="../slideLayouts/slideLayout1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
        <p:nvSpPr>
          <p:cNvPr id="6" name="Title Placeholder 1">
            <a:extLst>
              <a:ext uri="{FF2B5EF4-FFF2-40B4-BE49-F238E27FC236}">
                <a16:creationId xmlns:a16="http://schemas.microsoft.com/office/drawing/2014/main" id="{8B331EBC-FD01-4CB1-B504-590B9A2C8CE6}"/>
              </a:ext>
            </a:extLst>
          </p:cNvPr>
          <p:cNvSpPr>
            <a:spLocks noGrp="1"/>
          </p:cNvSpPr>
          <p:nvPr>
            <p:ph type="title"/>
          </p:nvPr>
        </p:nvSpPr>
        <p:spPr>
          <a:xfrm>
            <a:off x="1349374" y="450398"/>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7" name="Text Placeholder 2">
            <a:extLst>
              <a:ext uri="{FF2B5EF4-FFF2-40B4-BE49-F238E27FC236}">
                <a16:creationId xmlns:a16="http://schemas.microsoft.com/office/drawing/2014/main" id="{21FC8884-0C37-461E-9BAE-73EC1C82C9FF}"/>
              </a:ext>
            </a:extLst>
          </p:cNvPr>
          <p:cNvSpPr>
            <a:spLocks noGrp="1"/>
          </p:cNvSpPr>
          <p:nvPr>
            <p:ph type="body" idx="1"/>
          </p:nvPr>
        </p:nvSpPr>
        <p:spPr>
          <a:xfrm>
            <a:off x="1350676" y="1596719"/>
            <a:ext cx="9490362" cy="458024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923333906"/>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94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 id="2147483785" r:id="rId33"/>
    <p:sldLayoutId id="2147483786" r:id="rId34"/>
    <p:sldLayoutId id="2147483787" r:id="rId35"/>
    <p:sldLayoutId id="2147483788" r:id="rId36"/>
    <p:sldLayoutId id="2147483650" r:id="rId37"/>
    <p:sldLayoutId id="2147483748" r:id="rId38"/>
    <p:sldLayoutId id="2147483749" r:id="rId39"/>
    <p:sldLayoutId id="2147483744" r:id="rId40"/>
    <p:sldLayoutId id="2147483747" r:id="rId41"/>
    <p:sldLayoutId id="2147483750" r:id="rId42"/>
    <p:sldLayoutId id="2147483660" r:id="rId43"/>
    <p:sldLayoutId id="2147483751" r:id="rId44"/>
    <p:sldLayoutId id="2147483946" r:id="rId45"/>
  </p:sldLayoutIdLst>
  <p:hf hdr="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47"/>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47"/>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47"/>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47"/>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5" pos="851">
          <p15:clr>
            <a:srgbClr val="F26B43"/>
          </p15:clr>
        </p15:guide>
        <p15:guide id="8" pos="1955">
          <p15:clr>
            <a:srgbClr val="F26B43"/>
          </p15:clr>
        </p15:guide>
        <p15:guide id="11" pos="2683">
          <p15:clr>
            <a:srgbClr val="F26B43"/>
          </p15:clr>
        </p15:guide>
        <p15:guide id="14" pos="3783">
          <p15:clr>
            <a:srgbClr val="F26B43"/>
          </p15:clr>
        </p15:guide>
        <p15:guide id="17" pos="4507">
          <p15:clr>
            <a:srgbClr val="F26B43"/>
          </p15:clr>
        </p15:guide>
        <p15:guide id="20" pos="5611">
          <p15:clr>
            <a:srgbClr val="F26B43"/>
          </p15:clr>
        </p15:guide>
        <p15:guide id="23" pos="6335">
          <p15:clr>
            <a:srgbClr val="F26B43"/>
          </p15:clr>
        </p15:guide>
        <p15:guide id="26" pos="7439">
          <p15:clr>
            <a:srgbClr val="F26B43"/>
          </p15:clr>
        </p15:guide>
        <p15:guide id="29" orient="horz" pos="238" userDrawn="1">
          <p15:clr>
            <a:srgbClr val="F26B43"/>
          </p15:clr>
        </p15:guide>
        <p15:guide id="30" orient="horz" pos="4081" userDrawn="1">
          <p15:clr>
            <a:srgbClr val="F26B43"/>
          </p15:clr>
        </p15:guide>
        <p15:guide id="31" pos="237" userDrawn="1">
          <p15:clr>
            <a:srgbClr val="F26B43"/>
          </p15:clr>
        </p15:guide>
        <p15:guide id="32" pos="732" userDrawn="1">
          <p15:clr>
            <a:srgbClr val="F26B43"/>
          </p15:clr>
        </p15:guide>
        <p15:guide id="33" pos="850" userDrawn="1">
          <p15:clr>
            <a:srgbClr val="F26B43"/>
          </p15:clr>
        </p15:guide>
        <p15:guide id="34" pos="1345" userDrawn="1">
          <p15:clr>
            <a:srgbClr val="F26B43"/>
          </p15:clr>
        </p15:guide>
        <p15:guide id="35" pos="1460" userDrawn="1">
          <p15:clr>
            <a:srgbClr val="F26B43"/>
          </p15:clr>
        </p15:guide>
        <p15:guide id="36" pos="1954" userDrawn="1">
          <p15:clr>
            <a:srgbClr val="F26B43"/>
          </p15:clr>
        </p15:guide>
        <p15:guide id="37" pos="2069" userDrawn="1">
          <p15:clr>
            <a:srgbClr val="F26B43"/>
          </p15:clr>
        </p15:guide>
        <p15:guide id="38" pos="2564" userDrawn="1">
          <p15:clr>
            <a:srgbClr val="F26B43"/>
          </p15:clr>
        </p15:guide>
        <p15:guide id="39" pos="2678" userDrawn="1">
          <p15:clr>
            <a:srgbClr val="F26B43"/>
          </p15:clr>
        </p15:guide>
        <p15:guide id="40" pos="3173" userDrawn="1">
          <p15:clr>
            <a:srgbClr val="F26B43"/>
          </p15:clr>
        </p15:guide>
        <p15:guide id="41" pos="3288" userDrawn="1">
          <p15:clr>
            <a:srgbClr val="F26B43"/>
          </p15:clr>
        </p15:guide>
        <p15:guide id="42" pos="3782" userDrawn="1">
          <p15:clr>
            <a:srgbClr val="F26B43"/>
          </p15:clr>
        </p15:guide>
        <p15:guide id="43" pos="3897" userDrawn="1">
          <p15:clr>
            <a:srgbClr val="F26B43"/>
          </p15:clr>
        </p15:guide>
        <p15:guide id="44" pos="4392" userDrawn="1">
          <p15:clr>
            <a:srgbClr val="F26B43"/>
          </p15:clr>
        </p15:guide>
        <p15:guide id="45" pos="4506" userDrawn="1">
          <p15:clr>
            <a:srgbClr val="F26B43"/>
          </p15:clr>
        </p15:guide>
        <p15:guide id="46" pos="5001" userDrawn="1">
          <p15:clr>
            <a:srgbClr val="F26B43"/>
          </p15:clr>
        </p15:guide>
        <p15:guide id="47" pos="5115" userDrawn="1">
          <p15:clr>
            <a:srgbClr val="F26B43"/>
          </p15:clr>
        </p15:guide>
        <p15:guide id="48" pos="5610" userDrawn="1">
          <p15:clr>
            <a:srgbClr val="F26B43"/>
          </p15:clr>
        </p15:guide>
        <p15:guide id="49" pos="5725" userDrawn="1">
          <p15:clr>
            <a:srgbClr val="F26B43"/>
          </p15:clr>
        </p15:guide>
        <p15:guide id="50" pos="6220" userDrawn="1">
          <p15:clr>
            <a:srgbClr val="F26B43"/>
          </p15:clr>
        </p15:guide>
        <p15:guide id="51" pos="6334" userDrawn="1">
          <p15:clr>
            <a:srgbClr val="F26B43"/>
          </p15:clr>
        </p15:guide>
        <p15:guide id="52" pos="6829" userDrawn="1">
          <p15:clr>
            <a:srgbClr val="F26B43"/>
          </p15:clr>
        </p15:guide>
        <p15:guide id="53" pos="6943" userDrawn="1">
          <p15:clr>
            <a:srgbClr val="F26B43"/>
          </p15:clr>
        </p15:guide>
        <p15:guide id="54" pos="7438" userDrawn="1">
          <p15:clr>
            <a:srgbClr val="F26B43"/>
          </p15:clr>
        </p15:guide>
        <p15:guide id="55" pos="3840" userDrawn="1">
          <p15:clr>
            <a:srgbClr val="9FCC3B"/>
          </p15:clr>
        </p15:guide>
        <p15:guide id="56"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124665118"/>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 id="2147483810" r:id="rId21"/>
    <p:sldLayoutId id="2147483811" r:id="rId22"/>
    <p:sldLayoutId id="2147483812" r:id="rId23"/>
    <p:sldLayoutId id="2147483813" r:id="rId24"/>
    <p:sldLayoutId id="2147483814" r:id="rId25"/>
    <p:sldLayoutId id="2147483815" r:id="rId26"/>
    <p:sldLayoutId id="2147483816" r:id="rId27"/>
    <p:sldLayoutId id="2147483817" r:id="rId28"/>
    <p:sldLayoutId id="2147483818" r:id="rId29"/>
    <p:sldLayoutId id="2147483819" r:id="rId30"/>
    <p:sldLayoutId id="2147483820" r:id="rId31"/>
    <p:sldLayoutId id="2147483821" r:id="rId32"/>
    <p:sldLayoutId id="2147483822" r:id="rId33"/>
    <p:sldLayoutId id="2147483823" r:id="rId34"/>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887670414"/>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48" r:id="rId24"/>
    <p:sldLayoutId id="2147483849" r:id="rId25"/>
    <p:sldLayoutId id="2147483850" r:id="rId26"/>
    <p:sldLayoutId id="2147483851" r:id="rId27"/>
    <p:sldLayoutId id="2147483852" r:id="rId28"/>
    <p:sldLayoutId id="2147483853" r:id="rId29"/>
    <p:sldLayoutId id="2147483854" r:id="rId30"/>
    <p:sldLayoutId id="2147483855" r:id="rId31"/>
    <p:sldLayoutId id="2147483856" r:id="rId32"/>
    <p:sldLayoutId id="2147483857" r:id="rId33"/>
    <p:sldLayoutId id="2147483858" r:id="rId34"/>
    <p:sldLayoutId id="2147483859" r:id="rId35"/>
    <p:sldLayoutId id="2147483860" r:id="rId36"/>
    <p:sldLayoutId id="2147483861" r:id="rId37"/>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9"/>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9"/>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513713545"/>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 id="2147483888" r:id="rId26"/>
    <p:sldLayoutId id="2147483889" r:id="rId27"/>
    <p:sldLayoutId id="2147483890" r:id="rId28"/>
    <p:sldLayoutId id="2147483891" r:id="rId29"/>
    <p:sldLayoutId id="2147483892" r:id="rId30"/>
    <p:sldLayoutId id="2147483893" r:id="rId31"/>
    <p:sldLayoutId id="2147483894"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74563182"/>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44" r:id="rId10"/>
    <p:sldLayoutId id="2147483945" r:id="rId11"/>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5"/>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5"/>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5"/>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5"/>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618460949"/>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 id="2147483923" r:id="rId18"/>
    <p:sldLayoutId id="2147483924" r:id="rId19"/>
    <p:sldLayoutId id="2147483925" r:id="rId20"/>
    <p:sldLayoutId id="2147483926" r:id="rId21"/>
    <p:sldLayoutId id="2147483927" r:id="rId22"/>
    <p:sldLayoutId id="2147483928" r:id="rId23"/>
    <p:sldLayoutId id="2147483929" r:id="rId24"/>
    <p:sldLayoutId id="2147483930" r:id="rId25"/>
    <p:sldLayoutId id="2147483931" r:id="rId26"/>
    <p:sldLayoutId id="2147483932" r:id="rId27"/>
    <p:sldLayoutId id="2147483933" r:id="rId28"/>
    <p:sldLayoutId id="2147483934" r:id="rId29"/>
    <p:sldLayoutId id="2147483935" r:id="rId30"/>
    <p:sldLayoutId id="2147483936" r:id="rId31"/>
    <p:sldLayoutId id="2147483937" r:id="rId32"/>
    <p:sldLayoutId id="2147483938" r:id="rId33"/>
    <p:sldLayoutId id="2147483940" r:id="rId34"/>
    <p:sldLayoutId id="2147483941" r:id="rId35"/>
  </p:sldLayoutIdLst>
  <p:hf hdr="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7"/>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7"/>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7"/>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7"/>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5" pos="851">
          <p15:clr>
            <a:srgbClr val="F26B43"/>
          </p15:clr>
        </p15:guide>
        <p15:guide id="8" pos="1955">
          <p15:clr>
            <a:srgbClr val="F26B43"/>
          </p15:clr>
        </p15:guide>
        <p15:guide id="11" pos="2683">
          <p15:clr>
            <a:srgbClr val="F26B43"/>
          </p15:clr>
        </p15:guide>
        <p15:guide id="14" pos="3783">
          <p15:clr>
            <a:srgbClr val="F26B43"/>
          </p15:clr>
        </p15:guide>
        <p15:guide id="17" pos="4507">
          <p15:clr>
            <a:srgbClr val="F26B43"/>
          </p15:clr>
        </p15:guide>
        <p15:guide id="20" pos="5611">
          <p15:clr>
            <a:srgbClr val="F26B43"/>
          </p15:clr>
        </p15:guide>
        <p15:guide id="23" pos="6335">
          <p15:clr>
            <a:srgbClr val="F26B43"/>
          </p15:clr>
        </p15:guide>
        <p15:guide id="26" pos="7439">
          <p15:clr>
            <a:srgbClr val="F26B43"/>
          </p15:clr>
        </p15:guide>
        <p15:guide id="29" orient="horz" pos="238" userDrawn="1">
          <p15:clr>
            <a:srgbClr val="F26B43"/>
          </p15:clr>
        </p15:guide>
        <p15:guide id="30" orient="horz" pos="4081" userDrawn="1">
          <p15:clr>
            <a:srgbClr val="F26B43"/>
          </p15:clr>
        </p15:guide>
        <p15:guide id="31" pos="237" userDrawn="1">
          <p15:clr>
            <a:srgbClr val="F26B43"/>
          </p15:clr>
        </p15:guide>
        <p15:guide id="32" pos="732" userDrawn="1">
          <p15:clr>
            <a:srgbClr val="F26B43"/>
          </p15:clr>
        </p15:guide>
        <p15:guide id="33" pos="850" userDrawn="1">
          <p15:clr>
            <a:srgbClr val="F26B43"/>
          </p15:clr>
        </p15:guide>
        <p15:guide id="34" pos="1345" userDrawn="1">
          <p15:clr>
            <a:srgbClr val="F26B43"/>
          </p15:clr>
        </p15:guide>
        <p15:guide id="35" pos="1460" userDrawn="1">
          <p15:clr>
            <a:srgbClr val="F26B43"/>
          </p15:clr>
        </p15:guide>
        <p15:guide id="36" pos="1954" userDrawn="1">
          <p15:clr>
            <a:srgbClr val="F26B43"/>
          </p15:clr>
        </p15:guide>
        <p15:guide id="37" pos="2069" userDrawn="1">
          <p15:clr>
            <a:srgbClr val="F26B43"/>
          </p15:clr>
        </p15:guide>
        <p15:guide id="38" pos="2564" userDrawn="1">
          <p15:clr>
            <a:srgbClr val="F26B43"/>
          </p15:clr>
        </p15:guide>
        <p15:guide id="39" pos="2678" userDrawn="1">
          <p15:clr>
            <a:srgbClr val="F26B43"/>
          </p15:clr>
        </p15:guide>
        <p15:guide id="40" pos="3173" userDrawn="1">
          <p15:clr>
            <a:srgbClr val="F26B43"/>
          </p15:clr>
        </p15:guide>
        <p15:guide id="41" pos="3288" userDrawn="1">
          <p15:clr>
            <a:srgbClr val="F26B43"/>
          </p15:clr>
        </p15:guide>
        <p15:guide id="42" pos="3782" userDrawn="1">
          <p15:clr>
            <a:srgbClr val="F26B43"/>
          </p15:clr>
        </p15:guide>
        <p15:guide id="43" pos="3897" userDrawn="1">
          <p15:clr>
            <a:srgbClr val="F26B43"/>
          </p15:clr>
        </p15:guide>
        <p15:guide id="44" pos="4392" userDrawn="1">
          <p15:clr>
            <a:srgbClr val="F26B43"/>
          </p15:clr>
        </p15:guide>
        <p15:guide id="45" pos="4506" userDrawn="1">
          <p15:clr>
            <a:srgbClr val="F26B43"/>
          </p15:clr>
        </p15:guide>
        <p15:guide id="46" pos="5001" userDrawn="1">
          <p15:clr>
            <a:srgbClr val="F26B43"/>
          </p15:clr>
        </p15:guide>
        <p15:guide id="47" pos="5115" userDrawn="1">
          <p15:clr>
            <a:srgbClr val="F26B43"/>
          </p15:clr>
        </p15:guide>
        <p15:guide id="48" pos="5610" userDrawn="1">
          <p15:clr>
            <a:srgbClr val="F26B43"/>
          </p15:clr>
        </p15:guide>
        <p15:guide id="49" pos="5725" userDrawn="1">
          <p15:clr>
            <a:srgbClr val="F26B43"/>
          </p15:clr>
        </p15:guide>
        <p15:guide id="50" pos="6220" userDrawn="1">
          <p15:clr>
            <a:srgbClr val="F26B43"/>
          </p15:clr>
        </p15:guide>
        <p15:guide id="51" pos="6334" userDrawn="1">
          <p15:clr>
            <a:srgbClr val="F26B43"/>
          </p15:clr>
        </p15:guide>
        <p15:guide id="52" pos="6829" userDrawn="1">
          <p15:clr>
            <a:srgbClr val="F26B43"/>
          </p15:clr>
        </p15:guide>
        <p15:guide id="53" pos="6943" userDrawn="1">
          <p15:clr>
            <a:srgbClr val="F26B43"/>
          </p15:clr>
        </p15:guide>
        <p15:guide id="54" pos="7438" userDrawn="1">
          <p15:clr>
            <a:srgbClr val="F26B43"/>
          </p15:clr>
        </p15:guide>
        <p15:guide id="55" pos="3840" userDrawn="1">
          <p15:clr>
            <a:srgbClr val="9FCC3B"/>
          </p15:clr>
        </p15:guide>
        <p15:guide id="56"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1.xml"/></Relationships>
</file>

<file path=ppt/slides/_rels/slide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7.xml"/></Relationships>
</file>

<file path=ppt/slides/_rels/slide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7.xml"/></Relationships>
</file>

<file path=ppt/slides/_rels/slide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9.xml"/></Relationships>
</file>

<file path=ppt/slides/_rels/slide14.xml.rels><?xml version="1.0" encoding="UTF-8" standalone="yes"?>
<Relationships xmlns="http://schemas.openxmlformats.org/package/2006/relationships"><Relationship Id="rId3" Type="http://schemas.openxmlformats.org/officeDocument/2006/relationships/hyperlink" Target="https://create.kahoot.it/details/7f34acb9-9268-46e1-8053-77340fa5a5c9" TargetMode="External"/><Relationship Id="rId2" Type="http://schemas.openxmlformats.org/officeDocument/2006/relationships/notesSlide" Target="../notesSlides/notesSlide14.xml"/><Relationship Id="rId1" Type="http://schemas.openxmlformats.org/officeDocument/2006/relationships/slideLayout" Target="../slideLayouts/slideLayout15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FF9645-10D3-4636-8E7B-FE1FF2991808}"/>
              </a:ext>
            </a:extLst>
          </p:cNvPr>
          <p:cNvSpPr>
            <a:spLocks noGrp="1"/>
          </p:cNvSpPr>
          <p:nvPr>
            <p:ph type="ctrTitle"/>
          </p:nvPr>
        </p:nvSpPr>
        <p:spPr>
          <a:xfrm>
            <a:off x="384784" y="2322726"/>
            <a:ext cx="7124053" cy="2431485"/>
          </a:xfrm>
        </p:spPr>
        <p:txBody>
          <a:bodyPr anchor="b">
            <a:normAutofit/>
          </a:bodyPr>
          <a:lstStyle/>
          <a:p>
            <a:r>
              <a:rPr lang="en-GB" sz="2200" dirty="0"/>
              <a:t>Software Developer</a:t>
            </a:r>
            <a:br>
              <a:rPr lang="en-GB" sz="2200" dirty="0"/>
            </a:br>
            <a:br>
              <a:rPr lang="en-GB" sz="2200" dirty="0"/>
            </a:br>
            <a:r>
              <a:rPr lang="en-GB" sz="2200" dirty="0"/>
              <a:t>Agile Software Development</a:t>
            </a:r>
            <a:br>
              <a:rPr lang="en-GB" sz="2200" dirty="0"/>
            </a:br>
            <a:br>
              <a:rPr lang="en-GB" sz="2200" dirty="0"/>
            </a:br>
            <a:r>
              <a:rPr lang="en-GB" sz="2200" dirty="0"/>
              <a:t>Configuration Management &amp; Version Control</a:t>
            </a:r>
            <a:br>
              <a:rPr lang="en-GB" sz="2200" dirty="0"/>
            </a:br>
            <a:endParaRPr lang="en-GB" sz="2200" dirty="0"/>
          </a:p>
        </p:txBody>
      </p:sp>
    </p:spTree>
    <p:extLst>
      <p:ext uri="{BB962C8B-B14F-4D97-AF65-F5344CB8AC3E}">
        <p14:creationId xmlns:p14="http://schemas.microsoft.com/office/powerpoint/2010/main" val="117794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B5DF360-4026-4711-A361-4B2B609759C9}"/>
              </a:ext>
            </a:extLst>
          </p:cNvPr>
          <p:cNvSpPr>
            <a:spLocks noGrp="1"/>
          </p:cNvSpPr>
          <p:nvPr>
            <p:ph type="body" sz="quarter" idx="12"/>
          </p:nvPr>
        </p:nvSpPr>
        <p:spPr>
          <a:xfrm>
            <a:off x="385650" y="1147572"/>
            <a:ext cx="6062284" cy="520262"/>
          </a:xfrm>
        </p:spPr>
        <p:txBody>
          <a:bodyPr vert="horz" lIns="0" tIns="0" rIns="0" bIns="0" rtlCol="0" anchor="t" anchorCtr="0">
            <a:normAutofit/>
          </a:bodyPr>
          <a:lstStyle/>
          <a:p>
            <a:pPr>
              <a:lnSpc>
                <a:spcPct val="90000"/>
              </a:lnSpc>
              <a:spcAft>
                <a:spcPts val="600"/>
              </a:spcAft>
            </a:pPr>
            <a:r>
              <a:rPr lang="en-US" b="0" i="0" kern="1200" cap="none" baseline="0" dirty="0">
                <a:latin typeface="Montserrat Black" panose="00000A00000000000000" pitchFamily="2" charset="0"/>
                <a:ea typeface="+mn-ea"/>
                <a:cs typeface="+mn-cs"/>
              </a:rPr>
              <a:t>Tools and techniques</a:t>
            </a:r>
          </a:p>
        </p:txBody>
      </p:sp>
      <p:sp>
        <p:nvSpPr>
          <p:cNvPr id="57" name="Slide Number Placeholder 3">
            <a:extLst>
              <a:ext uri="{FF2B5EF4-FFF2-40B4-BE49-F238E27FC236}">
                <a16:creationId xmlns:a16="http://schemas.microsoft.com/office/drawing/2014/main" id="{F9E18327-42AF-CBE4-64F4-BB79DBF4C63E}"/>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2</a:t>
            </a:fld>
            <a:endParaRPr lang="en-GB"/>
          </a:p>
        </p:txBody>
      </p:sp>
      <p:sp>
        <p:nvSpPr>
          <p:cNvPr id="51" name="TextBox 50">
            <a:extLst>
              <a:ext uri="{FF2B5EF4-FFF2-40B4-BE49-F238E27FC236}">
                <a16:creationId xmlns:a16="http://schemas.microsoft.com/office/drawing/2014/main" id="{52407114-6FC7-4EB8-BB6B-004F32EE9693}"/>
              </a:ext>
            </a:extLst>
          </p:cNvPr>
          <p:cNvSpPr txBox="1"/>
          <p:nvPr/>
        </p:nvSpPr>
        <p:spPr>
          <a:xfrm>
            <a:off x="373063" y="1892636"/>
            <a:ext cx="6143484" cy="2742864"/>
          </a:xfrm>
          <a:prstGeom prst="rect">
            <a:avLst/>
          </a:prstGeom>
        </p:spPr>
        <p:txBody>
          <a:bodyPr vert="horz" lIns="0" tIns="0" rIns="0" bIns="0" rtlCol="0" anchor="t" anchorCtr="0">
            <a:normAutofit/>
          </a:bodyPr>
          <a:lstStyle/>
          <a:p>
            <a:pPr marL="720000" lvl="1" indent="-360000">
              <a:spcAft>
                <a:spcPts val="651"/>
              </a:spcAft>
              <a:buClr>
                <a:schemeClr val="accent1"/>
              </a:buClr>
              <a:buFont typeface="Arial" panose="020B0604020202020204" pitchFamily="34" charset="0"/>
              <a:buChar char="§"/>
            </a:pPr>
            <a:r>
              <a:rPr lang="en-US" dirty="0">
                <a:latin typeface="Montserrat" pitchFamily="2" charset="77"/>
              </a:rPr>
              <a:t>Why we need / what is configuration management?</a:t>
            </a:r>
          </a:p>
          <a:p>
            <a:pPr marL="720000" lvl="1" indent="-360000">
              <a:spcAft>
                <a:spcPts val="651"/>
              </a:spcAft>
              <a:buClr>
                <a:schemeClr val="accent1"/>
              </a:buClr>
              <a:buFont typeface="Arial" panose="020B0604020202020204" pitchFamily="34" charset="0"/>
              <a:buChar char="§"/>
            </a:pPr>
            <a:r>
              <a:rPr lang="en-US" dirty="0">
                <a:latin typeface="Montserrat" pitchFamily="2" charset="77"/>
              </a:rPr>
              <a:t>What sort of software development artefacts might be controlled by configuration management?</a:t>
            </a:r>
          </a:p>
        </p:txBody>
      </p:sp>
      <p:pic>
        <p:nvPicPr>
          <p:cNvPr id="5" name="Picture 4" descr="Two people looking at a computer&#10;&#10;Description automatically generated with low confidence">
            <a:extLst>
              <a:ext uri="{FF2B5EF4-FFF2-40B4-BE49-F238E27FC236}">
                <a16:creationId xmlns:a16="http://schemas.microsoft.com/office/drawing/2014/main" id="{14FF3EDC-C064-4ACA-B8D7-F8803A3101DB}"/>
              </a:ext>
            </a:extLst>
          </p:cNvPr>
          <p:cNvPicPr>
            <a:picLocks noChangeAspect="1"/>
          </p:cNvPicPr>
          <p:nvPr/>
        </p:nvPicPr>
        <p:blipFill>
          <a:blip r:embed="rId3"/>
          <a:stretch>
            <a:fillRect/>
          </a:stretch>
        </p:blipFill>
        <p:spPr>
          <a:xfrm>
            <a:off x="7620000" y="0"/>
            <a:ext cx="4572000" cy="6858000"/>
          </a:xfrm>
          <a:prstGeom prst="rect">
            <a:avLst/>
          </a:prstGeom>
        </p:spPr>
      </p:pic>
    </p:spTree>
    <p:extLst>
      <p:ext uri="{BB962C8B-B14F-4D97-AF65-F5344CB8AC3E}">
        <p14:creationId xmlns:p14="http://schemas.microsoft.com/office/powerpoint/2010/main" val="1548060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7">
            <a:extLst>
              <a:ext uri="{FF2B5EF4-FFF2-40B4-BE49-F238E27FC236}">
                <a16:creationId xmlns:a16="http://schemas.microsoft.com/office/drawing/2014/main" id="{43422E89-05BC-4FF6-8B2F-08338F0520A4}"/>
              </a:ext>
            </a:extLst>
          </p:cNvPr>
          <p:cNvSpPr>
            <a:spLocks noGrp="1"/>
          </p:cNvSpPr>
          <p:nvPr>
            <p:ph type="title" idx="4294967295"/>
          </p:nvPr>
        </p:nvSpPr>
        <p:spPr>
          <a:xfrm>
            <a:off x="1349373" y="450850"/>
            <a:ext cx="10458450" cy="687388"/>
          </a:xfrm>
        </p:spPr>
        <p:txBody>
          <a:bodyPr/>
          <a:lstStyle/>
          <a:p>
            <a:r>
              <a:rPr lang="en-GB" dirty="0"/>
              <a:t>Why do we need configuration management?</a:t>
            </a:r>
          </a:p>
        </p:txBody>
      </p:sp>
      <p:sp>
        <p:nvSpPr>
          <p:cNvPr id="28" name="TextBox 27">
            <a:extLst>
              <a:ext uri="{FF2B5EF4-FFF2-40B4-BE49-F238E27FC236}">
                <a16:creationId xmlns:a16="http://schemas.microsoft.com/office/drawing/2014/main" id="{F4B78231-1424-4C13-888E-6766C9E17A9A}"/>
              </a:ext>
            </a:extLst>
          </p:cNvPr>
          <p:cNvSpPr txBox="1"/>
          <p:nvPr/>
        </p:nvSpPr>
        <p:spPr>
          <a:xfrm>
            <a:off x="1158391" y="1882835"/>
            <a:ext cx="9875217" cy="4524315"/>
          </a:xfrm>
          <a:prstGeom prst="rect">
            <a:avLst/>
          </a:prstGeom>
          <a:noFill/>
        </p:spPr>
        <p:txBody>
          <a:bodyPr wrap="square">
            <a:spAutoFit/>
          </a:bodyPr>
          <a:lstStyle/>
          <a:p>
            <a:r>
              <a:rPr lang="en-GB" b="1" dirty="0"/>
              <a:t>Understand system structure</a:t>
            </a:r>
          </a:p>
          <a:p>
            <a:pPr marL="742950" lvl="1" indent="-285750">
              <a:buFont typeface="Arial" panose="020B0604020202020204" pitchFamily="34" charset="0"/>
              <a:buChar char="•"/>
            </a:pPr>
            <a:r>
              <a:rPr lang="en-GB" dirty="0"/>
              <a:t>Ensure current design / build is known, good, and accurate.</a:t>
            </a:r>
          </a:p>
          <a:p>
            <a:pPr marL="742950" lvl="1" indent="-285750">
              <a:buFont typeface="Arial" panose="020B0604020202020204" pitchFamily="34" charset="0"/>
              <a:buChar char="•"/>
            </a:pPr>
            <a:r>
              <a:rPr lang="en-GB" dirty="0"/>
              <a:t>Not rely on tacit knowledge of team.</a:t>
            </a:r>
          </a:p>
          <a:p>
            <a:pPr marL="457200" lvl="1"/>
            <a:endParaRPr lang="en-GB" dirty="0"/>
          </a:p>
          <a:p>
            <a:r>
              <a:rPr lang="en-GB" b="1" dirty="0"/>
              <a:t>Accurate historical records</a:t>
            </a:r>
          </a:p>
          <a:p>
            <a:pPr marL="742950" lvl="1" indent="-285750">
              <a:buFont typeface="Arial" panose="020B0604020202020204" pitchFamily="34" charset="0"/>
              <a:buChar char="•"/>
            </a:pPr>
            <a:r>
              <a:rPr lang="en-GB" dirty="0"/>
              <a:t>Project management.</a:t>
            </a:r>
          </a:p>
          <a:p>
            <a:pPr marL="742950" lvl="1" indent="-285750">
              <a:buFont typeface="Arial" panose="020B0604020202020204" pitchFamily="34" charset="0"/>
              <a:buChar char="•"/>
            </a:pPr>
            <a:r>
              <a:rPr lang="en-GB" dirty="0"/>
              <a:t>Audit.</a:t>
            </a:r>
          </a:p>
          <a:p>
            <a:pPr marL="742950" lvl="1" indent="-285750">
              <a:buFont typeface="Arial" panose="020B0604020202020204" pitchFamily="34" charset="0"/>
              <a:buChar char="•"/>
            </a:pPr>
            <a:r>
              <a:rPr lang="en-GB" dirty="0"/>
              <a:t>Development and debugging – What changed / is causing faults?</a:t>
            </a:r>
          </a:p>
          <a:p>
            <a:pPr marL="457200" lvl="1"/>
            <a:endParaRPr lang="en-GB" dirty="0"/>
          </a:p>
          <a:p>
            <a:r>
              <a:rPr lang="en-GB" b="1" dirty="0"/>
              <a:t>Documentation</a:t>
            </a:r>
          </a:p>
          <a:p>
            <a:pPr marL="742950" lvl="1" indent="-285750">
              <a:buFont typeface="Arial" panose="020B0604020202020204" pitchFamily="34" charset="0"/>
              <a:buChar char="•"/>
            </a:pPr>
            <a:r>
              <a:rPr lang="en-GB" dirty="0"/>
              <a:t>Accurate requirements, designs, tests – consistent with actual system.</a:t>
            </a:r>
          </a:p>
          <a:p>
            <a:pPr marL="742950" lvl="1" indent="-285750">
              <a:buFont typeface="Arial" panose="020B0604020202020204" pitchFamily="34" charset="0"/>
              <a:buChar char="•"/>
            </a:pPr>
            <a:r>
              <a:rPr lang="en-GB" dirty="0"/>
              <a:t>Avoid reverse engineering.</a:t>
            </a:r>
          </a:p>
          <a:p>
            <a:pPr marL="457200" lvl="1"/>
            <a:endParaRPr lang="en-GB" dirty="0"/>
          </a:p>
          <a:p>
            <a:r>
              <a:rPr lang="en-GB" b="1" dirty="0"/>
              <a:t>An investment</a:t>
            </a:r>
          </a:p>
          <a:p>
            <a:pPr marL="742950" lvl="1" indent="-285750">
              <a:buFont typeface="Arial" panose="020B0604020202020204" pitchFamily="34" charset="0"/>
              <a:buChar char="•"/>
            </a:pPr>
            <a:r>
              <a:rPr lang="en-GB" dirty="0"/>
              <a:t>Reduce firefighting.</a:t>
            </a:r>
          </a:p>
          <a:p>
            <a:pPr marL="742950" lvl="1" indent="-285750">
              <a:buFont typeface="Arial" panose="020B0604020202020204" pitchFamily="34" charset="0"/>
              <a:buChar char="•"/>
            </a:pPr>
            <a:r>
              <a:rPr lang="en-GB" dirty="0"/>
              <a:t>Can have catastrophic consequences – NYSE.</a:t>
            </a:r>
          </a:p>
        </p:txBody>
      </p:sp>
    </p:spTree>
    <p:extLst>
      <p:ext uri="{BB962C8B-B14F-4D97-AF65-F5344CB8AC3E}">
        <p14:creationId xmlns:p14="http://schemas.microsoft.com/office/powerpoint/2010/main" val="3760681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FF4176-C96A-49AD-88F0-DDA0EDDF78C8}"/>
              </a:ext>
            </a:extLst>
          </p:cNvPr>
          <p:cNvSpPr>
            <a:spLocks noGrp="1"/>
          </p:cNvSpPr>
          <p:nvPr>
            <p:ph type="body" sz="quarter" idx="12"/>
          </p:nvPr>
        </p:nvSpPr>
        <p:spPr>
          <a:xfrm>
            <a:off x="1212111" y="378746"/>
            <a:ext cx="10595714" cy="520263"/>
          </a:xfrm>
        </p:spPr>
        <p:txBody>
          <a:bodyPr vert="horz" lIns="0" tIns="0" rIns="0" bIns="0" rtlCol="0" anchor="t" anchorCtr="0">
            <a:normAutofit/>
          </a:bodyPr>
          <a:lstStyle/>
          <a:p>
            <a:pPr>
              <a:lnSpc>
                <a:spcPct val="90000"/>
              </a:lnSpc>
              <a:spcAft>
                <a:spcPts val="600"/>
              </a:spcAft>
            </a:pPr>
            <a:r>
              <a:rPr lang="en-US" b="0" i="0" kern="1200" cap="none" baseline="0" dirty="0">
                <a:latin typeface="Montserrat Black" panose="00000A00000000000000" pitchFamily="2" charset="0"/>
                <a:ea typeface="+mn-ea"/>
                <a:cs typeface="+mn-cs"/>
              </a:rPr>
              <a:t>What is configuration </a:t>
            </a:r>
            <a:r>
              <a:rPr lang="en-US" dirty="0"/>
              <a:t>m</a:t>
            </a:r>
            <a:r>
              <a:rPr lang="en-US" b="0" i="0" kern="1200" cap="none" baseline="0" dirty="0">
                <a:latin typeface="Montserrat Black" panose="00000A00000000000000" pitchFamily="2" charset="0"/>
                <a:ea typeface="+mn-ea"/>
                <a:cs typeface="+mn-cs"/>
              </a:rPr>
              <a:t>anagement?</a:t>
            </a:r>
          </a:p>
        </p:txBody>
      </p:sp>
      <p:sp>
        <p:nvSpPr>
          <p:cNvPr id="8" name="TextBox 7">
            <a:extLst>
              <a:ext uri="{FF2B5EF4-FFF2-40B4-BE49-F238E27FC236}">
                <a16:creationId xmlns:a16="http://schemas.microsoft.com/office/drawing/2014/main" id="{A519076D-78CB-49D0-9D6F-E9B905436F06}"/>
              </a:ext>
            </a:extLst>
          </p:cNvPr>
          <p:cNvSpPr txBox="1"/>
          <p:nvPr/>
        </p:nvSpPr>
        <p:spPr>
          <a:xfrm>
            <a:off x="1212112" y="1363921"/>
            <a:ext cx="10361938" cy="5237751"/>
          </a:xfrm>
          <a:prstGeom prst="rect">
            <a:avLst/>
          </a:prstGeom>
        </p:spPr>
        <p:txBody>
          <a:bodyPr vert="horz" lIns="0" tIns="0" rIns="0" bIns="0" rtlCol="0" anchor="t" anchorCtr="0">
            <a:normAutofit/>
          </a:bodyPr>
          <a:lstStyle/>
          <a:p>
            <a:pPr>
              <a:spcAft>
                <a:spcPts val="651"/>
              </a:spcAft>
              <a:buFont typeface="Arial" panose="020B0604020202020204" pitchFamily="34" charset="0"/>
            </a:pPr>
            <a:r>
              <a:rPr lang="en-US" b="1" dirty="0">
                <a:latin typeface="Montserrat" pitchFamily="2" charset="77"/>
              </a:rPr>
              <a:t>Identify, track, and control software and related artefacts</a:t>
            </a:r>
            <a:r>
              <a:rPr lang="en-US" dirty="0">
                <a:latin typeface="Montserrat" pitchFamily="2" charset="77"/>
              </a:rPr>
              <a:t>:</a:t>
            </a:r>
          </a:p>
          <a:p>
            <a:pPr marL="742950" lvl="1" indent="-285750">
              <a:spcAft>
                <a:spcPts val="651"/>
              </a:spcAft>
              <a:buFont typeface="Arial" panose="020B0604020202020204" pitchFamily="34" charset="0"/>
              <a:buChar char="•"/>
            </a:pPr>
            <a:r>
              <a:rPr lang="en-US" dirty="0">
                <a:latin typeface="Montserrat" pitchFamily="2" charset="77"/>
              </a:rPr>
              <a:t>Design documents</a:t>
            </a:r>
          </a:p>
          <a:p>
            <a:pPr marL="742950" lvl="1" indent="-285750">
              <a:spcAft>
                <a:spcPts val="651"/>
              </a:spcAft>
              <a:buFont typeface="Arial" panose="020B0604020202020204" pitchFamily="34" charset="0"/>
              <a:buChar char="•"/>
            </a:pPr>
            <a:r>
              <a:rPr lang="en-US" dirty="0">
                <a:latin typeface="Montserrat" pitchFamily="2" charset="77"/>
              </a:rPr>
              <a:t>Software objects</a:t>
            </a:r>
          </a:p>
          <a:p>
            <a:pPr marL="742950" lvl="1" indent="-285750">
              <a:spcAft>
                <a:spcPts val="651"/>
              </a:spcAft>
              <a:buFont typeface="Arial" panose="020B0604020202020204" pitchFamily="34" charset="0"/>
              <a:buChar char="•"/>
            </a:pPr>
            <a:r>
              <a:rPr lang="en-US" dirty="0">
                <a:latin typeface="Montserrat" pitchFamily="2" charset="77"/>
              </a:rPr>
              <a:t>Program code</a:t>
            </a:r>
          </a:p>
          <a:p>
            <a:pPr marL="742950" lvl="1" indent="-285750">
              <a:spcAft>
                <a:spcPts val="651"/>
              </a:spcAft>
              <a:buFont typeface="Arial" panose="020B0604020202020204" pitchFamily="34" charset="0"/>
              <a:buChar char="•"/>
            </a:pPr>
            <a:r>
              <a:rPr lang="en-US" dirty="0">
                <a:latin typeface="Montserrat" pitchFamily="2" charset="77"/>
              </a:rPr>
              <a:t>Test data / output</a:t>
            </a:r>
          </a:p>
          <a:p>
            <a:pPr marL="742950" lvl="1" indent="-285750">
              <a:spcAft>
                <a:spcPts val="651"/>
              </a:spcAft>
              <a:buFont typeface="Arial" panose="020B0604020202020204" pitchFamily="34" charset="0"/>
              <a:buChar char="•"/>
            </a:pPr>
            <a:r>
              <a:rPr lang="en-US" dirty="0">
                <a:latin typeface="Montserrat" pitchFamily="2" charset="77"/>
              </a:rPr>
              <a:t>User manuals</a:t>
            </a:r>
          </a:p>
          <a:p>
            <a:pPr marL="360000" lvl="1">
              <a:spcAft>
                <a:spcPts val="651"/>
              </a:spcAft>
              <a:buFont typeface="Arial" panose="020B0604020202020204" pitchFamily="34" charset="0"/>
            </a:pPr>
            <a:r>
              <a:rPr lang="en-US" dirty="0">
                <a:latin typeface="Montserrat" pitchFamily="2" charset="77"/>
              </a:rPr>
              <a:t>Functional relationship between parts, sub-systems, and systems.</a:t>
            </a:r>
          </a:p>
          <a:p>
            <a:pPr>
              <a:spcAft>
                <a:spcPts val="651"/>
              </a:spcAft>
              <a:buFont typeface="Arial" panose="020B0604020202020204" pitchFamily="34" charset="0"/>
            </a:pPr>
            <a:endParaRPr lang="en-US" dirty="0">
              <a:latin typeface="Montserrat" pitchFamily="2" charset="77"/>
            </a:endParaRPr>
          </a:p>
          <a:p>
            <a:pPr>
              <a:spcAft>
                <a:spcPts val="651"/>
              </a:spcAft>
              <a:buFont typeface="Arial" panose="020B0604020202020204" pitchFamily="34" charset="0"/>
            </a:pPr>
            <a:r>
              <a:rPr lang="en-US" dirty="0">
                <a:latin typeface="Montserrat" pitchFamily="2" charset="77"/>
              </a:rPr>
              <a:t>IEEE defines it as:</a:t>
            </a:r>
          </a:p>
          <a:p>
            <a:pPr marL="360000" lvl="1" indent="0">
              <a:spcAft>
                <a:spcPts val="651"/>
              </a:spcAft>
              <a:buFont typeface="Arial" panose="020B0604020202020204" pitchFamily="34" charset="0"/>
              <a:buNone/>
            </a:pPr>
            <a:r>
              <a:rPr lang="en-US" dirty="0">
                <a:latin typeface="Montserrat" pitchFamily="2" charset="77"/>
              </a:rPr>
              <a:t>“The process of identifying and defining the items in the system, controlling the change of these items throughout their life cycle, recording and reporting the status of items and change requests, and verifying the completeness and correctness of items.”</a:t>
            </a:r>
          </a:p>
        </p:txBody>
      </p:sp>
      <p:sp>
        <p:nvSpPr>
          <p:cNvPr id="13" name="Slide Number Placeholder 3">
            <a:extLst>
              <a:ext uri="{FF2B5EF4-FFF2-40B4-BE49-F238E27FC236}">
                <a16:creationId xmlns:a16="http://schemas.microsoft.com/office/drawing/2014/main" id="{81C71269-1537-A061-DFE9-45D9D0500D84}"/>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4</a:t>
            </a:fld>
            <a:endParaRPr lang="en-GB"/>
          </a:p>
        </p:txBody>
      </p:sp>
    </p:spTree>
    <p:extLst>
      <p:ext uri="{BB962C8B-B14F-4D97-AF65-F5344CB8AC3E}">
        <p14:creationId xmlns:p14="http://schemas.microsoft.com/office/powerpoint/2010/main" val="2342803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837E1-8CAB-4D96-AC87-F50290351661}"/>
              </a:ext>
            </a:extLst>
          </p:cNvPr>
          <p:cNvSpPr>
            <a:spLocks noGrp="1"/>
          </p:cNvSpPr>
          <p:nvPr>
            <p:ph type="title" idx="4294967295"/>
          </p:nvPr>
        </p:nvSpPr>
        <p:spPr>
          <a:xfrm>
            <a:off x="1215024" y="300133"/>
            <a:ext cx="10584493" cy="687387"/>
          </a:xfrm>
        </p:spPr>
        <p:txBody>
          <a:bodyPr/>
          <a:lstStyle/>
          <a:p>
            <a:r>
              <a:rPr lang="en-GB" dirty="0"/>
              <a:t>Requirement management</a:t>
            </a:r>
          </a:p>
        </p:txBody>
      </p:sp>
      <p:sp>
        <p:nvSpPr>
          <p:cNvPr id="7" name="Text Placeholder 14">
            <a:extLst>
              <a:ext uri="{FF2B5EF4-FFF2-40B4-BE49-F238E27FC236}">
                <a16:creationId xmlns:a16="http://schemas.microsoft.com/office/drawing/2014/main" id="{B49DC77B-A96B-4035-8CF1-97F7F7028B1A}"/>
              </a:ext>
            </a:extLst>
          </p:cNvPr>
          <p:cNvSpPr>
            <a:spLocks noGrp="1"/>
          </p:cNvSpPr>
          <p:nvPr>
            <p:ph type="body" sz="quarter" idx="4294967295"/>
          </p:nvPr>
        </p:nvSpPr>
        <p:spPr>
          <a:xfrm>
            <a:off x="1215024" y="1254430"/>
            <a:ext cx="10231112" cy="3638550"/>
          </a:xfrm>
        </p:spPr>
        <p:txBody>
          <a:bodyPr/>
          <a:lstStyle/>
          <a:p>
            <a:r>
              <a:rPr lang="en-GB" b="1" dirty="0"/>
              <a:t>Set of processes and procedures to manage requirements throughout a project</a:t>
            </a:r>
            <a:r>
              <a:rPr lang="en-GB" dirty="0"/>
              <a:t>:</a:t>
            </a:r>
          </a:p>
          <a:p>
            <a:pPr lvl="1"/>
            <a:r>
              <a:rPr lang="en-GB" sz="1800" dirty="0"/>
              <a:t>Configuration management.</a:t>
            </a:r>
          </a:p>
          <a:p>
            <a:pPr lvl="2"/>
            <a:r>
              <a:rPr lang="en-GB" sz="1800" dirty="0"/>
              <a:t>Current status of requirements.</a:t>
            </a:r>
          </a:p>
          <a:p>
            <a:pPr lvl="2"/>
            <a:r>
              <a:rPr lang="en-GB" sz="1800" dirty="0"/>
              <a:t>Latest version – accurate documentation reflects true status.</a:t>
            </a:r>
          </a:p>
          <a:p>
            <a:pPr lvl="2"/>
            <a:r>
              <a:rPr lang="en-GB" sz="1800" dirty="0"/>
              <a:t>How they fit together.</a:t>
            </a:r>
          </a:p>
          <a:p>
            <a:pPr lvl="1"/>
            <a:r>
              <a:rPr lang="en-GB" sz="1800" dirty="0"/>
              <a:t>Change </a:t>
            </a:r>
            <a:r>
              <a:rPr lang="en-GB" dirty="0"/>
              <a:t>c</a:t>
            </a:r>
            <a:r>
              <a:rPr lang="en-GB" sz="1800" dirty="0"/>
              <a:t>ontrol.</a:t>
            </a:r>
          </a:p>
          <a:p>
            <a:pPr lvl="1"/>
            <a:r>
              <a:rPr lang="en-GB" sz="1800" dirty="0"/>
              <a:t>Traceability</a:t>
            </a:r>
            <a:r>
              <a:rPr lang="en-GB" dirty="0"/>
              <a:t> f</a:t>
            </a:r>
            <a:r>
              <a:rPr lang="en-GB" sz="1800" dirty="0"/>
              <a:t>rom source to system and back.</a:t>
            </a:r>
          </a:p>
          <a:p>
            <a:pPr marL="285750" indent="-285750">
              <a:buFont typeface="Arial" panose="020B0604020202020204" pitchFamily="34" charset="0"/>
              <a:buChar char="•"/>
            </a:pPr>
            <a:endParaRPr lang="en-GB" b="0" dirty="0">
              <a:latin typeface="+mn-lt"/>
            </a:endParaRPr>
          </a:p>
        </p:txBody>
      </p:sp>
      <p:grpSp>
        <p:nvGrpSpPr>
          <p:cNvPr id="23" name="Group 22">
            <a:extLst>
              <a:ext uri="{FF2B5EF4-FFF2-40B4-BE49-F238E27FC236}">
                <a16:creationId xmlns:a16="http://schemas.microsoft.com/office/drawing/2014/main" id="{075020F1-8031-4B5C-BF7F-3BC373B018E8}"/>
              </a:ext>
            </a:extLst>
          </p:cNvPr>
          <p:cNvGrpSpPr/>
          <p:nvPr/>
        </p:nvGrpSpPr>
        <p:grpSpPr>
          <a:xfrm>
            <a:off x="1215023" y="4075185"/>
            <a:ext cx="9491663" cy="1800000"/>
            <a:chOff x="1080000" y="4680000"/>
            <a:chExt cx="7200000" cy="1800000"/>
          </a:xfrm>
        </p:grpSpPr>
        <p:sp>
          <p:nvSpPr>
            <p:cNvPr id="24" name="Folded Corner 3">
              <a:extLst>
                <a:ext uri="{FF2B5EF4-FFF2-40B4-BE49-F238E27FC236}">
                  <a16:creationId xmlns:a16="http://schemas.microsoft.com/office/drawing/2014/main" id="{54E8C6B4-D0F5-4C8E-ABC9-AAD861C12A05}"/>
                </a:ext>
              </a:extLst>
            </p:cNvPr>
            <p:cNvSpPr>
              <a:spLocks noChangeAspect="1"/>
            </p:cNvSpPr>
            <p:nvPr/>
          </p:nvSpPr>
          <p:spPr>
            <a:xfrm>
              <a:off x="1080000" y="4680000"/>
              <a:ext cx="1800000" cy="1800000"/>
            </a:xfrm>
            <a:prstGeom prst="foldedCorner">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dirty="0">
                  <a:ln w="0"/>
                  <a:solidFill>
                    <a:schemeClr val="tx1"/>
                  </a:solidFill>
                  <a:effectLst>
                    <a:outerShdw blurRad="38100" dist="19050" dir="2700000" algn="tl" rotWithShape="0">
                      <a:schemeClr val="dk1">
                        <a:alpha val="40000"/>
                      </a:schemeClr>
                    </a:outerShdw>
                  </a:effectLst>
                  <a:cs typeface="Arial" panose="020B0604020202020204" pitchFamily="34" charset="0"/>
                </a:rPr>
                <a:t>Source document</a:t>
              </a:r>
            </a:p>
          </p:txBody>
        </p:sp>
        <p:sp>
          <p:nvSpPr>
            <p:cNvPr id="25" name="Folded Corner 4">
              <a:extLst>
                <a:ext uri="{FF2B5EF4-FFF2-40B4-BE49-F238E27FC236}">
                  <a16:creationId xmlns:a16="http://schemas.microsoft.com/office/drawing/2014/main" id="{C64F53BF-2C56-4952-8721-72FC6709C563}"/>
                </a:ext>
              </a:extLst>
            </p:cNvPr>
            <p:cNvSpPr>
              <a:spLocks noChangeAspect="1"/>
            </p:cNvSpPr>
            <p:nvPr/>
          </p:nvSpPr>
          <p:spPr>
            <a:xfrm>
              <a:off x="3780000" y="4680000"/>
              <a:ext cx="1800000" cy="1800000"/>
            </a:xfrm>
            <a:prstGeom prst="foldedCorner">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dirty="0">
                  <a:ln w="0"/>
                  <a:solidFill>
                    <a:schemeClr val="tx1"/>
                  </a:solidFill>
                  <a:effectLst>
                    <a:outerShdw blurRad="38100" dist="19050" dir="2700000" algn="tl" rotWithShape="0">
                      <a:schemeClr val="dk1">
                        <a:alpha val="40000"/>
                      </a:schemeClr>
                    </a:outerShdw>
                  </a:effectLst>
                  <a:cs typeface="Arial" panose="020B0604020202020204" pitchFamily="34" charset="0"/>
                </a:rPr>
                <a:t>Requirements</a:t>
              </a:r>
            </a:p>
            <a:p>
              <a:pPr algn="ctr" fontAlgn="auto">
                <a:spcBef>
                  <a:spcPts val="0"/>
                </a:spcBef>
                <a:spcAft>
                  <a:spcPts val="0"/>
                </a:spcAft>
                <a:buClr>
                  <a:srgbClr val="B8CCE4"/>
                </a:buClr>
              </a:pPr>
              <a:r>
                <a:rPr lang="en-GB" sz="2000" dirty="0">
                  <a:ln w="0"/>
                  <a:solidFill>
                    <a:schemeClr val="tx1"/>
                  </a:solidFill>
                  <a:effectLst>
                    <a:outerShdw blurRad="38100" dist="19050" dir="2700000" algn="tl" rotWithShape="0">
                      <a:schemeClr val="dk1">
                        <a:alpha val="40000"/>
                      </a:schemeClr>
                    </a:outerShdw>
                  </a:effectLst>
                  <a:cs typeface="Arial" panose="020B0604020202020204" pitchFamily="34" charset="0"/>
                </a:rPr>
                <a:t>document</a:t>
              </a:r>
            </a:p>
          </p:txBody>
        </p:sp>
        <p:sp>
          <p:nvSpPr>
            <p:cNvPr id="26" name="Flowchart: Process 25">
              <a:extLst>
                <a:ext uri="{FF2B5EF4-FFF2-40B4-BE49-F238E27FC236}">
                  <a16:creationId xmlns:a16="http://schemas.microsoft.com/office/drawing/2014/main" id="{01B307AB-A866-4098-AA0C-DF0144C5E462}"/>
                </a:ext>
              </a:extLst>
            </p:cNvPr>
            <p:cNvSpPr>
              <a:spLocks/>
            </p:cNvSpPr>
            <p:nvPr/>
          </p:nvSpPr>
          <p:spPr>
            <a:xfrm>
              <a:off x="6480000" y="4680000"/>
              <a:ext cx="1800000" cy="1800000"/>
            </a:xfrm>
            <a:prstGeom prst="flowChart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dirty="0">
                  <a:ln w="0"/>
                  <a:solidFill>
                    <a:schemeClr val="tx1"/>
                  </a:solidFill>
                  <a:effectLst>
                    <a:outerShdw blurRad="38100" dist="19050" dir="2700000" algn="tl" rotWithShape="0">
                      <a:schemeClr val="dk1">
                        <a:alpha val="40000"/>
                      </a:schemeClr>
                    </a:outerShdw>
                  </a:effectLst>
                  <a:cs typeface="Arial" panose="020B0604020202020204" pitchFamily="34" charset="0"/>
                </a:rPr>
                <a:t>Delivered system</a:t>
              </a:r>
            </a:p>
          </p:txBody>
        </p:sp>
        <p:sp>
          <p:nvSpPr>
            <p:cNvPr id="27" name="Right Arrow 8">
              <a:extLst>
                <a:ext uri="{FF2B5EF4-FFF2-40B4-BE49-F238E27FC236}">
                  <a16:creationId xmlns:a16="http://schemas.microsoft.com/office/drawing/2014/main" id="{0D5D1F74-6D58-41B4-AD8F-25807F96C1A9}"/>
                </a:ext>
              </a:extLst>
            </p:cNvPr>
            <p:cNvSpPr/>
            <p:nvPr/>
          </p:nvSpPr>
          <p:spPr>
            <a:xfrm>
              <a:off x="5580000" y="5040000"/>
              <a:ext cx="900000" cy="180000"/>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endParaRPr lang="en-GB" sz="2000" b="1" dirty="0">
                <a:solidFill>
                  <a:schemeClr val="bg1">
                    <a:lumMod val="50000"/>
                  </a:schemeClr>
                </a:solidFill>
                <a:cs typeface="Courier New" pitchFamily="49" charset="0"/>
              </a:endParaRPr>
            </a:p>
          </p:txBody>
        </p:sp>
        <p:sp>
          <p:nvSpPr>
            <p:cNvPr id="28" name="Right Arrow 9">
              <a:extLst>
                <a:ext uri="{FF2B5EF4-FFF2-40B4-BE49-F238E27FC236}">
                  <a16:creationId xmlns:a16="http://schemas.microsoft.com/office/drawing/2014/main" id="{BDE628BD-7271-470B-87BE-833839DFB5F0}"/>
                </a:ext>
              </a:extLst>
            </p:cNvPr>
            <p:cNvSpPr/>
            <p:nvPr/>
          </p:nvSpPr>
          <p:spPr>
            <a:xfrm flipH="1">
              <a:off x="2880000" y="5580000"/>
              <a:ext cx="900000" cy="180000"/>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endParaRPr lang="en-GB" sz="2000" b="1" dirty="0">
                <a:solidFill>
                  <a:schemeClr val="bg1">
                    <a:lumMod val="50000"/>
                  </a:schemeClr>
                </a:solidFill>
                <a:cs typeface="Courier New" pitchFamily="49" charset="0"/>
              </a:endParaRPr>
            </a:p>
          </p:txBody>
        </p:sp>
        <p:sp>
          <p:nvSpPr>
            <p:cNvPr id="29" name="Right Arrow 10">
              <a:extLst>
                <a:ext uri="{FF2B5EF4-FFF2-40B4-BE49-F238E27FC236}">
                  <a16:creationId xmlns:a16="http://schemas.microsoft.com/office/drawing/2014/main" id="{FB08C414-8AD0-4A7D-B70F-97D4173FB243}"/>
                </a:ext>
              </a:extLst>
            </p:cNvPr>
            <p:cNvSpPr/>
            <p:nvPr/>
          </p:nvSpPr>
          <p:spPr>
            <a:xfrm flipH="1">
              <a:off x="5580000" y="5580000"/>
              <a:ext cx="900000" cy="180000"/>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endParaRPr lang="en-GB" sz="2000" b="1" dirty="0">
                <a:solidFill>
                  <a:schemeClr val="bg1">
                    <a:lumMod val="50000"/>
                  </a:schemeClr>
                </a:solidFill>
                <a:cs typeface="Courier New" pitchFamily="49" charset="0"/>
              </a:endParaRPr>
            </a:p>
          </p:txBody>
        </p:sp>
        <p:sp>
          <p:nvSpPr>
            <p:cNvPr id="30" name="Right Arrow 11">
              <a:extLst>
                <a:ext uri="{FF2B5EF4-FFF2-40B4-BE49-F238E27FC236}">
                  <a16:creationId xmlns:a16="http://schemas.microsoft.com/office/drawing/2014/main" id="{D97E87B3-89B9-463D-AB80-D126B570707F}"/>
                </a:ext>
              </a:extLst>
            </p:cNvPr>
            <p:cNvSpPr/>
            <p:nvPr/>
          </p:nvSpPr>
          <p:spPr>
            <a:xfrm>
              <a:off x="2880000" y="5040000"/>
              <a:ext cx="900000" cy="180000"/>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endParaRPr lang="en-GB" sz="2000" b="1" dirty="0">
                <a:solidFill>
                  <a:schemeClr val="bg1">
                    <a:lumMod val="50000"/>
                  </a:schemeClr>
                </a:solidFill>
                <a:cs typeface="Courier New" pitchFamily="49" charset="0"/>
              </a:endParaRPr>
            </a:p>
          </p:txBody>
        </p:sp>
        <p:sp>
          <p:nvSpPr>
            <p:cNvPr id="31" name="TextBox 30">
              <a:extLst>
                <a:ext uri="{FF2B5EF4-FFF2-40B4-BE49-F238E27FC236}">
                  <a16:creationId xmlns:a16="http://schemas.microsoft.com/office/drawing/2014/main" id="{30956BDD-1BE7-4F48-8435-A1E268609B9D}"/>
                </a:ext>
              </a:extLst>
            </p:cNvPr>
            <p:cNvSpPr txBox="1"/>
            <p:nvPr/>
          </p:nvSpPr>
          <p:spPr>
            <a:xfrm>
              <a:off x="2880000" y="4788000"/>
              <a:ext cx="900000" cy="323165"/>
            </a:xfrm>
            <a:prstGeom prst="rect">
              <a:avLst/>
            </a:prstGeom>
            <a:noFill/>
          </p:spPr>
          <p:txBody>
            <a:bodyPr wrap="square" rtlCol="0">
              <a:spAutoFit/>
            </a:bodyPr>
            <a:lstStyle/>
            <a:p>
              <a:pPr algn="ctr"/>
              <a:r>
                <a:rPr lang="en-GB" sz="1500" b="1" i="1" dirty="0">
                  <a:cs typeface="Arial" panose="020B0604020202020204" pitchFamily="34" charset="0"/>
                </a:rPr>
                <a:t>Forwards</a:t>
              </a:r>
            </a:p>
          </p:txBody>
        </p:sp>
        <p:sp>
          <p:nvSpPr>
            <p:cNvPr id="32" name="TextBox 31">
              <a:extLst>
                <a:ext uri="{FF2B5EF4-FFF2-40B4-BE49-F238E27FC236}">
                  <a16:creationId xmlns:a16="http://schemas.microsoft.com/office/drawing/2014/main" id="{D5DAE9F0-8D6A-41D1-A1B6-04C51D0C1579}"/>
                </a:ext>
              </a:extLst>
            </p:cNvPr>
            <p:cNvSpPr txBox="1"/>
            <p:nvPr/>
          </p:nvSpPr>
          <p:spPr>
            <a:xfrm>
              <a:off x="5580000" y="4788000"/>
              <a:ext cx="900000" cy="323165"/>
            </a:xfrm>
            <a:prstGeom prst="rect">
              <a:avLst/>
            </a:prstGeom>
            <a:noFill/>
          </p:spPr>
          <p:txBody>
            <a:bodyPr wrap="square" rtlCol="0">
              <a:spAutoFit/>
            </a:bodyPr>
            <a:lstStyle/>
            <a:p>
              <a:pPr algn="ctr"/>
              <a:r>
                <a:rPr lang="en-GB" sz="1500" b="1" i="1" dirty="0">
                  <a:cs typeface="Arial" panose="020B0604020202020204" pitchFamily="34" charset="0"/>
                </a:rPr>
                <a:t>Forwards</a:t>
              </a:r>
            </a:p>
          </p:txBody>
        </p:sp>
        <p:sp>
          <p:nvSpPr>
            <p:cNvPr id="33" name="TextBox 32">
              <a:extLst>
                <a:ext uri="{FF2B5EF4-FFF2-40B4-BE49-F238E27FC236}">
                  <a16:creationId xmlns:a16="http://schemas.microsoft.com/office/drawing/2014/main" id="{33C9C4F3-37EE-43F5-8FBD-AF3552334D78}"/>
                </a:ext>
              </a:extLst>
            </p:cNvPr>
            <p:cNvSpPr txBox="1"/>
            <p:nvPr/>
          </p:nvSpPr>
          <p:spPr>
            <a:xfrm>
              <a:off x="2837825" y="5759999"/>
              <a:ext cx="989684" cy="307777"/>
            </a:xfrm>
            <a:prstGeom prst="rect">
              <a:avLst/>
            </a:prstGeom>
            <a:noFill/>
          </p:spPr>
          <p:txBody>
            <a:bodyPr wrap="square" rtlCol="0">
              <a:spAutoFit/>
            </a:bodyPr>
            <a:lstStyle/>
            <a:p>
              <a:pPr algn="ctr"/>
              <a:r>
                <a:rPr lang="en-GB" sz="1400" b="1" i="1" dirty="0">
                  <a:cs typeface="Arial" panose="020B0604020202020204" pitchFamily="34" charset="0"/>
                </a:rPr>
                <a:t>Backwards</a:t>
              </a:r>
            </a:p>
          </p:txBody>
        </p:sp>
        <p:sp>
          <p:nvSpPr>
            <p:cNvPr id="34" name="TextBox 33">
              <a:extLst>
                <a:ext uri="{FF2B5EF4-FFF2-40B4-BE49-F238E27FC236}">
                  <a16:creationId xmlns:a16="http://schemas.microsoft.com/office/drawing/2014/main" id="{4B6F2F1C-7C14-4FFD-845D-AD458CB47542}"/>
                </a:ext>
              </a:extLst>
            </p:cNvPr>
            <p:cNvSpPr txBox="1"/>
            <p:nvPr/>
          </p:nvSpPr>
          <p:spPr>
            <a:xfrm>
              <a:off x="5547328" y="5759999"/>
              <a:ext cx="989684" cy="315471"/>
            </a:xfrm>
            <a:prstGeom prst="rect">
              <a:avLst/>
            </a:prstGeom>
            <a:noFill/>
          </p:spPr>
          <p:txBody>
            <a:bodyPr wrap="square" rtlCol="0">
              <a:spAutoFit/>
            </a:bodyPr>
            <a:lstStyle/>
            <a:p>
              <a:pPr algn="ctr"/>
              <a:r>
                <a:rPr lang="en-GB" sz="1450" b="1" i="1" dirty="0">
                  <a:cs typeface="Arial" panose="020B0604020202020204" pitchFamily="34" charset="0"/>
                </a:rPr>
                <a:t>Backwards</a:t>
              </a:r>
            </a:p>
          </p:txBody>
        </p:sp>
      </p:grpSp>
    </p:spTree>
    <p:extLst>
      <p:ext uri="{BB962C8B-B14F-4D97-AF65-F5344CB8AC3E}">
        <p14:creationId xmlns:p14="http://schemas.microsoft.com/office/powerpoint/2010/main" val="1966319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Computer script on a screen">
            <a:extLst>
              <a:ext uri="{FF2B5EF4-FFF2-40B4-BE49-F238E27FC236}">
                <a16:creationId xmlns:a16="http://schemas.microsoft.com/office/drawing/2014/main" id="{C95227FD-894A-D9A3-7256-97CA8A28FB68}"/>
              </a:ext>
            </a:extLst>
          </p:cNvPr>
          <p:cNvPicPr>
            <a:picLocks noChangeAspect="1"/>
          </p:cNvPicPr>
          <p:nvPr/>
        </p:nvPicPr>
        <p:blipFill rotWithShape="1">
          <a:blip r:embed="rId3"/>
          <a:srcRect l="4690" r="44463" b="-1"/>
          <a:stretch/>
        </p:blipFill>
        <p:spPr>
          <a:xfrm>
            <a:off x="6967959" y="10"/>
            <a:ext cx="5224040" cy="6857989"/>
          </a:xfrm>
          <a:prstGeom prst="rect">
            <a:avLst/>
          </a:prstGeom>
          <a:noFill/>
        </p:spPr>
      </p:pic>
      <p:sp>
        <p:nvSpPr>
          <p:cNvPr id="2" name="Title 1">
            <a:extLst>
              <a:ext uri="{FF2B5EF4-FFF2-40B4-BE49-F238E27FC236}">
                <a16:creationId xmlns:a16="http://schemas.microsoft.com/office/drawing/2014/main" id="{99369EDD-73E0-4120-A384-45A6E5B47159}"/>
              </a:ext>
            </a:extLst>
          </p:cNvPr>
          <p:cNvSpPr>
            <a:spLocks noGrp="1"/>
          </p:cNvSpPr>
          <p:nvPr>
            <p:ph type="body" sz="quarter" idx="12"/>
          </p:nvPr>
        </p:nvSpPr>
        <p:spPr>
          <a:xfrm>
            <a:off x="385650" y="1147572"/>
            <a:ext cx="6062284" cy="520262"/>
          </a:xfrm>
        </p:spPr>
        <p:txBody>
          <a:bodyPr anchor="t">
            <a:normAutofit/>
          </a:bodyPr>
          <a:lstStyle/>
          <a:p>
            <a:pPr>
              <a:lnSpc>
                <a:spcPct val="90000"/>
              </a:lnSpc>
              <a:spcAft>
                <a:spcPts val="600"/>
              </a:spcAft>
            </a:pPr>
            <a:r>
              <a:rPr lang="en-GB" dirty="0"/>
              <a:t>Code</a:t>
            </a:r>
            <a:endParaRPr lang="en-GB"/>
          </a:p>
        </p:txBody>
      </p:sp>
      <p:sp>
        <p:nvSpPr>
          <p:cNvPr id="8" name="Slide Number Placeholder 3">
            <a:extLst>
              <a:ext uri="{FF2B5EF4-FFF2-40B4-BE49-F238E27FC236}">
                <a16:creationId xmlns:a16="http://schemas.microsoft.com/office/drawing/2014/main" id="{0E55AD80-1B28-A7CB-D897-024D8DAC5D97}"/>
              </a:ext>
            </a:extLst>
          </p:cNvPr>
          <p:cNvSpPr>
            <a:spLocks noGrp="1"/>
          </p:cNvSpPr>
          <p:nvPr>
            <p:ph type="sldNum" sz="quarter" idx="4"/>
          </p:nvPr>
        </p:nvSpPr>
        <p:spPr>
          <a:xfrm>
            <a:off x="11256421" y="6511672"/>
            <a:ext cx="785483" cy="180000"/>
          </a:xfrm>
        </p:spPr>
        <p:txBody>
          <a:bodyPr anchor="b">
            <a:normAutofit/>
          </a:bodyPr>
          <a:lstStyle/>
          <a:p>
            <a:pPr>
              <a:spcAft>
                <a:spcPts val="600"/>
              </a:spcAft>
            </a:pPr>
            <a:fld id="{EF892D59-8F09-EF4B-AD6D-DA609442F868}" type="slidenum">
              <a:rPr lang="en-GB" smtClean="0"/>
              <a:pPr>
                <a:spcAft>
                  <a:spcPts val="600"/>
                </a:spcAft>
              </a:pPr>
              <a:t>6</a:t>
            </a:fld>
            <a:endParaRPr lang="en-GB"/>
          </a:p>
        </p:txBody>
      </p:sp>
      <p:sp>
        <p:nvSpPr>
          <p:cNvPr id="3" name="Text Placeholder 2">
            <a:extLst>
              <a:ext uri="{FF2B5EF4-FFF2-40B4-BE49-F238E27FC236}">
                <a16:creationId xmlns:a16="http://schemas.microsoft.com/office/drawing/2014/main" id="{2643569C-EC6C-42CD-BD8F-5E289A630692}"/>
              </a:ext>
            </a:extLst>
          </p:cNvPr>
          <p:cNvSpPr>
            <a:spLocks noGrp="1"/>
          </p:cNvSpPr>
          <p:nvPr>
            <p:ph type="body" sz="quarter" idx="11"/>
          </p:nvPr>
        </p:nvSpPr>
        <p:spPr>
          <a:xfrm>
            <a:off x="373063" y="1892636"/>
            <a:ext cx="6143484" cy="2742864"/>
          </a:xfrm>
        </p:spPr>
        <p:txBody>
          <a:bodyPr anchor="t">
            <a:normAutofit/>
          </a:bodyPr>
          <a:lstStyle/>
          <a:p>
            <a:r>
              <a:rPr lang="en-GB" b="1" dirty="0"/>
              <a:t>Software configuration management</a:t>
            </a:r>
            <a:r>
              <a:rPr lang="en-GB" dirty="0"/>
              <a:t>:</a:t>
            </a:r>
          </a:p>
          <a:p>
            <a:pPr lvl="1"/>
            <a:r>
              <a:rPr lang="en-GB" dirty="0"/>
              <a:t>Standard processes and techniques.</a:t>
            </a:r>
          </a:p>
          <a:p>
            <a:pPr lvl="1"/>
            <a:r>
              <a:rPr lang="en-GB" dirty="0"/>
              <a:t>Manage changes to software products.</a:t>
            </a:r>
          </a:p>
          <a:p>
            <a:pPr lvl="1"/>
            <a:r>
              <a:rPr lang="en-GB" dirty="0"/>
              <a:t>Identify individual elements and configurations.</a:t>
            </a:r>
          </a:p>
          <a:p>
            <a:pPr lvl="1"/>
            <a:r>
              <a:rPr lang="en-GB" dirty="0"/>
              <a:t>Track changes.</a:t>
            </a:r>
          </a:p>
          <a:p>
            <a:pPr lvl="1"/>
            <a:r>
              <a:rPr lang="en-GB" dirty="0"/>
              <a:t>Version control and baseline.</a:t>
            </a:r>
          </a:p>
          <a:p>
            <a:endParaRPr lang="en-GB" dirty="0"/>
          </a:p>
        </p:txBody>
      </p:sp>
    </p:spTree>
    <p:extLst>
      <p:ext uri="{BB962C8B-B14F-4D97-AF65-F5344CB8AC3E}">
        <p14:creationId xmlns:p14="http://schemas.microsoft.com/office/powerpoint/2010/main" val="2191132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0E67D-034C-47C4-8FC8-E20471486D47}"/>
              </a:ext>
            </a:extLst>
          </p:cNvPr>
          <p:cNvSpPr>
            <a:spLocks noGrp="1"/>
          </p:cNvSpPr>
          <p:nvPr>
            <p:ph type="title" idx="4294967295"/>
          </p:nvPr>
        </p:nvSpPr>
        <p:spPr>
          <a:xfrm>
            <a:off x="1231900" y="450850"/>
            <a:ext cx="10960100" cy="687388"/>
          </a:xfrm>
        </p:spPr>
        <p:txBody>
          <a:bodyPr/>
          <a:lstStyle/>
          <a:p>
            <a:r>
              <a:rPr lang="en-GB" dirty="0"/>
              <a:t>Test scripts</a:t>
            </a:r>
          </a:p>
        </p:txBody>
      </p:sp>
      <p:sp>
        <p:nvSpPr>
          <p:cNvPr id="28" name="TextBox 27">
            <a:extLst>
              <a:ext uri="{FF2B5EF4-FFF2-40B4-BE49-F238E27FC236}">
                <a16:creationId xmlns:a16="http://schemas.microsoft.com/office/drawing/2014/main" id="{F033C414-69CE-4974-9A3A-7AE8561EF2DE}"/>
              </a:ext>
            </a:extLst>
          </p:cNvPr>
          <p:cNvSpPr txBox="1"/>
          <p:nvPr/>
        </p:nvSpPr>
        <p:spPr>
          <a:xfrm>
            <a:off x="1073426" y="1582340"/>
            <a:ext cx="9130748" cy="4616007"/>
          </a:xfrm>
          <a:prstGeom prst="rect">
            <a:avLst/>
          </a:prstGeom>
          <a:noFill/>
        </p:spPr>
        <p:txBody>
          <a:bodyPr wrap="square">
            <a:spAutoFit/>
          </a:bodyPr>
          <a:lstStyle/>
          <a:p>
            <a:pPr>
              <a:lnSpc>
                <a:spcPct val="150000"/>
              </a:lnSpc>
            </a:pPr>
            <a:r>
              <a:rPr lang="en-GB" b="1" dirty="0"/>
              <a:t>Configuration management allows testers to</a:t>
            </a:r>
            <a:r>
              <a:rPr lang="en-GB" dirty="0"/>
              <a:t>:</a:t>
            </a:r>
            <a:endParaRPr lang="en-GB" b="1" dirty="0"/>
          </a:p>
          <a:p>
            <a:pPr marL="742950" lvl="1" indent="-285750">
              <a:lnSpc>
                <a:spcPct val="150000"/>
              </a:lnSpc>
              <a:buFont typeface="Arial" panose="020B0604020202020204" pitchFamily="34" charset="0"/>
              <a:buChar char="•"/>
            </a:pPr>
            <a:r>
              <a:rPr lang="en-GB" b="1" dirty="0"/>
              <a:t>Manage </a:t>
            </a:r>
            <a:r>
              <a:rPr lang="en-GB" b="1" dirty="0" err="1"/>
              <a:t>testware</a:t>
            </a:r>
            <a:r>
              <a:rPr lang="en-GB" b="1" dirty="0"/>
              <a:t> and test results.</a:t>
            </a:r>
          </a:p>
          <a:p>
            <a:pPr marL="742950" lvl="1" indent="-285750">
              <a:lnSpc>
                <a:spcPct val="150000"/>
              </a:lnSpc>
              <a:buFont typeface="Arial" panose="020B0604020202020204" pitchFamily="34" charset="0"/>
              <a:buChar char="•"/>
            </a:pPr>
            <a:r>
              <a:rPr lang="en-GB" b="1" dirty="0"/>
              <a:t>support the build process:</a:t>
            </a:r>
          </a:p>
          <a:p>
            <a:pPr marL="1200150" lvl="2" indent="-285750">
              <a:lnSpc>
                <a:spcPct val="150000"/>
              </a:lnSpc>
              <a:buFont typeface="Arial" panose="020B0604020202020204" pitchFamily="34" charset="0"/>
              <a:buChar char="•"/>
            </a:pPr>
            <a:r>
              <a:rPr lang="en-GB" dirty="0"/>
              <a:t>Deliver test release to test environment.</a:t>
            </a:r>
          </a:p>
          <a:p>
            <a:pPr marL="1200150" lvl="2" indent="-285750">
              <a:lnSpc>
                <a:spcPct val="150000"/>
              </a:lnSpc>
              <a:buFont typeface="Arial" panose="020B0604020202020204" pitchFamily="34" charset="0"/>
              <a:buChar char="•"/>
            </a:pPr>
            <a:r>
              <a:rPr lang="en-GB" dirty="0"/>
              <a:t>Critical to have a solid, reliable way of delivering test items that work and are the proper version.</a:t>
            </a:r>
          </a:p>
          <a:p>
            <a:pPr marL="742950" lvl="1" indent="-285750">
              <a:lnSpc>
                <a:spcPct val="150000"/>
              </a:lnSpc>
              <a:buFont typeface="Arial" panose="020B0604020202020204" pitchFamily="34" charset="0"/>
              <a:buChar char="•"/>
            </a:pPr>
            <a:r>
              <a:rPr lang="en-GB" b="1" dirty="0"/>
              <a:t>keep a record of what is being tested</a:t>
            </a:r>
            <a:r>
              <a:rPr lang="en-GB" dirty="0"/>
              <a:t>:</a:t>
            </a:r>
          </a:p>
          <a:p>
            <a:pPr marL="1200150" lvl="2" indent="-285750">
              <a:lnSpc>
                <a:spcPct val="150000"/>
              </a:lnSpc>
              <a:buFont typeface="Arial" panose="020B0604020202020204" pitchFamily="34" charset="0"/>
              <a:buChar char="•"/>
            </a:pPr>
            <a:r>
              <a:rPr lang="en-GB" dirty="0"/>
              <a:t>Underlying files and components.</a:t>
            </a:r>
          </a:p>
          <a:p>
            <a:pPr marL="1200150" lvl="2" indent="-285750">
              <a:lnSpc>
                <a:spcPct val="150000"/>
              </a:lnSpc>
              <a:buFont typeface="Arial" panose="020B0604020202020204" pitchFamily="34" charset="0"/>
              <a:buChar char="•"/>
            </a:pPr>
            <a:r>
              <a:rPr lang="en-GB" dirty="0"/>
              <a:t>Report defects against correct version.</a:t>
            </a:r>
          </a:p>
          <a:p>
            <a:pPr marL="1200150" lvl="2" indent="-285750">
              <a:lnSpc>
                <a:spcPct val="150000"/>
              </a:lnSpc>
              <a:buFont typeface="Arial" panose="020B0604020202020204" pitchFamily="34" charset="0"/>
              <a:buChar char="•"/>
            </a:pPr>
            <a:r>
              <a:rPr lang="en-GB" dirty="0"/>
              <a:t>Need to find defect in order to fix it.</a:t>
            </a:r>
          </a:p>
          <a:p>
            <a:pPr marL="1200150" lvl="2" indent="-285750">
              <a:lnSpc>
                <a:spcPct val="150000"/>
              </a:lnSpc>
              <a:buFont typeface="Arial" panose="020B0604020202020204" pitchFamily="34" charset="0"/>
              <a:buChar char="•"/>
            </a:pPr>
            <a:r>
              <a:rPr lang="en-GB" dirty="0"/>
              <a:t>Ability to trace the test results back to what exactly was tested.</a:t>
            </a:r>
          </a:p>
        </p:txBody>
      </p:sp>
    </p:spTree>
    <p:extLst>
      <p:ext uri="{BB962C8B-B14F-4D97-AF65-F5344CB8AC3E}">
        <p14:creationId xmlns:p14="http://schemas.microsoft.com/office/powerpoint/2010/main" val="2595863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Magnifying glass and question mark">
            <a:extLst>
              <a:ext uri="{FF2B5EF4-FFF2-40B4-BE49-F238E27FC236}">
                <a16:creationId xmlns:a16="http://schemas.microsoft.com/office/drawing/2014/main" id="{A4C4020E-0BA3-6DDF-47D4-23A88C40AE45}"/>
              </a:ext>
            </a:extLst>
          </p:cNvPr>
          <p:cNvPicPr>
            <a:picLocks noChangeAspect="1"/>
          </p:cNvPicPr>
          <p:nvPr/>
        </p:nvPicPr>
        <p:blipFill rotWithShape="1">
          <a:blip r:embed="rId3"/>
          <a:srcRect l="30400" r="26752"/>
          <a:stretch/>
        </p:blipFill>
        <p:spPr>
          <a:xfrm>
            <a:off x="6967959" y="10"/>
            <a:ext cx="5224040" cy="6857990"/>
          </a:xfrm>
          <a:prstGeom prst="rect">
            <a:avLst/>
          </a:prstGeom>
          <a:noFill/>
        </p:spPr>
      </p:pic>
      <p:sp>
        <p:nvSpPr>
          <p:cNvPr id="2" name="Title 1">
            <a:extLst>
              <a:ext uri="{FF2B5EF4-FFF2-40B4-BE49-F238E27FC236}">
                <a16:creationId xmlns:a16="http://schemas.microsoft.com/office/drawing/2014/main" id="{98549FA3-CABB-4378-A8AF-4F26F4A55B93}"/>
              </a:ext>
            </a:extLst>
          </p:cNvPr>
          <p:cNvSpPr>
            <a:spLocks noGrp="1"/>
          </p:cNvSpPr>
          <p:nvPr>
            <p:ph type="body" sz="quarter" idx="12"/>
          </p:nvPr>
        </p:nvSpPr>
        <p:spPr>
          <a:xfrm>
            <a:off x="385650" y="1147572"/>
            <a:ext cx="6062284" cy="520262"/>
          </a:xfrm>
        </p:spPr>
        <p:txBody>
          <a:bodyPr anchor="t">
            <a:normAutofit/>
          </a:bodyPr>
          <a:lstStyle/>
          <a:p>
            <a:pPr>
              <a:lnSpc>
                <a:spcPct val="90000"/>
              </a:lnSpc>
              <a:spcAft>
                <a:spcPts val="600"/>
              </a:spcAft>
            </a:pPr>
            <a:r>
              <a:rPr lang="en-GB" dirty="0"/>
              <a:t>Features and benefits</a:t>
            </a:r>
          </a:p>
        </p:txBody>
      </p:sp>
      <p:sp>
        <p:nvSpPr>
          <p:cNvPr id="10" name="Slide Number Placeholder 3">
            <a:extLst>
              <a:ext uri="{FF2B5EF4-FFF2-40B4-BE49-F238E27FC236}">
                <a16:creationId xmlns:a16="http://schemas.microsoft.com/office/drawing/2014/main" id="{843446EA-0705-88BC-DBE9-B001BBBEB014}"/>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8</a:t>
            </a:fld>
            <a:endParaRPr lang="en-GB"/>
          </a:p>
        </p:txBody>
      </p:sp>
      <p:sp>
        <p:nvSpPr>
          <p:cNvPr id="3" name="Text Placeholder 2">
            <a:extLst>
              <a:ext uri="{FF2B5EF4-FFF2-40B4-BE49-F238E27FC236}">
                <a16:creationId xmlns:a16="http://schemas.microsoft.com/office/drawing/2014/main" id="{5098F698-9A50-47FC-A5EE-F6E1035CE36F}"/>
              </a:ext>
            </a:extLst>
          </p:cNvPr>
          <p:cNvSpPr>
            <a:spLocks noGrp="1"/>
          </p:cNvSpPr>
          <p:nvPr>
            <p:ph type="body" sz="quarter" idx="11"/>
          </p:nvPr>
        </p:nvSpPr>
        <p:spPr>
          <a:xfrm>
            <a:off x="373063" y="1892636"/>
            <a:ext cx="6143484" cy="2742864"/>
          </a:xfrm>
        </p:spPr>
        <p:txBody>
          <a:bodyPr anchor="t">
            <a:normAutofit/>
          </a:bodyPr>
          <a:lstStyle/>
          <a:p>
            <a:pPr marL="720000" lvl="1" indent="-360000">
              <a:spcAft>
                <a:spcPts val="600"/>
              </a:spcAft>
              <a:buClr>
                <a:schemeClr val="accent1"/>
              </a:buClr>
            </a:pPr>
            <a:r>
              <a:rPr lang="en-GB" dirty="0"/>
              <a:t>What are the main features and benefits of version control for the development of code?</a:t>
            </a:r>
          </a:p>
          <a:p>
            <a:endParaRPr lang="en-GB" dirty="0"/>
          </a:p>
        </p:txBody>
      </p:sp>
    </p:spTree>
    <p:extLst>
      <p:ext uri="{BB962C8B-B14F-4D97-AF65-F5344CB8AC3E}">
        <p14:creationId xmlns:p14="http://schemas.microsoft.com/office/powerpoint/2010/main" val="1890785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AD6AC-B9A0-455D-BBC3-7A0A35B75287}"/>
              </a:ext>
            </a:extLst>
          </p:cNvPr>
          <p:cNvSpPr>
            <a:spLocks noGrp="1"/>
          </p:cNvSpPr>
          <p:nvPr>
            <p:ph type="body" sz="quarter" idx="12"/>
          </p:nvPr>
        </p:nvSpPr>
        <p:spPr>
          <a:xfrm>
            <a:off x="1212111" y="378746"/>
            <a:ext cx="10595714" cy="520263"/>
          </a:xfrm>
        </p:spPr>
        <p:txBody>
          <a:bodyPr vert="horz" lIns="0" tIns="0" rIns="0" bIns="0" rtlCol="0" anchor="t" anchorCtr="0">
            <a:normAutofit/>
          </a:bodyPr>
          <a:lstStyle/>
          <a:p>
            <a:pPr>
              <a:lnSpc>
                <a:spcPct val="90000"/>
              </a:lnSpc>
              <a:spcAft>
                <a:spcPts val="600"/>
              </a:spcAft>
            </a:pPr>
            <a:r>
              <a:rPr lang="en-US" b="0" i="0" kern="1200" cap="none" baseline="0" dirty="0">
                <a:latin typeface="Montserrat Black" panose="00000A00000000000000" pitchFamily="2" charset="0"/>
                <a:ea typeface="+mn-ea"/>
                <a:cs typeface="+mn-cs"/>
              </a:rPr>
              <a:t>What is version </a:t>
            </a:r>
            <a:r>
              <a:rPr lang="en-US" dirty="0"/>
              <a:t>c</a:t>
            </a:r>
            <a:r>
              <a:rPr lang="en-US" b="0" i="0" kern="1200" cap="none" baseline="0" dirty="0">
                <a:latin typeface="Montserrat Black" panose="00000A00000000000000" pitchFamily="2" charset="0"/>
                <a:ea typeface="+mn-ea"/>
                <a:cs typeface="+mn-cs"/>
              </a:rPr>
              <a:t>ontrol?</a:t>
            </a:r>
          </a:p>
        </p:txBody>
      </p:sp>
      <p:sp>
        <p:nvSpPr>
          <p:cNvPr id="46" name="TextBox 45">
            <a:extLst>
              <a:ext uri="{FF2B5EF4-FFF2-40B4-BE49-F238E27FC236}">
                <a16:creationId xmlns:a16="http://schemas.microsoft.com/office/drawing/2014/main" id="{1D0373B2-E502-47FD-B78B-8FDA07C0130A}"/>
              </a:ext>
            </a:extLst>
          </p:cNvPr>
          <p:cNvSpPr txBox="1"/>
          <p:nvPr/>
        </p:nvSpPr>
        <p:spPr>
          <a:xfrm>
            <a:off x="1212112" y="1363921"/>
            <a:ext cx="10595714" cy="5237751"/>
          </a:xfrm>
          <a:prstGeom prst="rect">
            <a:avLst/>
          </a:prstGeom>
        </p:spPr>
        <p:txBody>
          <a:bodyPr vert="horz" lIns="0" tIns="0" rIns="0" bIns="0" rtlCol="0" anchor="t" anchorCtr="0">
            <a:normAutofit/>
          </a:bodyPr>
          <a:lstStyle/>
          <a:p>
            <a:pPr marL="285750" indent="-285750">
              <a:spcAft>
                <a:spcPts val="651"/>
              </a:spcAft>
              <a:buFont typeface="Arial" panose="020B0604020202020204" pitchFamily="34" charset="0"/>
              <a:buChar char="•"/>
            </a:pPr>
            <a:r>
              <a:rPr lang="en-US" dirty="0">
                <a:latin typeface="Montserrat" pitchFamily="2" charset="77"/>
              </a:rPr>
              <a:t>Key component of configuration management.</a:t>
            </a:r>
          </a:p>
          <a:p>
            <a:pPr marL="285750" indent="-285750">
              <a:spcAft>
                <a:spcPts val="651"/>
              </a:spcAft>
              <a:buFont typeface="Arial" panose="020B0604020202020204" pitchFamily="34" charset="0"/>
              <a:buChar char="•"/>
            </a:pPr>
            <a:r>
              <a:rPr lang="en-US" dirty="0">
                <a:latin typeface="Montserrat" pitchFamily="2" charset="77"/>
              </a:rPr>
              <a:t>Management of changes to:</a:t>
            </a:r>
          </a:p>
          <a:p>
            <a:pPr marL="742950" lvl="1" indent="-285750">
              <a:spcAft>
                <a:spcPts val="651"/>
              </a:spcAft>
              <a:buFont typeface="Wingdings" panose="05000000000000000000" pitchFamily="2" charset="2"/>
              <a:buChar char="Ø"/>
            </a:pPr>
            <a:r>
              <a:rPr lang="en-US" dirty="0">
                <a:latin typeface="Montserrat" pitchFamily="2" charset="77"/>
              </a:rPr>
              <a:t>Documents – requirements</a:t>
            </a:r>
          </a:p>
          <a:p>
            <a:pPr marL="742950" lvl="1" indent="-285750">
              <a:spcAft>
                <a:spcPts val="651"/>
              </a:spcAft>
              <a:buFont typeface="Wingdings" panose="05000000000000000000" pitchFamily="2" charset="2"/>
              <a:buChar char="Ø"/>
            </a:pPr>
            <a:r>
              <a:rPr lang="en-US" dirty="0">
                <a:latin typeface="Montserrat" pitchFamily="2" charset="77"/>
              </a:rPr>
              <a:t>Software</a:t>
            </a:r>
          </a:p>
          <a:p>
            <a:pPr marL="742950" lvl="1" indent="-285750">
              <a:spcAft>
                <a:spcPts val="651"/>
              </a:spcAft>
              <a:buFont typeface="Wingdings" panose="05000000000000000000" pitchFamily="2" charset="2"/>
              <a:buChar char="Ø"/>
            </a:pPr>
            <a:r>
              <a:rPr lang="en-US" dirty="0">
                <a:latin typeface="Montserrat" pitchFamily="2" charset="77"/>
              </a:rPr>
              <a:t>Software artefacts – models, diagrams, tests</a:t>
            </a:r>
          </a:p>
          <a:p>
            <a:pPr marL="742950" lvl="1" indent="-285750">
              <a:spcAft>
                <a:spcPts val="651"/>
              </a:spcAft>
              <a:buFont typeface="Wingdings" panose="05000000000000000000" pitchFamily="2" charset="2"/>
              <a:buChar char="Ø"/>
            </a:pPr>
            <a:r>
              <a:rPr lang="en-US" dirty="0">
                <a:latin typeface="Montserrat" pitchFamily="2" charset="77"/>
              </a:rPr>
              <a:t>Configuration files</a:t>
            </a:r>
          </a:p>
          <a:p>
            <a:pPr marL="285750" indent="-285750">
              <a:spcAft>
                <a:spcPts val="651"/>
              </a:spcAft>
              <a:buFont typeface="Arial" panose="020B0604020202020204" pitchFamily="34" charset="0"/>
              <a:buChar char="•"/>
            </a:pPr>
            <a:r>
              <a:rPr lang="en-US" dirty="0">
                <a:latin typeface="Montserrat" pitchFamily="2" charset="77"/>
              </a:rPr>
              <a:t>Changes typically identified:</a:t>
            </a:r>
          </a:p>
          <a:p>
            <a:pPr marL="742950" lvl="1" indent="-285750">
              <a:spcAft>
                <a:spcPts val="651"/>
              </a:spcAft>
              <a:buFont typeface="Wingdings" panose="05000000000000000000" pitchFamily="2" charset="2"/>
              <a:buChar char="Ø"/>
            </a:pPr>
            <a:r>
              <a:rPr lang="en-US" dirty="0">
                <a:latin typeface="Montserrat" pitchFamily="2" charset="77"/>
              </a:rPr>
              <a:t>By ascending number / letter – version n, version </a:t>
            </a:r>
            <a:r>
              <a:rPr lang="en-US" dirty="0" err="1">
                <a:latin typeface="Montserrat" pitchFamily="2" charset="77"/>
              </a:rPr>
              <a:t>n.n</a:t>
            </a:r>
            <a:r>
              <a:rPr lang="en-US" dirty="0">
                <a:latin typeface="Montserrat" pitchFamily="2" charset="77"/>
              </a:rPr>
              <a:t>, version </a:t>
            </a:r>
            <a:r>
              <a:rPr lang="en-US" dirty="0" err="1">
                <a:latin typeface="Montserrat" pitchFamily="2" charset="77"/>
              </a:rPr>
              <a:t>n.n.n</a:t>
            </a:r>
            <a:endParaRPr lang="en-US" dirty="0">
              <a:latin typeface="Montserrat" pitchFamily="2" charset="77"/>
            </a:endParaRPr>
          </a:p>
          <a:p>
            <a:pPr marL="742950" lvl="1" indent="-285750">
              <a:spcAft>
                <a:spcPts val="651"/>
              </a:spcAft>
              <a:buFont typeface="Wingdings" panose="05000000000000000000" pitchFamily="2" charset="2"/>
              <a:buChar char="Ø"/>
            </a:pPr>
            <a:r>
              <a:rPr lang="en-US" dirty="0">
                <a:latin typeface="Montserrat" pitchFamily="2" charset="77"/>
              </a:rPr>
              <a:t>Timestamp</a:t>
            </a:r>
          </a:p>
          <a:p>
            <a:pPr marL="742950" lvl="1" indent="-285750">
              <a:spcAft>
                <a:spcPts val="651"/>
              </a:spcAft>
              <a:buFont typeface="Wingdings" panose="05000000000000000000" pitchFamily="2" charset="2"/>
              <a:buChar char="Ø"/>
            </a:pPr>
            <a:r>
              <a:rPr lang="en-US" dirty="0">
                <a:latin typeface="Montserrat" pitchFamily="2" charset="77"/>
              </a:rPr>
              <a:t>Who?</a:t>
            </a:r>
          </a:p>
          <a:p>
            <a:pPr marL="285750" indent="-285750">
              <a:spcAft>
                <a:spcPts val="651"/>
              </a:spcAft>
              <a:buFont typeface="Arial" panose="020B0604020202020204" pitchFamily="34" charset="0"/>
              <a:buChar char="•"/>
            </a:pPr>
            <a:r>
              <a:rPr lang="en-US" dirty="0">
                <a:latin typeface="Montserrat" pitchFamily="2" charset="77"/>
              </a:rPr>
              <a:t>Versions can be compared, restored, and in some cases merged.</a:t>
            </a:r>
          </a:p>
          <a:p>
            <a:pPr marL="285750" indent="-285750">
              <a:spcAft>
                <a:spcPts val="651"/>
              </a:spcAft>
              <a:buFont typeface="Arial" panose="020B0604020202020204" pitchFamily="34" charset="0"/>
              <a:buChar char="•"/>
            </a:pPr>
            <a:r>
              <a:rPr lang="en-US" dirty="0">
                <a:latin typeface="Montserrat" pitchFamily="2" charset="77"/>
              </a:rPr>
              <a:t>Software tools used to support:</a:t>
            </a:r>
          </a:p>
          <a:p>
            <a:pPr marL="742950" lvl="1" indent="-285750">
              <a:spcAft>
                <a:spcPts val="651"/>
              </a:spcAft>
              <a:buFont typeface="Wingdings" panose="05000000000000000000" pitchFamily="2" charset="2"/>
              <a:buChar char="Ø"/>
            </a:pPr>
            <a:r>
              <a:rPr lang="en-US" dirty="0">
                <a:latin typeface="Montserrat" pitchFamily="2" charset="77"/>
              </a:rPr>
              <a:t>Essential for multi-developer projects especially if multiple locations.</a:t>
            </a:r>
          </a:p>
        </p:txBody>
      </p:sp>
      <p:sp>
        <p:nvSpPr>
          <p:cNvPr id="51" name="Slide Number Placeholder 3">
            <a:extLst>
              <a:ext uri="{FF2B5EF4-FFF2-40B4-BE49-F238E27FC236}">
                <a16:creationId xmlns:a16="http://schemas.microsoft.com/office/drawing/2014/main" id="{241CED24-E675-D6FE-82C4-E67525AE667E}"/>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9</a:t>
            </a:fld>
            <a:endParaRPr lang="en-GB"/>
          </a:p>
        </p:txBody>
      </p:sp>
    </p:spTree>
    <p:extLst>
      <p:ext uri="{BB962C8B-B14F-4D97-AF65-F5344CB8AC3E}">
        <p14:creationId xmlns:p14="http://schemas.microsoft.com/office/powerpoint/2010/main" val="920203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26CD0DA-8D8D-4443-99F6-9EAC324900A6}"/>
              </a:ext>
            </a:extLst>
          </p:cNvPr>
          <p:cNvSpPr>
            <a:spLocks noGrp="1"/>
          </p:cNvSpPr>
          <p:nvPr>
            <p:ph type="body" sz="quarter" idx="10"/>
          </p:nvPr>
        </p:nvSpPr>
        <p:spPr/>
        <p:txBody>
          <a:bodyPr/>
          <a:lstStyle/>
          <a:p>
            <a:r>
              <a:rPr lang="en-GB" dirty="0"/>
              <a:t>Example: Key terms</a:t>
            </a:r>
          </a:p>
        </p:txBody>
      </p:sp>
      <p:sp>
        <p:nvSpPr>
          <p:cNvPr id="44" name="Oval 43">
            <a:extLst>
              <a:ext uri="{FF2B5EF4-FFF2-40B4-BE49-F238E27FC236}">
                <a16:creationId xmlns:a16="http://schemas.microsoft.com/office/drawing/2014/main" id="{34A7810E-521A-4CBE-B400-1CB63F4DC1C7}"/>
              </a:ext>
            </a:extLst>
          </p:cNvPr>
          <p:cNvSpPr/>
          <p:nvPr/>
        </p:nvSpPr>
        <p:spPr>
          <a:xfrm>
            <a:off x="7029918" y="1547534"/>
            <a:ext cx="720000" cy="72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b="1" dirty="0">
                <a:solidFill>
                  <a:schemeClr val="tx1"/>
                </a:solidFill>
                <a:latin typeface="Arial" panose="020B0604020202020204" pitchFamily="34" charset="0"/>
                <a:cs typeface="Arial" panose="020B0604020202020204" pitchFamily="34" charset="0"/>
              </a:rPr>
              <a:t>1</a:t>
            </a:r>
          </a:p>
        </p:txBody>
      </p:sp>
      <p:sp>
        <p:nvSpPr>
          <p:cNvPr id="45" name="Oval 44">
            <a:extLst>
              <a:ext uri="{FF2B5EF4-FFF2-40B4-BE49-F238E27FC236}">
                <a16:creationId xmlns:a16="http://schemas.microsoft.com/office/drawing/2014/main" id="{C4019603-7F2E-4CFC-835E-0FFB75408D6A}"/>
              </a:ext>
            </a:extLst>
          </p:cNvPr>
          <p:cNvSpPr/>
          <p:nvPr/>
        </p:nvSpPr>
        <p:spPr>
          <a:xfrm>
            <a:off x="7029918" y="3347534"/>
            <a:ext cx="720000" cy="72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b="1" dirty="0">
                <a:solidFill>
                  <a:schemeClr val="tx1"/>
                </a:solidFill>
                <a:latin typeface="Arial" panose="020B0604020202020204" pitchFamily="34" charset="0"/>
                <a:cs typeface="Arial" panose="020B0604020202020204" pitchFamily="34" charset="0"/>
              </a:rPr>
              <a:t>3</a:t>
            </a:r>
          </a:p>
        </p:txBody>
      </p:sp>
      <p:sp>
        <p:nvSpPr>
          <p:cNvPr id="46" name="Oval 45">
            <a:extLst>
              <a:ext uri="{FF2B5EF4-FFF2-40B4-BE49-F238E27FC236}">
                <a16:creationId xmlns:a16="http://schemas.microsoft.com/office/drawing/2014/main" id="{8FC4C22A-B481-41AE-9ED9-A70191DC9439}"/>
              </a:ext>
            </a:extLst>
          </p:cNvPr>
          <p:cNvSpPr/>
          <p:nvPr/>
        </p:nvSpPr>
        <p:spPr>
          <a:xfrm>
            <a:off x="8469918" y="2447534"/>
            <a:ext cx="720000" cy="72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b="1" dirty="0">
                <a:solidFill>
                  <a:schemeClr val="tx1"/>
                </a:solidFill>
                <a:latin typeface="Arial" panose="020B0604020202020204" pitchFamily="34" charset="0"/>
                <a:cs typeface="Arial" panose="020B0604020202020204" pitchFamily="34" charset="0"/>
              </a:rPr>
              <a:t>2</a:t>
            </a:r>
          </a:p>
        </p:txBody>
      </p:sp>
      <p:sp>
        <p:nvSpPr>
          <p:cNvPr id="47" name="Oval 46">
            <a:extLst>
              <a:ext uri="{FF2B5EF4-FFF2-40B4-BE49-F238E27FC236}">
                <a16:creationId xmlns:a16="http://schemas.microsoft.com/office/drawing/2014/main" id="{C2D018D1-0BAB-46DF-B6F0-492B3F8E6675}"/>
              </a:ext>
            </a:extLst>
          </p:cNvPr>
          <p:cNvSpPr/>
          <p:nvPr/>
        </p:nvSpPr>
        <p:spPr>
          <a:xfrm>
            <a:off x="7029918" y="5147534"/>
            <a:ext cx="720000" cy="72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b="1" dirty="0">
                <a:solidFill>
                  <a:schemeClr val="tx1"/>
                </a:solidFill>
                <a:latin typeface="Arial" panose="020B0604020202020204" pitchFamily="34" charset="0"/>
                <a:cs typeface="Arial" panose="020B0604020202020204" pitchFamily="34" charset="0"/>
              </a:rPr>
              <a:t>6</a:t>
            </a:r>
          </a:p>
        </p:txBody>
      </p:sp>
      <p:sp>
        <p:nvSpPr>
          <p:cNvPr id="48" name="Oval 47">
            <a:extLst>
              <a:ext uri="{FF2B5EF4-FFF2-40B4-BE49-F238E27FC236}">
                <a16:creationId xmlns:a16="http://schemas.microsoft.com/office/drawing/2014/main" id="{4C95690D-C002-4706-A994-D0A07BC6DA71}"/>
              </a:ext>
            </a:extLst>
          </p:cNvPr>
          <p:cNvSpPr/>
          <p:nvPr/>
        </p:nvSpPr>
        <p:spPr>
          <a:xfrm>
            <a:off x="8469918" y="4247534"/>
            <a:ext cx="720000" cy="72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b="1" dirty="0">
                <a:solidFill>
                  <a:schemeClr val="tx1"/>
                </a:solidFill>
                <a:latin typeface="Arial" panose="020B0604020202020204" pitchFamily="34" charset="0"/>
                <a:cs typeface="Arial" panose="020B0604020202020204" pitchFamily="34" charset="0"/>
              </a:rPr>
              <a:t>5</a:t>
            </a:r>
          </a:p>
        </p:txBody>
      </p:sp>
      <p:sp>
        <p:nvSpPr>
          <p:cNvPr id="49" name="Oval 48">
            <a:extLst>
              <a:ext uri="{FF2B5EF4-FFF2-40B4-BE49-F238E27FC236}">
                <a16:creationId xmlns:a16="http://schemas.microsoft.com/office/drawing/2014/main" id="{24FA61F2-EBC3-4AE7-9E3A-4462B8443E14}"/>
              </a:ext>
            </a:extLst>
          </p:cNvPr>
          <p:cNvSpPr/>
          <p:nvPr/>
        </p:nvSpPr>
        <p:spPr>
          <a:xfrm>
            <a:off x="9909918" y="4247534"/>
            <a:ext cx="720000" cy="72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b="1" dirty="0">
                <a:solidFill>
                  <a:schemeClr val="tx1"/>
                </a:solidFill>
                <a:latin typeface="Arial" panose="020B0604020202020204" pitchFamily="34" charset="0"/>
                <a:cs typeface="Arial" panose="020B0604020202020204" pitchFamily="34" charset="0"/>
              </a:rPr>
              <a:t>4</a:t>
            </a:r>
          </a:p>
        </p:txBody>
      </p:sp>
      <p:sp>
        <p:nvSpPr>
          <p:cNvPr id="50" name="Oval 49">
            <a:extLst>
              <a:ext uri="{FF2B5EF4-FFF2-40B4-BE49-F238E27FC236}">
                <a16:creationId xmlns:a16="http://schemas.microsoft.com/office/drawing/2014/main" id="{DADDBA58-9179-4F8B-A01E-73514FAF4A50}"/>
              </a:ext>
            </a:extLst>
          </p:cNvPr>
          <p:cNvSpPr/>
          <p:nvPr/>
        </p:nvSpPr>
        <p:spPr>
          <a:xfrm>
            <a:off x="9909918" y="5147533"/>
            <a:ext cx="720000" cy="72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b="1" dirty="0">
                <a:solidFill>
                  <a:schemeClr val="tx1"/>
                </a:solidFill>
                <a:latin typeface="Arial" panose="020B0604020202020204" pitchFamily="34" charset="0"/>
                <a:cs typeface="Arial" panose="020B0604020202020204" pitchFamily="34" charset="0"/>
              </a:rPr>
              <a:t>7</a:t>
            </a:r>
          </a:p>
        </p:txBody>
      </p:sp>
      <p:sp>
        <p:nvSpPr>
          <p:cNvPr id="51" name="Rectangle 50">
            <a:extLst>
              <a:ext uri="{FF2B5EF4-FFF2-40B4-BE49-F238E27FC236}">
                <a16:creationId xmlns:a16="http://schemas.microsoft.com/office/drawing/2014/main" id="{95A3A6DD-A505-4D1E-9042-1ECFF4AF1E4F}"/>
              </a:ext>
            </a:extLst>
          </p:cNvPr>
          <p:cNvSpPr/>
          <p:nvPr/>
        </p:nvSpPr>
        <p:spPr>
          <a:xfrm>
            <a:off x="5589918" y="1547533"/>
            <a:ext cx="720000" cy="720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b="1" dirty="0">
                <a:solidFill>
                  <a:schemeClr val="tx1"/>
                </a:solidFill>
                <a:latin typeface="Arial" panose="020B0604020202020204" pitchFamily="34" charset="0"/>
                <a:cs typeface="Arial" panose="020B0604020202020204" pitchFamily="34" charset="0"/>
              </a:rPr>
              <a:t>B1</a:t>
            </a:r>
          </a:p>
        </p:txBody>
      </p:sp>
      <p:sp>
        <p:nvSpPr>
          <p:cNvPr id="52" name="Rectangle 51">
            <a:extLst>
              <a:ext uri="{FF2B5EF4-FFF2-40B4-BE49-F238E27FC236}">
                <a16:creationId xmlns:a16="http://schemas.microsoft.com/office/drawing/2014/main" id="{2CD72175-FD3B-41BF-98CB-EAE526903A27}"/>
              </a:ext>
            </a:extLst>
          </p:cNvPr>
          <p:cNvSpPr/>
          <p:nvPr/>
        </p:nvSpPr>
        <p:spPr>
          <a:xfrm>
            <a:off x="5589918" y="3347534"/>
            <a:ext cx="720000" cy="720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b="1" dirty="0">
                <a:solidFill>
                  <a:schemeClr val="tx1"/>
                </a:solidFill>
                <a:latin typeface="Arial" panose="020B0604020202020204" pitchFamily="34" charset="0"/>
                <a:cs typeface="Arial" panose="020B0604020202020204" pitchFamily="34" charset="0"/>
              </a:rPr>
              <a:t>B2</a:t>
            </a:r>
          </a:p>
        </p:txBody>
      </p:sp>
      <p:sp>
        <p:nvSpPr>
          <p:cNvPr id="53" name="Rectangle 52">
            <a:extLst>
              <a:ext uri="{FF2B5EF4-FFF2-40B4-BE49-F238E27FC236}">
                <a16:creationId xmlns:a16="http://schemas.microsoft.com/office/drawing/2014/main" id="{8DD2331C-651E-4CB0-BFE5-BAF1D536E44F}"/>
              </a:ext>
            </a:extLst>
          </p:cNvPr>
          <p:cNvSpPr/>
          <p:nvPr/>
        </p:nvSpPr>
        <p:spPr>
          <a:xfrm>
            <a:off x="5589918" y="5147534"/>
            <a:ext cx="720000" cy="720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b="1" dirty="0">
                <a:solidFill>
                  <a:schemeClr val="tx1"/>
                </a:solidFill>
                <a:latin typeface="Arial" panose="020B0604020202020204" pitchFamily="34" charset="0"/>
                <a:cs typeface="Arial" panose="020B0604020202020204" pitchFamily="34" charset="0"/>
              </a:rPr>
              <a:t>B3</a:t>
            </a:r>
          </a:p>
        </p:txBody>
      </p:sp>
      <p:cxnSp>
        <p:nvCxnSpPr>
          <p:cNvPr id="54" name="Straight Arrow Connector 53">
            <a:extLst>
              <a:ext uri="{FF2B5EF4-FFF2-40B4-BE49-F238E27FC236}">
                <a16:creationId xmlns:a16="http://schemas.microsoft.com/office/drawing/2014/main" id="{64323C49-10A3-4FBF-BED9-35372D7CA5A9}"/>
              </a:ext>
            </a:extLst>
          </p:cNvPr>
          <p:cNvCxnSpPr>
            <a:endCxn id="45" idx="0"/>
          </p:cNvCxnSpPr>
          <p:nvPr/>
        </p:nvCxnSpPr>
        <p:spPr>
          <a:xfrm>
            <a:off x="7389918" y="2267533"/>
            <a:ext cx="0" cy="1080001"/>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BE3821D-F387-4042-B537-7447DD5C0892}"/>
              </a:ext>
            </a:extLst>
          </p:cNvPr>
          <p:cNvCxnSpPr/>
          <p:nvPr/>
        </p:nvCxnSpPr>
        <p:spPr>
          <a:xfrm>
            <a:off x="7389918" y="4067533"/>
            <a:ext cx="0" cy="1080001"/>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EE0F6A8-6AD9-430C-A5FD-452A84FE99B6}"/>
              </a:ext>
            </a:extLst>
          </p:cNvPr>
          <p:cNvCxnSpPr>
            <a:stCxn id="44" idx="5"/>
            <a:endCxn id="46" idx="1"/>
          </p:cNvCxnSpPr>
          <p:nvPr/>
        </p:nvCxnSpPr>
        <p:spPr>
          <a:xfrm>
            <a:off x="7644476" y="2162092"/>
            <a:ext cx="930884" cy="39088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8D93C2A-2ABF-45FE-A557-2A1AB975175C}"/>
              </a:ext>
            </a:extLst>
          </p:cNvPr>
          <p:cNvCxnSpPr>
            <a:stCxn id="44" idx="2"/>
            <a:endCxn id="51" idx="3"/>
          </p:cNvCxnSpPr>
          <p:nvPr/>
        </p:nvCxnSpPr>
        <p:spPr>
          <a:xfrm flipH="1" flipV="1">
            <a:off x="6309918" y="1907533"/>
            <a:ext cx="720000" cy="1"/>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19087DC-AF60-4B88-AAE0-1809D07C2175}"/>
              </a:ext>
            </a:extLst>
          </p:cNvPr>
          <p:cNvCxnSpPr>
            <a:stCxn id="45" idx="2"/>
            <a:endCxn id="52" idx="3"/>
          </p:cNvCxnSpPr>
          <p:nvPr/>
        </p:nvCxnSpPr>
        <p:spPr>
          <a:xfrm flipH="1">
            <a:off x="6309918" y="3707534"/>
            <a:ext cx="720000"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16C60732-F6A7-4634-9627-4B6DB4AAE1F7}"/>
              </a:ext>
            </a:extLst>
          </p:cNvPr>
          <p:cNvCxnSpPr>
            <a:stCxn id="47" idx="2"/>
            <a:endCxn id="53" idx="3"/>
          </p:cNvCxnSpPr>
          <p:nvPr/>
        </p:nvCxnSpPr>
        <p:spPr>
          <a:xfrm flipH="1">
            <a:off x="6309918" y="5507534"/>
            <a:ext cx="720000"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32D3C24-4543-44C8-B431-BB6A6EB8E931}"/>
              </a:ext>
            </a:extLst>
          </p:cNvPr>
          <p:cNvCxnSpPr>
            <a:endCxn id="48" idx="1"/>
          </p:cNvCxnSpPr>
          <p:nvPr/>
        </p:nvCxnSpPr>
        <p:spPr>
          <a:xfrm>
            <a:off x="7644476" y="3977534"/>
            <a:ext cx="930884" cy="37544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24A52623-A82A-47F6-95E6-BA3B5C39DD8E}"/>
              </a:ext>
            </a:extLst>
          </p:cNvPr>
          <p:cNvCxnSpPr>
            <a:stCxn id="48" idx="3"/>
            <a:endCxn id="47" idx="7"/>
          </p:cNvCxnSpPr>
          <p:nvPr/>
        </p:nvCxnSpPr>
        <p:spPr>
          <a:xfrm flipH="1">
            <a:off x="7644476" y="4862092"/>
            <a:ext cx="930884" cy="39088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483ABC9B-21FB-4D3B-9DFC-DB2F242B80A5}"/>
              </a:ext>
            </a:extLst>
          </p:cNvPr>
          <p:cNvCxnSpPr>
            <a:stCxn id="45" idx="6"/>
            <a:endCxn id="49" idx="1"/>
          </p:cNvCxnSpPr>
          <p:nvPr/>
        </p:nvCxnSpPr>
        <p:spPr>
          <a:xfrm>
            <a:off x="7749918" y="3707534"/>
            <a:ext cx="2265442" cy="64544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337CDFF-BA4F-42E6-85FA-E62544BCA7D3}"/>
              </a:ext>
            </a:extLst>
          </p:cNvPr>
          <p:cNvCxnSpPr>
            <a:stCxn id="49" idx="4"/>
            <a:endCxn id="50" idx="0"/>
          </p:cNvCxnSpPr>
          <p:nvPr/>
        </p:nvCxnSpPr>
        <p:spPr>
          <a:xfrm>
            <a:off x="10269918" y="4967534"/>
            <a:ext cx="0" cy="179999"/>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7AC8D093-690E-4D61-8D97-352D97FC5A80}"/>
              </a:ext>
            </a:extLst>
          </p:cNvPr>
          <p:cNvSpPr/>
          <p:nvPr/>
        </p:nvSpPr>
        <p:spPr>
          <a:xfrm>
            <a:off x="8109918" y="3167533"/>
            <a:ext cx="144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b="1" dirty="0">
                <a:solidFill>
                  <a:schemeClr val="bg1">
                    <a:lumMod val="50000"/>
                  </a:schemeClr>
                </a:solidFill>
                <a:latin typeface="Arial" panose="020B0604020202020204" pitchFamily="34" charset="0"/>
                <a:cs typeface="Arial" panose="020B0604020202020204" pitchFamily="34" charset="0"/>
              </a:rPr>
              <a:t>Merge / check in</a:t>
            </a:r>
          </a:p>
        </p:txBody>
      </p:sp>
      <p:cxnSp>
        <p:nvCxnSpPr>
          <p:cNvPr id="65" name="Straight Arrow Connector 64">
            <a:extLst>
              <a:ext uri="{FF2B5EF4-FFF2-40B4-BE49-F238E27FC236}">
                <a16:creationId xmlns:a16="http://schemas.microsoft.com/office/drawing/2014/main" id="{C356F4E3-F2F1-4D23-941D-FC9C83959166}"/>
              </a:ext>
            </a:extLst>
          </p:cNvPr>
          <p:cNvCxnSpPr>
            <a:stCxn id="46" idx="3"/>
            <a:endCxn id="45" idx="7"/>
          </p:cNvCxnSpPr>
          <p:nvPr/>
        </p:nvCxnSpPr>
        <p:spPr>
          <a:xfrm flipH="1">
            <a:off x="7644476" y="3062092"/>
            <a:ext cx="930884" cy="39088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B386A605-237C-4169-A27E-D1B8518B8498}"/>
              </a:ext>
            </a:extLst>
          </p:cNvPr>
          <p:cNvSpPr/>
          <p:nvPr/>
        </p:nvSpPr>
        <p:spPr>
          <a:xfrm>
            <a:off x="8109918" y="1907533"/>
            <a:ext cx="144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ctr" fontAlgn="auto">
              <a:spcBef>
                <a:spcPts val="0"/>
              </a:spcBef>
              <a:spcAft>
                <a:spcPts val="0"/>
              </a:spcAft>
              <a:buClr>
                <a:srgbClr val="B8CCE4"/>
              </a:buClr>
            </a:pPr>
            <a:r>
              <a:rPr lang="en-GB" sz="2000" b="1" dirty="0">
                <a:solidFill>
                  <a:schemeClr val="bg1">
                    <a:lumMod val="50000"/>
                  </a:schemeClr>
                </a:solidFill>
                <a:latin typeface="Arial" panose="020B0604020202020204" pitchFamily="34" charset="0"/>
                <a:cs typeface="Arial" panose="020B0604020202020204" pitchFamily="34" charset="0"/>
              </a:rPr>
              <a:t>Check out</a:t>
            </a:r>
          </a:p>
        </p:txBody>
      </p:sp>
    </p:spTree>
    <p:extLst>
      <p:ext uri="{BB962C8B-B14F-4D97-AF65-F5344CB8AC3E}">
        <p14:creationId xmlns:p14="http://schemas.microsoft.com/office/powerpoint/2010/main" val="1445149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16308-C702-4569-8F9F-ED69D3997803}"/>
              </a:ext>
            </a:extLst>
          </p:cNvPr>
          <p:cNvSpPr>
            <a:spLocks noGrp="1"/>
          </p:cNvSpPr>
          <p:nvPr>
            <p:ph type="body" sz="quarter" idx="12"/>
          </p:nvPr>
        </p:nvSpPr>
        <p:spPr>
          <a:xfrm>
            <a:off x="1212111" y="378746"/>
            <a:ext cx="10595714" cy="520263"/>
          </a:xfrm>
        </p:spPr>
        <p:txBody>
          <a:bodyPr anchor="t">
            <a:normAutofit/>
          </a:bodyPr>
          <a:lstStyle/>
          <a:p>
            <a:pPr>
              <a:lnSpc>
                <a:spcPct val="90000"/>
              </a:lnSpc>
              <a:spcAft>
                <a:spcPts val="600"/>
              </a:spcAft>
            </a:pPr>
            <a:r>
              <a:rPr lang="en-GB" dirty="0"/>
              <a:t>Branching scenarios</a:t>
            </a:r>
          </a:p>
        </p:txBody>
      </p:sp>
      <p:sp>
        <p:nvSpPr>
          <p:cNvPr id="3" name="Text Placeholder 2">
            <a:extLst>
              <a:ext uri="{FF2B5EF4-FFF2-40B4-BE49-F238E27FC236}">
                <a16:creationId xmlns:a16="http://schemas.microsoft.com/office/drawing/2014/main" id="{86A1F1D0-516B-4AD5-90D3-BCF8BDB70248}"/>
              </a:ext>
            </a:extLst>
          </p:cNvPr>
          <p:cNvSpPr>
            <a:spLocks noGrp="1"/>
          </p:cNvSpPr>
          <p:nvPr>
            <p:ph type="body" sz="quarter" idx="11"/>
          </p:nvPr>
        </p:nvSpPr>
        <p:spPr>
          <a:xfrm>
            <a:off x="376237" y="1240838"/>
            <a:ext cx="11431587" cy="5237751"/>
          </a:xfrm>
        </p:spPr>
        <p:txBody>
          <a:bodyPr anchor="t">
            <a:normAutofit/>
          </a:bodyPr>
          <a:lstStyle/>
          <a:p>
            <a:r>
              <a:rPr lang="en-GB" dirty="0"/>
              <a:t>Common scenarios in practice:</a:t>
            </a:r>
          </a:p>
          <a:p>
            <a:endParaRPr lang="en-GB" dirty="0"/>
          </a:p>
          <a:p>
            <a:pPr lvl="1"/>
            <a:r>
              <a:rPr lang="en-GB" b="1" dirty="0"/>
              <a:t>Scenario 1 – no branches </a:t>
            </a:r>
          </a:p>
          <a:p>
            <a:pPr lvl="2"/>
            <a:r>
              <a:rPr lang="en-GB" dirty="0"/>
              <a:t>Team works only from the main source tree.</a:t>
            </a:r>
          </a:p>
          <a:p>
            <a:pPr lvl="1"/>
            <a:r>
              <a:rPr lang="en-GB" b="1" dirty="0"/>
              <a:t>Scenario 2 – branch for release</a:t>
            </a:r>
          </a:p>
          <a:p>
            <a:pPr lvl="2"/>
            <a:r>
              <a:rPr lang="en-GB" dirty="0"/>
              <a:t>Team creates branches to support an ongoing release.</a:t>
            </a:r>
          </a:p>
          <a:p>
            <a:pPr lvl="1"/>
            <a:r>
              <a:rPr lang="en-GB" b="1" dirty="0"/>
              <a:t>Scenario 3 – branch for maintenance</a:t>
            </a:r>
          </a:p>
          <a:p>
            <a:pPr lvl="2"/>
            <a:r>
              <a:rPr lang="en-GB" dirty="0"/>
              <a:t>Team creates a branch to maintain an old build.</a:t>
            </a:r>
          </a:p>
          <a:p>
            <a:pPr lvl="1"/>
            <a:r>
              <a:rPr lang="en-GB" b="1" dirty="0"/>
              <a:t>Scenario 4 – branch for feature</a:t>
            </a:r>
          </a:p>
          <a:p>
            <a:pPr lvl="2"/>
            <a:r>
              <a:rPr lang="en-GB" dirty="0"/>
              <a:t>Team creates branches based on features.</a:t>
            </a:r>
          </a:p>
          <a:p>
            <a:pPr lvl="1"/>
            <a:r>
              <a:rPr lang="en-GB" b="1" dirty="0"/>
              <a:t>Scenario 5 – branch for team</a:t>
            </a:r>
          </a:p>
          <a:p>
            <a:pPr lvl="2"/>
            <a:r>
              <a:rPr lang="en-GB" dirty="0"/>
              <a:t>Branch to isolate sub-teams so they can work without being subject to breaking changes.</a:t>
            </a:r>
          </a:p>
          <a:p>
            <a:pPr lvl="2"/>
            <a:r>
              <a:rPr lang="en-GB" dirty="0"/>
              <a:t>Can work in parallel towards unique milestones</a:t>
            </a:r>
          </a:p>
          <a:p>
            <a:endParaRPr lang="en-GB" dirty="0"/>
          </a:p>
        </p:txBody>
      </p:sp>
      <p:sp>
        <p:nvSpPr>
          <p:cNvPr id="8" name="Slide Number Placeholder 3">
            <a:extLst>
              <a:ext uri="{FF2B5EF4-FFF2-40B4-BE49-F238E27FC236}">
                <a16:creationId xmlns:a16="http://schemas.microsoft.com/office/drawing/2014/main" id="{65F6BFAA-5955-30E7-72F4-CF9739AD13CD}"/>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11</a:t>
            </a:fld>
            <a:endParaRPr lang="en-GB"/>
          </a:p>
        </p:txBody>
      </p:sp>
    </p:spTree>
    <p:extLst>
      <p:ext uri="{BB962C8B-B14F-4D97-AF65-F5344CB8AC3E}">
        <p14:creationId xmlns:p14="http://schemas.microsoft.com/office/powerpoint/2010/main" val="2376919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A1B3-447F-4399-9F15-B955443B0915}"/>
              </a:ext>
            </a:extLst>
          </p:cNvPr>
          <p:cNvSpPr>
            <a:spLocks noGrp="1"/>
          </p:cNvSpPr>
          <p:nvPr>
            <p:ph type="body" sz="quarter" idx="12"/>
          </p:nvPr>
        </p:nvSpPr>
        <p:spPr>
          <a:xfrm>
            <a:off x="1212111" y="378746"/>
            <a:ext cx="10595714" cy="520263"/>
          </a:xfrm>
        </p:spPr>
        <p:txBody>
          <a:bodyPr vert="horz" lIns="0" tIns="0" rIns="0" bIns="0" rtlCol="0" anchor="t" anchorCtr="0">
            <a:normAutofit/>
          </a:bodyPr>
          <a:lstStyle/>
          <a:p>
            <a:pPr>
              <a:lnSpc>
                <a:spcPct val="90000"/>
              </a:lnSpc>
              <a:spcAft>
                <a:spcPts val="600"/>
              </a:spcAft>
            </a:pPr>
            <a:r>
              <a:rPr lang="en-US" b="0" i="0" kern="1200" cap="none" baseline="0">
                <a:latin typeface="Montserrat Black" panose="00000A00000000000000" pitchFamily="2" charset="0"/>
                <a:ea typeface="+mn-ea"/>
                <a:cs typeface="+mn-cs"/>
              </a:rPr>
              <a:t>Security</a:t>
            </a:r>
          </a:p>
        </p:txBody>
      </p:sp>
      <p:sp>
        <p:nvSpPr>
          <p:cNvPr id="35" name="TextBox 34">
            <a:extLst>
              <a:ext uri="{FF2B5EF4-FFF2-40B4-BE49-F238E27FC236}">
                <a16:creationId xmlns:a16="http://schemas.microsoft.com/office/drawing/2014/main" id="{6CCF0180-6D77-4BA5-94A5-0E9D5B452E25}"/>
              </a:ext>
            </a:extLst>
          </p:cNvPr>
          <p:cNvSpPr txBox="1"/>
          <p:nvPr/>
        </p:nvSpPr>
        <p:spPr>
          <a:xfrm>
            <a:off x="1212112" y="1241503"/>
            <a:ext cx="10595714" cy="5237751"/>
          </a:xfrm>
          <a:prstGeom prst="rect">
            <a:avLst/>
          </a:prstGeom>
        </p:spPr>
        <p:txBody>
          <a:bodyPr vert="horz" lIns="0" tIns="0" rIns="0" bIns="0" rtlCol="0" anchor="t" anchorCtr="0">
            <a:normAutofit/>
          </a:bodyPr>
          <a:lstStyle/>
          <a:p>
            <a:pPr>
              <a:spcAft>
                <a:spcPts val="651"/>
              </a:spcAft>
              <a:buFont typeface="Arial" panose="020B0604020202020204" pitchFamily="34" charset="0"/>
            </a:pPr>
            <a:r>
              <a:rPr lang="en-US" b="1" dirty="0">
                <a:latin typeface="Montserrat" pitchFamily="2" charset="77"/>
              </a:rPr>
              <a:t>Develop an inventory of all </a:t>
            </a:r>
            <a:r>
              <a:rPr lang="en-US" b="1" dirty="0" err="1">
                <a:latin typeface="Montserrat" pitchFamily="2" charset="77"/>
              </a:rPr>
              <a:t>authorised</a:t>
            </a:r>
            <a:r>
              <a:rPr lang="en-US" b="1" dirty="0">
                <a:latin typeface="Montserrat" pitchFamily="2" charset="77"/>
              </a:rPr>
              <a:t> and </a:t>
            </a:r>
            <a:r>
              <a:rPr lang="en-US" b="1" dirty="0" err="1">
                <a:latin typeface="Montserrat" pitchFamily="2" charset="77"/>
              </a:rPr>
              <a:t>unauthorised</a:t>
            </a:r>
            <a:r>
              <a:rPr lang="en-US" b="1" dirty="0">
                <a:latin typeface="Montserrat" pitchFamily="2" charset="77"/>
              </a:rPr>
              <a:t> devices and software</a:t>
            </a:r>
            <a:r>
              <a:rPr lang="en-US" dirty="0">
                <a:latin typeface="Montserrat" pitchFamily="2" charset="77"/>
              </a:rPr>
              <a:t>:</a:t>
            </a:r>
          </a:p>
          <a:p>
            <a:pPr marL="742950" lvl="1" indent="-285750">
              <a:spcAft>
                <a:spcPts val="651"/>
              </a:spcAft>
              <a:buFont typeface="Arial" panose="020B0604020202020204" pitchFamily="34" charset="0"/>
              <a:buChar char="•"/>
            </a:pPr>
            <a:r>
              <a:rPr lang="en-US" dirty="0">
                <a:latin typeface="Montserrat" pitchFamily="2" charset="77"/>
              </a:rPr>
              <a:t>Track and correct all </a:t>
            </a:r>
            <a:r>
              <a:rPr lang="en-US" dirty="0" err="1">
                <a:latin typeface="Montserrat" pitchFamily="2" charset="77"/>
              </a:rPr>
              <a:t>authorised</a:t>
            </a:r>
            <a:r>
              <a:rPr lang="en-US" dirty="0">
                <a:latin typeface="Montserrat" pitchFamily="2" charset="77"/>
              </a:rPr>
              <a:t> devices and software.</a:t>
            </a:r>
          </a:p>
          <a:p>
            <a:pPr marL="742950" lvl="1" indent="-285750">
              <a:spcAft>
                <a:spcPts val="651"/>
              </a:spcAft>
              <a:buFont typeface="Arial" panose="020B0604020202020204" pitchFamily="34" charset="0"/>
              <a:buChar char="•"/>
            </a:pPr>
            <a:r>
              <a:rPr lang="en-US" dirty="0">
                <a:latin typeface="Montserrat" pitchFamily="2" charset="77"/>
              </a:rPr>
              <a:t>Deny access to </a:t>
            </a:r>
            <a:r>
              <a:rPr lang="en-US" dirty="0" err="1">
                <a:latin typeface="Montserrat" pitchFamily="2" charset="77"/>
              </a:rPr>
              <a:t>unauthorised</a:t>
            </a:r>
            <a:r>
              <a:rPr lang="en-US" dirty="0">
                <a:latin typeface="Montserrat" pitchFamily="2" charset="77"/>
              </a:rPr>
              <a:t> and unmanaged products.</a:t>
            </a:r>
          </a:p>
          <a:p>
            <a:pPr marL="742950" lvl="1" indent="-285750">
              <a:spcAft>
                <a:spcPts val="651"/>
              </a:spcAft>
              <a:buFont typeface="Arial" panose="020B0604020202020204" pitchFamily="34" charset="0"/>
              <a:buChar char="•"/>
            </a:pPr>
            <a:r>
              <a:rPr lang="en-US" dirty="0">
                <a:latin typeface="Montserrat" pitchFamily="2" charset="77"/>
              </a:rPr>
              <a:t>Prevent unapproved software from installing or executing.</a:t>
            </a:r>
          </a:p>
          <a:p>
            <a:pPr marL="457200" lvl="1">
              <a:spcAft>
                <a:spcPts val="651"/>
              </a:spcAft>
            </a:pPr>
            <a:endParaRPr lang="en-US" b="1" dirty="0">
              <a:latin typeface="Montserrat" pitchFamily="2" charset="77"/>
            </a:endParaRPr>
          </a:p>
          <a:p>
            <a:pPr>
              <a:spcAft>
                <a:spcPts val="651"/>
              </a:spcAft>
              <a:buFont typeface="Arial" panose="020B0604020202020204" pitchFamily="34" charset="0"/>
            </a:pPr>
            <a:r>
              <a:rPr lang="en-US" b="1" dirty="0">
                <a:latin typeface="Montserrat" pitchFamily="2" charset="77"/>
              </a:rPr>
              <a:t>Move all assets on to security configuration management (SCM)</a:t>
            </a:r>
            <a:r>
              <a:rPr lang="en-US" dirty="0">
                <a:latin typeface="Montserrat" pitchFamily="2" charset="77"/>
              </a:rPr>
              <a:t>:</a:t>
            </a:r>
          </a:p>
          <a:p>
            <a:pPr marL="457200" lvl="1">
              <a:spcAft>
                <a:spcPts val="651"/>
              </a:spcAft>
            </a:pPr>
            <a:endParaRPr lang="en-US" dirty="0">
              <a:latin typeface="Montserrat" pitchFamily="2" charset="77"/>
            </a:endParaRPr>
          </a:p>
          <a:p>
            <a:pPr>
              <a:spcAft>
                <a:spcPts val="651"/>
              </a:spcAft>
              <a:buFont typeface="Arial" panose="020B0604020202020204" pitchFamily="34" charset="0"/>
            </a:pPr>
            <a:r>
              <a:rPr lang="en-US" b="1" dirty="0">
                <a:latin typeface="Montserrat" pitchFamily="2" charset="77"/>
              </a:rPr>
              <a:t>Reduce chance / effect of attack by</a:t>
            </a:r>
            <a:r>
              <a:rPr lang="en-US" dirty="0">
                <a:latin typeface="Montserrat" pitchFamily="2" charset="77"/>
              </a:rPr>
              <a:t>:</a:t>
            </a:r>
          </a:p>
          <a:p>
            <a:pPr marL="742950" lvl="1" indent="-285750">
              <a:spcAft>
                <a:spcPts val="651"/>
              </a:spcAft>
              <a:buFont typeface="Arial" panose="020B0604020202020204" pitchFamily="34" charset="0"/>
              <a:buChar char="•"/>
            </a:pPr>
            <a:r>
              <a:rPr lang="en-US" dirty="0">
                <a:latin typeface="Montserrat" pitchFamily="2" charset="77"/>
              </a:rPr>
              <a:t>Proactively and continuously monitoring and hardening the security configurations.</a:t>
            </a:r>
          </a:p>
          <a:p>
            <a:pPr marL="742950" lvl="1" indent="-285750">
              <a:spcAft>
                <a:spcPts val="651"/>
              </a:spcAft>
              <a:buFont typeface="Arial" panose="020B0604020202020204" pitchFamily="34" charset="0"/>
              <a:buChar char="•"/>
            </a:pPr>
            <a:r>
              <a:rPr lang="en-US" dirty="0">
                <a:latin typeface="Montserrat" pitchFamily="2" charset="77"/>
              </a:rPr>
              <a:t>Environment’s operating systems, applications, and network devices.</a:t>
            </a:r>
          </a:p>
        </p:txBody>
      </p:sp>
      <p:sp>
        <p:nvSpPr>
          <p:cNvPr id="40" name="Slide Number Placeholder 3">
            <a:extLst>
              <a:ext uri="{FF2B5EF4-FFF2-40B4-BE49-F238E27FC236}">
                <a16:creationId xmlns:a16="http://schemas.microsoft.com/office/drawing/2014/main" id="{06B09975-4CA9-E053-EF1A-D2B2834B265F}"/>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12</a:t>
            </a:fld>
            <a:endParaRPr lang="en-GB"/>
          </a:p>
        </p:txBody>
      </p:sp>
    </p:spTree>
    <p:extLst>
      <p:ext uri="{BB962C8B-B14F-4D97-AF65-F5344CB8AC3E}">
        <p14:creationId xmlns:p14="http://schemas.microsoft.com/office/powerpoint/2010/main" val="2370280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9B3D7-0F16-4247-A6E3-BF8AC6A60AD9}"/>
              </a:ext>
            </a:extLst>
          </p:cNvPr>
          <p:cNvSpPr>
            <a:spLocks noGrp="1"/>
          </p:cNvSpPr>
          <p:nvPr>
            <p:ph type="body" sz="quarter" idx="12"/>
          </p:nvPr>
        </p:nvSpPr>
        <p:spPr>
          <a:xfrm>
            <a:off x="1212111" y="378746"/>
            <a:ext cx="10595714" cy="520263"/>
          </a:xfrm>
        </p:spPr>
        <p:txBody>
          <a:bodyPr anchor="t">
            <a:normAutofit/>
          </a:bodyPr>
          <a:lstStyle/>
          <a:p>
            <a:pPr>
              <a:lnSpc>
                <a:spcPct val="90000"/>
              </a:lnSpc>
              <a:spcAft>
                <a:spcPts val="600"/>
              </a:spcAft>
            </a:pPr>
            <a:r>
              <a:rPr lang="en-GB" dirty="0"/>
              <a:t>Benefits</a:t>
            </a:r>
            <a:endParaRPr lang="en-GB"/>
          </a:p>
        </p:txBody>
      </p:sp>
      <p:sp>
        <p:nvSpPr>
          <p:cNvPr id="3" name="Text Placeholder 2">
            <a:extLst>
              <a:ext uri="{FF2B5EF4-FFF2-40B4-BE49-F238E27FC236}">
                <a16:creationId xmlns:a16="http://schemas.microsoft.com/office/drawing/2014/main" id="{9B62A1A9-6721-4A33-8362-3BAA4C95365E}"/>
              </a:ext>
            </a:extLst>
          </p:cNvPr>
          <p:cNvSpPr>
            <a:spLocks noGrp="1"/>
          </p:cNvSpPr>
          <p:nvPr>
            <p:ph type="body" sz="quarter" idx="11"/>
          </p:nvPr>
        </p:nvSpPr>
        <p:spPr>
          <a:xfrm>
            <a:off x="1212112" y="1002082"/>
            <a:ext cx="10186574" cy="5689590"/>
          </a:xfrm>
        </p:spPr>
        <p:txBody>
          <a:bodyPr anchor="t">
            <a:normAutofit lnSpcReduction="10000"/>
          </a:bodyPr>
          <a:lstStyle/>
          <a:p>
            <a:r>
              <a:rPr lang="en-GB" b="1" dirty="0"/>
              <a:t>Increased efficiency, stability and control</a:t>
            </a:r>
            <a:r>
              <a:rPr lang="en-GB" dirty="0"/>
              <a:t>:</a:t>
            </a:r>
          </a:p>
          <a:p>
            <a:pPr lvl="1"/>
            <a:r>
              <a:rPr lang="en-GB" dirty="0"/>
              <a:t>Improved visibility and tracking.</a:t>
            </a:r>
          </a:p>
          <a:p>
            <a:pPr lvl="1"/>
            <a:r>
              <a:rPr lang="en-GB" dirty="0"/>
              <a:t>Accurate knowledge reduces duplication.</a:t>
            </a:r>
          </a:p>
          <a:p>
            <a:pPr lvl="1"/>
            <a:r>
              <a:rPr lang="en-GB" dirty="0"/>
              <a:t>Rapid detection, correction of issues and restoration of service.</a:t>
            </a:r>
          </a:p>
          <a:p>
            <a:pPr lvl="1"/>
            <a:r>
              <a:rPr lang="en-GB" dirty="0"/>
              <a:t>Greater agility.</a:t>
            </a:r>
          </a:p>
          <a:p>
            <a:pPr marL="0" lvl="1" indent="0">
              <a:buNone/>
            </a:pPr>
            <a:endParaRPr lang="en-GB" dirty="0"/>
          </a:p>
          <a:p>
            <a:r>
              <a:rPr lang="en-GB" b="1" dirty="0"/>
              <a:t>Change management</a:t>
            </a:r>
            <a:r>
              <a:rPr lang="en-GB" dirty="0"/>
              <a:t>:</a:t>
            </a:r>
          </a:p>
          <a:p>
            <a:pPr lvl="1"/>
            <a:r>
              <a:rPr lang="en-GB" dirty="0"/>
              <a:t>Know prior structure.</a:t>
            </a:r>
          </a:p>
          <a:p>
            <a:pPr lvl="1"/>
            <a:r>
              <a:rPr lang="en-GB" dirty="0"/>
              <a:t>Avoid incompatibility issues and problems.</a:t>
            </a:r>
          </a:p>
          <a:p>
            <a:pPr marL="0" lvl="1" indent="0">
              <a:buNone/>
            </a:pPr>
            <a:r>
              <a:rPr lang="en-GB" dirty="0"/>
              <a:t> </a:t>
            </a:r>
          </a:p>
          <a:p>
            <a:r>
              <a:rPr lang="en-GB" b="1" dirty="0"/>
              <a:t>Security</a:t>
            </a:r>
            <a:r>
              <a:rPr lang="en-GB" dirty="0"/>
              <a:t>:</a:t>
            </a:r>
            <a:endParaRPr lang="en-GB" b="1" dirty="0"/>
          </a:p>
          <a:p>
            <a:pPr lvl="1"/>
            <a:r>
              <a:rPr lang="en-GB" dirty="0"/>
              <a:t>Decreased risk and greater levels.</a:t>
            </a:r>
          </a:p>
          <a:p>
            <a:pPr marL="0" lvl="1" indent="0">
              <a:buNone/>
            </a:pPr>
            <a:endParaRPr lang="en-GB" dirty="0"/>
          </a:p>
          <a:p>
            <a:r>
              <a:rPr lang="en-GB" b="1" dirty="0"/>
              <a:t>Audit</a:t>
            </a:r>
            <a:r>
              <a:rPr lang="en-GB" dirty="0"/>
              <a:t>:</a:t>
            </a:r>
            <a:endParaRPr lang="en-GB" b="1" dirty="0"/>
          </a:p>
          <a:p>
            <a:pPr lvl="1"/>
            <a:r>
              <a:rPr lang="en-GB" dirty="0"/>
              <a:t>Define and enforce formal policies and procedures.</a:t>
            </a:r>
          </a:p>
          <a:p>
            <a:pPr lvl="1"/>
            <a:r>
              <a:rPr lang="en-GB" dirty="0"/>
              <a:t>Asset identification and monitoring.</a:t>
            </a:r>
          </a:p>
          <a:p>
            <a:endParaRPr lang="en-GB" dirty="0"/>
          </a:p>
        </p:txBody>
      </p:sp>
      <p:sp>
        <p:nvSpPr>
          <p:cNvPr id="8" name="Slide Number Placeholder 3">
            <a:extLst>
              <a:ext uri="{FF2B5EF4-FFF2-40B4-BE49-F238E27FC236}">
                <a16:creationId xmlns:a16="http://schemas.microsoft.com/office/drawing/2014/main" id="{8D86122A-F6A7-02B6-5813-B78B9FF8E664}"/>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13</a:t>
            </a:fld>
            <a:endParaRPr lang="en-GB"/>
          </a:p>
        </p:txBody>
      </p:sp>
    </p:spTree>
    <p:extLst>
      <p:ext uri="{BB962C8B-B14F-4D97-AF65-F5344CB8AC3E}">
        <p14:creationId xmlns:p14="http://schemas.microsoft.com/office/powerpoint/2010/main" val="3753217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943D6-D544-4244-9881-38BF9BA82662}"/>
              </a:ext>
            </a:extLst>
          </p:cNvPr>
          <p:cNvSpPr>
            <a:spLocks noGrp="1"/>
          </p:cNvSpPr>
          <p:nvPr>
            <p:ph type="ctrTitle"/>
          </p:nvPr>
        </p:nvSpPr>
        <p:spPr/>
        <p:txBody>
          <a:bodyPr/>
          <a:lstStyle/>
          <a:p>
            <a:r>
              <a:rPr lang="en-GB" dirty="0"/>
              <a:t>review</a:t>
            </a:r>
          </a:p>
        </p:txBody>
      </p:sp>
      <p:sp>
        <p:nvSpPr>
          <p:cNvPr id="3" name="Action Button: Go Forward or Next 2">
            <a:hlinkClick r:id="rId3" highlightClick="1"/>
            <a:extLst>
              <a:ext uri="{FF2B5EF4-FFF2-40B4-BE49-F238E27FC236}">
                <a16:creationId xmlns:a16="http://schemas.microsoft.com/office/drawing/2014/main" id="{7C318F2B-C012-E2F2-86C4-8132254E4460}"/>
              </a:ext>
            </a:extLst>
          </p:cNvPr>
          <p:cNvSpPr/>
          <p:nvPr/>
        </p:nvSpPr>
        <p:spPr>
          <a:xfrm>
            <a:off x="3752192" y="5707116"/>
            <a:ext cx="1087821" cy="819807"/>
          </a:xfrm>
          <a:prstGeom prst="actionButtonForwardNex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itle 1">
            <a:extLst>
              <a:ext uri="{FF2B5EF4-FFF2-40B4-BE49-F238E27FC236}">
                <a16:creationId xmlns:a16="http://schemas.microsoft.com/office/drawing/2014/main" id="{B1484638-83F1-7158-342F-617BEC891E3F}"/>
              </a:ext>
            </a:extLst>
          </p:cNvPr>
          <p:cNvSpPr txBox="1">
            <a:spLocks/>
          </p:cNvSpPr>
          <p:nvPr/>
        </p:nvSpPr>
        <p:spPr>
          <a:xfrm>
            <a:off x="1980132" y="5588545"/>
            <a:ext cx="5719761" cy="819808"/>
          </a:xfrm>
          <a:prstGeom prst="rect">
            <a:avLst/>
          </a:prstGeom>
        </p:spPr>
        <p:txBody>
          <a:bodyPr vert="horz" lIns="0" tIns="0" rIns="0" bIns="0" rtlCol="0" anchor="b" anchorCtr="0">
            <a:noAutofit/>
          </a:bodyPr>
          <a:lstStyle>
            <a:lvl1pPr algn="l" defTabSz="914377" rtl="0" eaLnBrk="1" latinLnBrk="0" hangingPunct="1">
              <a:lnSpc>
                <a:spcPct val="90000"/>
              </a:lnSpc>
              <a:spcBef>
                <a:spcPct val="0"/>
              </a:spcBef>
              <a:buNone/>
              <a:defRPr sz="3600" b="0" i="0" kern="1200" cap="none" spc="60" baseline="0">
                <a:solidFill>
                  <a:srgbClr val="004050"/>
                </a:solidFill>
                <a:latin typeface="Montserrat Black" panose="00000A00000000000000" pitchFamily="2" charset="0"/>
                <a:ea typeface="+mj-ea"/>
                <a:cs typeface="+mj-cs"/>
              </a:defRPr>
            </a:lvl1pPr>
          </a:lstStyle>
          <a:p>
            <a:r>
              <a:rPr lang="en-GB" dirty="0"/>
              <a:t>Quiz</a:t>
            </a:r>
          </a:p>
        </p:txBody>
      </p:sp>
    </p:spTree>
    <p:extLst>
      <p:ext uri="{BB962C8B-B14F-4D97-AF65-F5344CB8AC3E}">
        <p14:creationId xmlns:p14="http://schemas.microsoft.com/office/powerpoint/2010/main" val="1734973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489301-45C5-4586-A14D-022F60CBC6E0}"/>
              </a:ext>
            </a:extLst>
          </p:cNvPr>
          <p:cNvSpPr>
            <a:spLocks noGrp="1"/>
          </p:cNvSpPr>
          <p:nvPr>
            <p:ph type="body" sz="quarter" idx="12"/>
          </p:nvPr>
        </p:nvSpPr>
        <p:spPr/>
        <p:txBody>
          <a:bodyPr/>
          <a:lstStyle/>
          <a:p>
            <a:endParaRPr lang="en-GB"/>
          </a:p>
        </p:txBody>
      </p:sp>
      <p:sp>
        <p:nvSpPr>
          <p:cNvPr id="3" name="Title 2"/>
          <p:cNvSpPr>
            <a:spLocks noGrp="1"/>
          </p:cNvSpPr>
          <p:nvPr>
            <p:ph type="ctrTitle"/>
          </p:nvPr>
        </p:nvSpPr>
        <p:spPr/>
        <p:txBody>
          <a:bodyPr/>
          <a:lstStyle/>
          <a:p>
            <a:r>
              <a:rPr lang="en-GB" dirty="0"/>
              <a:t>Questions and feedback</a:t>
            </a:r>
          </a:p>
        </p:txBody>
      </p:sp>
    </p:spTree>
    <p:extLst>
      <p:ext uri="{BB962C8B-B14F-4D97-AF65-F5344CB8AC3E}">
        <p14:creationId xmlns:p14="http://schemas.microsoft.com/office/powerpoint/2010/main" val="3983785826"/>
      </p:ext>
    </p:extLst>
  </p:cSld>
  <p:clrMapOvr>
    <a:masterClrMapping/>
  </p:clrMapOvr>
</p:sld>
</file>

<file path=ppt/theme/theme1.xml><?xml version="1.0" encoding="utf-8"?>
<a:theme xmlns:a="http://schemas.openxmlformats.org/drawingml/2006/main" name="NoKrana">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NoKrana" id="{6445C680-CEE2-46E4-B67B-52F27D5E4F2B}" vid="{340589B6-7E52-41CF-9204-94B2862D1A69}"/>
    </a:ext>
  </a:extLst>
</a:theme>
</file>

<file path=ppt/theme/theme2.xml><?xml version="1.0" encoding="utf-8"?>
<a:theme xmlns:a="http://schemas.openxmlformats.org/drawingml/2006/main" name="Master_Red_and_Purpl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Master_Yellow_and_Orang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4.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5.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6.xml><?xml version="1.0" encoding="utf-8"?>
<a:theme xmlns:a="http://schemas.openxmlformats.org/drawingml/2006/main" name="1_NoKrana">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NoKrana" id="{6445C680-CEE2-46E4-B67B-52F27D5E4F2B}" vid="{340589B6-7E52-41CF-9204-94B2862D1A69}"/>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86EDB16-6828-492F-94EF-BF8CB2A035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CE287A7-626A-41C1-92DF-BE8EECFCD6C2}">
  <ds:schemaRefs>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elements/1.1/"/>
    <ds:schemaRef ds:uri="http://purl.org/dc/dcmitype/"/>
    <ds:schemaRef ds:uri="http://schemas.microsoft.com/office/infopath/2007/PartnerControls"/>
    <ds:schemaRef ds:uri="b1a5ee1a-8fde-4856-91f5-54e57671cd65"/>
    <ds:schemaRef ds:uri="http://www.w3.org/XML/1998/namespace"/>
    <ds:schemaRef ds:uri="9e706368-9a73-4dcc-9221-b8fc62424fbc"/>
    <ds:schemaRef ds:uri="eb7c3fc1-ccd5-477b-94a4-7b6dc96a8d59"/>
  </ds:schemaRefs>
</ds:datastoreItem>
</file>

<file path=customXml/itemProps3.xml><?xml version="1.0" encoding="utf-8"?>
<ds:datastoreItem xmlns:ds="http://schemas.openxmlformats.org/officeDocument/2006/customXml" ds:itemID="{DCDB2D89-314C-4D83-B504-BF4072DFB9F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2315</Words>
  <Application>Microsoft Office PowerPoint</Application>
  <PresentationFormat>Widescreen</PresentationFormat>
  <Paragraphs>229</Paragraphs>
  <Slides>15</Slides>
  <Notes>15</Notes>
  <HiddenSlides>1</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15</vt:i4>
      </vt:variant>
    </vt:vector>
  </HeadingPairs>
  <TitlesOfParts>
    <vt:vector size="27" baseType="lpstr">
      <vt:lpstr>Arial</vt:lpstr>
      <vt:lpstr>Courier New</vt:lpstr>
      <vt:lpstr>Krana Fat B</vt:lpstr>
      <vt:lpstr>Montserrat</vt:lpstr>
      <vt:lpstr>Montserrat Black</vt:lpstr>
      <vt:lpstr>Wingdings</vt:lpstr>
      <vt:lpstr>NoKrana</vt:lpstr>
      <vt:lpstr>Master_Red_and_Purple</vt:lpstr>
      <vt:lpstr>Master_Yellow_and_Orange</vt:lpstr>
      <vt:lpstr>Master_Blue</vt:lpstr>
      <vt:lpstr>Master_Neutral</vt:lpstr>
      <vt:lpstr>1_NoKrana</vt:lpstr>
      <vt:lpstr>Software Developer  Agile Software Development  Configuration Management &amp; Version Control </vt:lpstr>
      <vt:lpstr>PowerPoint Presentation</vt:lpstr>
      <vt:lpstr>Why do we need configuration management?</vt:lpstr>
      <vt:lpstr>PowerPoint Presentation</vt:lpstr>
      <vt:lpstr>Requirement management</vt:lpstr>
      <vt:lpstr>PowerPoint Presentation</vt:lpstr>
      <vt:lpstr>Test scripts</vt:lpstr>
      <vt:lpstr>PowerPoint Presentation</vt:lpstr>
      <vt:lpstr>PowerPoint Presentation</vt:lpstr>
      <vt:lpstr>PowerPoint Presentation</vt:lpstr>
      <vt:lpstr>PowerPoint Presentation</vt:lpstr>
      <vt:lpstr>PowerPoint Presentation</vt:lpstr>
      <vt:lpstr>PowerPoint Presentation</vt:lpstr>
      <vt:lpstr>review</vt:lpstr>
      <vt:lpstr>Questions and feedback</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 here and here</dc:title>
  <dc:subject/>
  <dc:creator>Haynes, Amanda</dc:creator>
  <cp:keywords/>
  <dc:description/>
  <cp:lastModifiedBy>Baradaran, Mike</cp:lastModifiedBy>
  <cp:revision>73</cp:revision>
  <cp:lastPrinted>2019-07-03T09:46:41Z</cp:lastPrinted>
  <dcterms:created xsi:type="dcterms:W3CDTF">2021-11-17T15:28:08Z</dcterms:created>
  <dcterms:modified xsi:type="dcterms:W3CDTF">2025-01-24T23:28:53Z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ies>
</file>