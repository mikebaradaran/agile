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462" r:id="rId5"/>
    <p:sldId id="753" r:id="rId6"/>
    <p:sldId id="757" r:id="rId7"/>
    <p:sldId id="758" r:id="rId8"/>
    <p:sldId id="773" r:id="rId9"/>
    <p:sldId id="614" r:id="rId10"/>
    <p:sldId id="782" r:id="rId11"/>
    <p:sldId id="609" r:id="rId12"/>
    <p:sldId id="615" r:id="rId13"/>
    <p:sldId id="759" r:id="rId14"/>
    <p:sldId id="616" r:id="rId15"/>
    <p:sldId id="617" r:id="rId16"/>
    <p:sldId id="618" r:id="rId17"/>
    <p:sldId id="597" r:id="rId18"/>
    <p:sldId id="756" r:id="rId19"/>
    <p:sldId id="45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8EDFCB-BFD4-48E3-8A98-949F34536440}" v="2" dt="2022-01-31T14:04:38.873"/>
    <p1510:client id="{5081F697-3F4B-4280-8053-098D0ED596AB}" v="1" dt="2022-02-01T10:31:14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0619" autoAdjust="0"/>
  </p:normalViewPr>
  <p:slideViewPr>
    <p:cSldViewPr snapToGrid="0">
      <p:cViewPr varScale="1">
        <p:scale>
          <a:sx n="55" d="100"/>
          <a:sy n="55" d="100"/>
        </p:scale>
        <p:origin x="174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Andrew Rogers" userId="fbd1f26338c9b5ce" providerId="LiveId" clId="{5081F697-3F4B-4280-8053-098D0ED596AB}"/>
    <pc:docChg chg="addSld modSld">
      <pc:chgData name="MarkAndrew Rogers" userId="fbd1f26338c9b5ce" providerId="LiveId" clId="{5081F697-3F4B-4280-8053-098D0ED596AB}" dt="2022-02-01T10:32:02.848" v="60" actId="20577"/>
      <pc:docMkLst>
        <pc:docMk/>
      </pc:docMkLst>
      <pc:sldChg chg="modSp add mod">
        <pc:chgData name="MarkAndrew Rogers" userId="fbd1f26338c9b5ce" providerId="LiveId" clId="{5081F697-3F4B-4280-8053-098D0ED596AB}" dt="2022-02-01T10:32:02.848" v="60" actId="20577"/>
        <pc:sldMkLst>
          <pc:docMk/>
          <pc:sldMk cId="1932256695" sldId="456"/>
        </pc:sldMkLst>
        <pc:spChg chg="mod">
          <ac:chgData name="MarkAndrew Rogers" userId="fbd1f26338c9b5ce" providerId="LiveId" clId="{5081F697-3F4B-4280-8053-098D0ED596AB}" dt="2022-02-01T10:32:02.848" v="60" actId="20577"/>
          <ac:spMkLst>
            <pc:docMk/>
            <pc:sldMk cId="1932256695" sldId="456"/>
            <ac:spMk id="7" creationId="{CCC4AE2F-C0E8-473D-9D53-77A9DA3BEA1F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9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5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6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7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3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9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5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6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7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B64239-6A1B-4768-AB8F-E586ABB9292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6E1BBB-E14F-4F6F-93D0-BEEDA0F9C9A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Understand What Agile is</a:t>
          </a:r>
          <a:endParaRPr lang="en-US"/>
        </a:p>
      </dgm:t>
    </dgm:pt>
    <dgm:pt modelId="{391BFCE4-FB57-42E7-A0F9-94BE9B8FAE0F}" type="parTrans" cxnId="{2D407F25-FF5E-4928-B45D-BCD0685B2099}">
      <dgm:prSet/>
      <dgm:spPr/>
      <dgm:t>
        <a:bodyPr/>
        <a:lstStyle/>
        <a:p>
          <a:endParaRPr lang="en-US"/>
        </a:p>
      </dgm:t>
    </dgm:pt>
    <dgm:pt modelId="{E1AE0CB5-2A8E-491A-BF9B-8BF063638B42}" type="sibTrans" cxnId="{2D407F25-FF5E-4928-B45D-BCD0685B2099}">
      <dgm:prSet/>
      <dgm:spPr/>
      <dgm:t>
        <a:bodyPr/>
        <a:lstStyle/>
        <a:p>
          <a:endParaRPr lang="en-US"/>
        </a:p>
      </dgm:t>
    </dgm:pt>
    <dgm:pt modelId="{BFD1E6FE-B008-48FB-A1C6-1508A632E6B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Why you would want to use Agile for your Software Development Project</a:t>
          </a:r>
          <a:endParaRPr lang="en-US"/>
        </a:p>
      </dgm:t>
    </dgm:pt>
    <dgm:pt modelId="{4728B10D-F739-4B44-A32A-CC0FC61AF39C}" type="parTrans" cxnId="{7FE701E7-9A8A-416C-942E-DCC29F467A0A}">
      <dgm:prSet/>
      <dgm:spPr/>
      <dgm:t>
        <a:bodyPr/>
        <a:lstStyle/>
        <a:p>
          <a:endParaRPr lang="en-US"/>
        </a:p>
      </dgm:t>
    </dgm:pt>
    <dgm:pt modelId="{74702176-D08D-4E3D-8E46-DA67AA5FDE31}" type="sibTrans" cxnId="{7FE701E7-9A8A-416C-942E-DCC29F467A0A}">
      <dgm:prSet/>
      <dgm:spPr/>
      <dgm:t>
        <a:bodyPr/>
        <a:lstStyle/>
        <a:p>
          <a:endParaRPr lang="en-US"/>
        </a:p>
      </dgm:t>
    </dgm:pt>
    <dgm:pt modelId="{DC180F98-C57F-44F4-8DB8-A22BED1EC12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Appreciate the concept of the Agile Manifesto</a:t>
          </a:r>
          <a:endParaRPr lang="en-US"/>
        </a:p>
      </dgm:t>
    </dgm:pt>
    <dgm:pt modelId="{4099008F-4888-4CE6-BFC2-500236EFA649}" type="parTrans" cxnId="{4A5E9554-0EDA-4403-9DDF-5258105C2FDB}">
      <dgm:prSet/>
      <dgm:spPr/>
      <dgm:t>
        <a:bodyPr/>
        <a:lstStyle/>
        <a:p>
          <a:endParaRPr lang="en-US"/>
        </a:p>
      </dgm:t>
    </dgm:pt>
    <dgm:pt modelId="{B1464F63-C647-42F6-BC32-99F6453DB9E2}" type="sibTrans" cxnId="{4A5E9554-0EDA-4403-9DDF-5258105C2FDB}">
      <dgm:prSet/>
      <dgm:spPr/>
      <dgm:t>
        <a:bodyPr/>
        <a:lstStyle/>
        <a:p>
          <a:endParaRPr lang="en-US"/>
        </a:p>
      </dgm:t>
    </dgm:pt>
    <dgm:pt modelId="{77443D9C-815D-4A55-B2A4-606F6AFAB28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Understand and use the 12 Agile Principles to support the Agile Manifesto and the Agile Framework.</a:t>
          </a:r>
          <a:endParaRPr lang="en-US" dirty="0"/>
        </a:p>
      </dgm:t>
    </dgm:pt>
    <dgm:pt modelId="{C8FD7651-FF6C-4838-A17F-FB624B5A78D9}" type="parTrans" cxnId="{EB6AB1D4-0023-4918-91DE-34AAB14E4FB6}">
      <dgm:prSet/>
      <dgm:spPr/>
      <dgm:t>
        <a:bodyPr/>
        <a:lstStyle/>
        <a:p>
          <a:endParaRPr lang="en-US"/>
        </a:p>
      </dgm:t>
    </dgm:pt>
    <dgm:pt modelId="{20B0CD53-061E-475A-9CA7-F6D76A97EA6D}" type="sibTrans" cxnId="{EB6AB1D4-0023-4918-91DE-34AAB14E4FB6}">
      <dgm:prSet/>
      <dgm:spPr/>
      <dgm:t>
        <a:bodyPr/>
        <a:lstStyle/>
        <a:p>
          <a:endParaRPr lang="en-US"/>
        </a:p>
      </dgm:t>
    </dgm:pt>
    <dgm:pt modelId="{82FBEBC3-95B5-40AF-AB0D-E9EC7828BFC0}" type="pres">
      <dgm:prSet presAssocID="{1BB64239-6A1B-4768-AB8F-E586ABB9292D}" presName="root" presStyleCnt="0">
        <dgm:presLayoutVars>
          <dgm:dir/>
          <dgm:resizeHandles val="exact"/>
        </dgm:presLayoutVars>
      </dgm:prSet>
      <dgm:spPr/>
    </dgm:pt>
    <dgm:pt modelId="{082153D8-4BF0-4C3A-8826-A162E75EB21E}" type="pres">
      <dgm:prSet presAssocID="{8C6E1BBB-E14F-4F6F-93D0-BEEDA0F9C9A5}" presName="compNode" presStyleCnt="0"/>
      <dgm:spPr/>
    </dgm:pt>
    <dgm:pt modelId="{0E1ECFB9-6DEB-484D-A11B-48F7AB01E8D6}" type="pres">
      <dgm:prSet presAssocID="{8C6E1BBB-E14F-4F6F-93D0-BEEDA0F9C9A5}" presName="bgRect" presStyleLbl="bgShp" presStyleIdx="0" presStyleCnt="4"/>
      <dgm:spPr/>
    </dgm:pt>
    <dgm:pt modelId="{3B49007C-C7EC-4807-B2C5-C47609E7AA2A}" type="pres">
      <dgm:prSet presAssocID="{8C6E1BBB-E14F-4F6F-93D0-BEEDA0F9C9A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3A3C372-A206-4912-8E99-8C0D4285D07F}" type="pres">
      <dgm:prSet presAssocID="{8C6E1BBB-E14F-4F6F-93D0-BEEDA0F9C9A5}" presName="spaceRect" presStyleCnt="0"/>
      <dgm:spPr/>
    </dgm:pt>
    <dgm:pt modelId="{8E0DE15F-9F32-4358-9305-41A1E9D3ABD8}" type="pres">
      <dgm:prSet presAssocID="{8C6E1BBB-E14F-4F6F-93D0-BEEDA0F9C9A5}" presName="parTx" presStyleLbl="revTx" presStyleIdx="0" presStyleCnt="4">
        <dgm:presLayoutVars>
          <dgm:chMax val="0"/>
          <dgm:chPref val="0"/>
        </dgm:presLayoutVars>
      </dgm:prSet>
      <dgm:spPr/>
    </dgm:pt>
    <dgm:pt modelId="{52584313-02BD-4ED0-82B4-A384BE14024C}" type="pres">
      <dgm:prSet presAssocID="{E1AE0CB5-2A8E-491A-BF9B-8BF063638B42}" presName="sibTrans" presStyleCnt="0"/>
      <dgm:spPr/>
    </dgm:pt>
    <dgm:pt modelId="{FC1C8337-B0AF-482B-916D-E2DAAD694847}" type="pres">
      <dgm:prSet presAssocID="{BFD1E6FE-B008-48FB-A1C6-1508A632E6B8}" presName="compNode" presStyleCnt="0"/>
      <dgm:spPr/>
    </dgm:pt>
    <dgm:pt modelId="{7DF2A197-C5E9-4968-9635-FBC84E85DC38}" type="pres">
      <dgm:prSet presAssocID="{BFD1E6FE-B008-48FB-A1C6-1508A632E6B8}" presName="bgRect" presStyleLbl="bgShp" presStyleIdx="1" presStyleCnt="4"/>
      <dgm:spPr/>
    </dgm:pt>
    <dgm:pt modelId="{7E608227-D227-45EF-A151-A2B2EFEF96F2}" type="pres">
      <dgm:prSet presAssocID="{BFD1E6FE-B008-48FB-A1C6-1508A632E6B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2451409D-EA1B-4284-A1AE-C30716A35316}" type="pres">
      <dgm:prSet presAssocID="{BFD1E6FE-B008-48FB-A1C6-1508A632E6B8}" presName="spaceRect" presStyleCnt="0"/>
      <dgm:spPr/>
    </dgm:pt>
    <dgm:pt modelId="{88B6A7BB-BB14-456C-959F-D6A99CD58C62}" type="pres">
      <dgm:prSet presAssocID="{BFD1E6FE-B008-48FB-A1C6-1508A632E6B8}" presName="parTx" presStyleLbl="revTx" presStyleIdx="1" presStyleCnt="4">
        <dgm:presLayoutVars>
          <dgm:chMax val="0"/>
          <dgm:chPref val="0"/>
        </dgm:presLayoutVars>
      </dgm:prSet>
      <dgm:spPr/>
    </dgm:pt>
    <dgm:pt modelId="{1116B559-FC15-4DB2-AEFF-AFAEC6A6EC53}" type="pres">
      <dgm:prSet presAssocID="{74702176-D08D-4E3D-8E46-DA67AA5FDE31}" presName="sibTrans" presStyleCnt="0"/>
      <dgm:spPr/>
    </dgm:pt>
    <dgm:pt modelId="{D447AEDE-9553-4851-B35E-AE895156AD51}" type="pres">
      <dgm:prSet presAssocID="{DC180F98-C57F-44F4-8DB8-A22BED1EC128}" presName="compNode" presStyleCnt="0"/>
      <dgm:spPr/>
    </dgm:pt>
    <dgm:pt modelId="{E0A8914B-9C73-4176-9DB0-FBE9E109A216}" type="pres">
      <dgm:prSet presAssocID="{DC180F98-C57F-44F4-8DB8-A22BED1EC128}" presName="bgRect" presStyleLbl="bgShp" presStyleIdx="2" presStyleCnt="4"/>
      <dgm:spPr/>
    </dgm:pt>
    <dgm:pt modelId="{B1765590-267F-43C0-9004-8FFBF3CDC8D4}" type="pres">
      <dgm:prSet presAssocID="{DC180F98-C57F-44F4-8DB8-A22BED1EC12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32A9EF0F-C55F-4CA2-8D7A-EB6E30908FAC}" type="pres">
      <dgm:prSet presAssocID="{DC180F98-C57F-44F4-8DB8-A22BED1EC128}" presName="spaceRect" presStyleCnt="0"/>
      <dgm:spPr/>
    </dgm:pt>
    <dgm:pt modelId="{06F2E433-3243-4762-A995-7537361E8341}" type="pres">
      <dgm:prSet presAssocID="{DC180F98-C57F-44F4-8DB8-A22BED1EC128}" presName="parTx" presStyleLbl="revTx" presStyleIdx="2" presStyleCnt="4">
        <dgm:presLayoutVars>
          <dgm:chMax val="0"/>
          <dgm:chPref val="0"/>
        </dgm:presLayoutVars>
      </dgm:prSet>
      <dgm:spPr/>
    </dgm:pt>
    <dgm:pt modelId="{9FE13230-0ACD-4F9C-9107-E64540CB6095}" type="pres">
      <dgm:prSet presAssocID="{B1464F63-C647-42F6-BC32-99F6453DB9E2}" presName="sibTrans" presStyleCnt="0"/>
      <dgm:spPr/>
    </dgm:pt>
    <dgm:pt modelId="{7AB24C05-987E-4B0D-9D4E-0B9DC0D60388}" type="pres">
      <dgm:prSet presAssocID="{77443D9C-815D-4A55-B2A4-606F6AFAB28F}" presName="compNode" presStyleCnt="0"/>
      <dgm:spPr/>
    </dgm:pt>
    <dgm:pt modelId="{A8D0DA39-2FDE-4E9E-8CDA-F82A7F4AB84B}" type="pres">
      <dgm:prSet presAssocID="{77443D9C-815D-4A55-B2A4-606F6AFAB28F}" presName="bgRect" presStyleLbl="bgShp" presStyleIdx="3" presStyleCnt="4"/>
      <dgm:spPr/>
    </dgm:pt>
    <dgm:pt modelId="{C526A02D-F0CD-4CE9-A564-9C29000A5C46}" type="pres">
      <dgm:prSet presAssocID="{77443D9C-815D-4A55-B2A4-606F6AFAB28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10A78F0-62CA-4C20-821C-CD66EE3E9053}" type="pres">
      <dgm:prSet presAssocID="{77443D9C-815D-4A55-B2A4-606F6AFAB28F}" presName="spaceRect" presStyleCnt="0"/>
      <dgm:spPr/>
    </dgm:pt>
    <dgm:pt modelId="{D33DD57A-8584-445E-9000-5D7F141C8BA4}" type="pres">
      <dgm:prSet presAssocID="{77443D9C-815D-4A55-B2A4-606F6AFAB28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D407F25-FF5E-4928-B45D-BCD0685B2099}" srcId="{1BB64239-6A1B-4768-AB8F-E586ABB9292D}" destId="{8C6E1BBB-E14F-4F6F-93D0-BEEDA0F9C9A5}" srcOrd="0" destOrd="0" parTransId="{391BFCE4-FB57-42E7-A0F9-94BE9B8FAE0F}" sibTransId="{E1AE0CB5-2A8E-491A-BF9B-8BF063638B42}"/>
    <dgm:cxn modelId="{15598147-57A7-424E-9DBC-FAFEA4729CAD}" type="presOf" srcId="{1BB64239-6A1B-4768-AB8F-E586ABB9292D}" destId="{82FBEBC3-95B5-40AF-AB0D-E9EC7828BFC0}" srcOrd="0" destOrd="0" presId="urn:microsoft.com/office/officeart/2018/2/layout/IconVerticalSolidList"/>
    <dgm:cxn modelId="{4A5E9554-0EDA-4403-9DDF-5258105C2FDB}" srcId="{1BB64239-6A1B-4768-AB8F-E586ABB9292D}" destId="{DC180F98-C57F-44F4-8DB8-A22BED1EC128}" srcOrd="2" destOrd="0" parTransId="{4099008F-4888-4CE6-BFC2-500236EFA649}" sibTransId="{B1464F63-C647-42F6-BC32-99F6453DB9E2}"/>
    <dgm:cxn modelId="{B607BEBA-F665-4683-9D84-DC909325378C}" type="presOf" srcId="{77443D9C-815D-4A55-B2A4-606F6AFAB28F}" destId="{D33DD57A-8584-445E-9000-5D7F141C8BA4}" srcOrd="0" destOrd="0" presId="urn:microsoft.com/office/officeart/2018/2/layout/IconVerticalSolidList"/>
    <dgm:cxn modelId="{441C7BC4-DE75-4561-A837-8F09E3B52B6C}" type="presOf" srcId="{DC180F98-C57F-44F4-8DB8-A22BED1EC128}" destId="{06F2E433-3243-4762-A995-7537361E8341}" srcOrd="0" destOrd="0" presId="urn:microsoft.com/office/officeart/2018/2/layout/IconVerticalSolidList"/>
    <dgm:cxn modelId="{EB6AB1D4-0023-4918-91DE-34AAB14E4FB6}" srcId="{1BB64239-6A1B-4768-AB8F-E586ABB9292D}" destId="{77443D9C-815D-4A55-B2A4-606F6AFAB28F}" srcOrd="3" destOrd="0" parTransId="{C8FD7651-FF6C-4838-A17F-FB624B5A78D9}" sibTransId="{20B0CD53-061E-475A-9CA7-F6D76A97EA6D}"/>
    <dgm:cxn modelId="{89AA4CD5-1914-43FB-B199-D65445D03033}" type="presOf" srcId="{8C6E1BBB-E14F-4F6F-93D0-BEEDA0F9C9A5}" destId="{8E0DE15F-9F32-4358-9305-41A1E9D3ABD8}" srcOrd="0" destOrd="0" presId="urn:microsoft.com/office/officeart/2018/2/layout/IconVerticalSolidList"/>
    <dgm:cxn modelId="{7FE701E7-9A8A-416C-942E-DCC29F467A0A}" srcId="{1BB64239-6A1B-4768-AB8F-E586ABB9292D}" destId="{BFD1E6FE-B008-48FB-A1C6-1508A632E6B8}" srcOrd="1" destOrd="0" parTransId="{4728B10D-F739-4B44-A32A-CC0FC61AF39C}" sibTransId="{74702176-D08D-4E3D-8E46-DA67AA5FDE31}"/>
    <dgm:cxn modelId="{AE11D8F4-BEEE-4BB9-9953-F8A2B7518F62}" type="presOf" srcId="{BFD1E6FE-B008-48FB-A1C6-1508A632E6B8}" destId="{88B6A7BB-BB14-456C-959F-D6A99CD58C62}" srcOrd="0" destOrd="0" presId="urn:microsoft.com/office/officeart/2018/2/layout/IconVerticalSolidList"/>
    <dgm:cxn modelId="{D27F214C-7CA9-4CAB-9BE8-51EBE3F3EACA}" type="presParOf" srcId="{82FBEBC3-95B5-40AF-AB0D-E9EC7828BFC0}" destId="{082153D8-4BF0-4C3A-8826-A162E75EB21E}" srcOrd="0" destOrd="0" presId="urn:microsoft.com/office/officeart/2018/2/layout/IconVerticalSolidList"/>
    <dgm:cxn modelId="{B346CB70-81E1-4F9D-9285-48BBAEBCF794}" type="presParOf" srcId="{082153D8-4BF0-4C3A-8826-A162E75EB21E}" destId="{0E1ECFB9-6DEB-484D-A11B-48F7AB01E8D6}" srcOrd="0" destOrd="0" presId="urn:microsoft.com/office/officeart/2018/2/layout/IconVerticalSolidList"/>
    <dgm:cxn modelId="{B63D8CD2-DB7C-4404-A3E0-743EC669329B}" type="presParOf" srcId="{082153D8-4BF0-4C3A-8826-A162E75EB21E}" destId="{3B49007C-C7EC-4807-B2C5-C47609E7AA2A}" srcOrd="1" destOrd="0" presId="urn:microsoft.com/office/officeart/2018/2/layout/IconVerticalSolidList"/>
    <dgm:cxn modelId="{F3048160-29CE-4F2C-AF88-96B7E1A56D6E}" type="presParOf" srcId="{082153D8-4BF0-4C3A-8826-A162E75EB21E}" destId="{A3A3C372-A206-4912-8E99-8C0D4285D07F}" srcOrd="2" destOrd="0" presId="urn:microsoft.com/office/officeart/2018/2/layout/IconVerticalSolidList"/>
    <dgm:cxn modelId="{60B032F3-5925-4EFB-A1A2-EE5AAC571CB4}" type="presParOf" srcId="{082153D8-4BF0-4C3A-8826-A162E75EB21E}" destId="{8E0DE15F-9F32-4358-9305-41A1E9D3ABD8}" srcOrd="3" destOrd="0" presId="urn:microsoft.com/office/officeart/2018/2/layout/IconVerticalSolidList"/>
    <dgm:cxn modelId="{2E76D9CD-F701-48F6-88D4-899262BA15D0}" type="presParOf" srcId="{82FBEBC3-95B5-40AF-AB0D-E9EC7828BFC0}" destId="{52584313-02BD-4ED0-82B4-A384BE14024C}" srcOrd="1" destOrd="0" presId="urn:microsoft.com/office/officeart/2018/2/layout/IconVerticalSolidList"/>
    <dgm:cxn modelId="{9A865EA8-A6FF-45BB-93F7-4D9D52D1C3DD}" type="presParOf" srcId="{82FBEBC3-95B5-40AF-AB0D-E9EC7828BFC0}" destId="{FC1C8337-B0AF-482B-916D-E2DAAD694847}" srcOrd="2" destOrd="0" presId="urn:microsoft.com/office/officeart/2018/2/layout/IconVerticalSolidList"/>
    <dgm:cxn modelId="{01562749-5E92-4AC1-9B06-E13BAC4F628B}" type="presParOf" srcId="{FC1C8337-B0AF-482B-916D-E2DAAD694847}" destId="{7DF2A197-C5E9-4968-9635-FBC84E85DC38}" srcOrd="0" destOrd="0" presId="urn:microsoft.com/office/officeart/2018/2/layout/IconVerticalSolidList"/>
    <dgm:cxn modelId="{91C86CD3-6605-40A0-9072-2B669EA72334}" type="presParOf" srcId="{FC1C8337-B0AF-482B-916D-E2DAAD694847}" destId="{7E608227-D227-45EF-A151-A2B2EFEF96F2}" srcOrd="1" destOrd="0" presId="urn:microsoft.com/office/officeart/2018/2/layout/IconVerticalSolidList"/>
    <dgm:cxn modelId="{14BDADAB-E1AA-4E11-8EA6-0F4F0C2BEBCC}" type="presParOf" srcId="{FC1C8337-B0AF-482B-916D-E2DAAD694847}" destId="{2451409D-EA1B-4284-A1AE-C30716A35316}" srcOrd="2" destOrd="0" presId="urn:microsoft.com/office/officeart/2018/2/layout/IconVerticalSolidList"/>
    <dgm:cxn modelId="{FAAC7EE1-B8D2-4A1C-9D11-0B3524ECF86D}" type="presParOf" srcId="{FC1C8337-B0AF-482B-916D-E2DAAD694847}" destId="{88B6A7BB-BB14-456C-959F-D6A99CD58C62}" srcOrd="3" destOrd="0" presId="urn:microsoft.com/office/officeart/2018/2/layout/IconVerticalSolidList"/>
    <dgm:cxn modelId="{D86DDD39-4F07-4133-B42F-EB43109CA85C}" type="presParOf" srcId="{82FBEBC3-95B5-40AF-AB0D-E9EC7828BFC0}" destId="{1116B559-FC15-4DB2-AEFF-AFAEC6A6EC53}" srcOrd="3" destOrd="0" presId="urn:microsoft.com/office/officeart/2018/2/layout/IconVerticalSolidList"/>
    <dgm:cxn modelId="{26CF52FC-9CE7-4167-B75D-5B325E94EC65}" type="presParOf" srcId="{82FBEBC3-95B5-40AF-AB0D-E9EC7828BFC0}" destId="{D447AEDE-9553-4851-B35E-AE895156AD51}" srcOrd="4" destOrd="0" presId="urn:microsoft.com/office/officeart/2018/2/layout/IconVerticalSolidList"/>
    <dgm:cxn modelId="{F6AEAE01-66D5-4B6C-9FAD-3F58D82B5CC5}" type="presParOf" srcId="{D447AEDE-9553-4851-B35E-AE895156AD51}" destId="{E0A8914B-9C73-4176-9DB0-FBE9E109A216}" srcOrd="0" destOrd="0" presId="urn:microsoft.com/office/officeart/2018/2/layout/IconVerticalSolidList"/>
    <dgm:cxn modelId="{0FDD14F3-8FCD-47A9-B364-FD3CCF7E6D31}" type="presParOf" srcId="{D447AEDE-9553-4851-B35E-AE895156AD51}" destId="{B1765590-267F-43C0-9004-8FFBF3CDC8D4}" srcOrd="1" destOrd="0" presId="urn:microsoft.com/office/officeart/2018/2/layout/IconVerticalSolidList"/>
    <dgm:cxn modelId="{59033596-482F-438D-B42B-B4CD4BB7902F}" type="presParOf" srcId="{D447AEDE-9553-4851-B35E-AE895156AD51}" destId="{32A9EF0F-C55F-4CA2-8D7A-EB6E30908FAC}" srcOrd="2" destOrd="0" presId="urn:microsoft.com/office/officeart/2018/2/layout/IconVerticalSolidList"/>
    <dgm:cxn modelId="{6D985406-80B5-49E7-A77B-09E0DC8A55FB}" type="presParOf" srcId="{D447AEDE-9553-4851-B35E-AE895156AD51}" destId="{06F2E433-3243-4762-A995-7537361E8341}" srcOrd="3" destOrd="0" presId="urn:microsoft.com/office/officeart/2018/2/layout/IconVerticalSolidList"/>
    <dgm:cxn modelId="{DABC804B-561F-4A8D-8B4C-FFE16616E0AD}" type="presParOf" srcId="{82FBEBC3-95B5-40AF-AB0D-E9EC7828BFC0}" destId="{9FE13230-0ACD-4F9C-9107-E64540CB6095}" srcOrd="5" destOrd="0" presId="urn:microsoft.com/office/officeart/2018/2/layout/IconVerticalSolidList"/>
    <dgm:cxn modelId="{AEDFBD54-6348-4E21-9497-A6F4B84BDCA5}" type="presParOf" srcId="{82FBEBC3-95B5-40AF-AB0D-E9EC7828BFC0}" destId="{7AB24C05-987E-4B0D-9D4E-0B9DC0D60388}" srcOrd="6" destOrd="0" presId="urn:microsoft.com/office/officeart/2018/2/layout/IconVerticalSolidList"/>
    <dgm:cxn modelId="{59276288-5AD9-44F4-8B48-ABCAE64C6774}" type="presParOf" srcId="{7AB24C05-987E-4B0D-9D4E-0B9DC0D60388}" destId="{A8D0DA39-2FDE-4E9E-8CDA-F82A7F4AB84B}" srcOrd="0" destOrd="0" presId="urn:microsoft.com/office/officeart/2018/2/layout/IconVerticalSolidList"/>
    <dgm:cxn modelId="{BD67B81B-17B4-4416-9D8E-693F388F7466}" type="presParOf" srcId="{7AB24C05-987E-4B0D-9D4E-0B9DC0D60388}" destId="{C526A02D-F0CD-4CE9-A564-9C29000A5C46}" srcOrd="1" destOrd="0" presId="urn:microsoft.com/office/officeart/2018/2/layout/IconVerticalSolidList"/>
    <dgm:cxn modelId="{AF8E6308-A61F-45B0-B327-AC20C1E2878B}" type="presParOf" srcId="{7AB24C05-987E-4B0D-9D4E-0B9DC0D60388}" destId="{A10A78F0-62CA-4C20-821C-CD66EE3E9053}" srcOrd="2" destOrd="0" presId="urn:microsoft.com/office/officeart/2018/2/layout/IconVerticalSolidList"/>
    <dgm:cxn modelId="{765B7FCD-C3DA-4575-9D34-93E0B96BAA83}" type="presParOf" srcId="{7AB24C05-987E-4B0D-9D4E-0B9DC0D60388}" destId="{D33DD57A-8584-445E-9000-5D7F141C8B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CA7B62-0EFB-4350-880B-0A03E48D557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123707-FF7B-4D46-9743-575C96B9732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Agile is the most common software development methodology</a:t>
          </a:r>
          <a:endParaRPr lang="en-US" dirty="0"/>
        </a:p>
      </dgm:t>
    </dgm:pt>
    <dgm:pt modelId="{64D956FE-60A4-47D4-9447-09B4F3667973}" type="parTrans" cxnId="{ACF3C73C-48D0-45EC-B808-B7A1E14F14F2}">
      <dgm:prSet/>
      <dgm:spPr/>
      <dgm:t>
        <a:bodyPr/>
        <a:lstStyle/>
        <a:p>
          <a:endParaRPr lang="en-US"/>
        </a:p>
      </dgm:t>
    </dgm:pt>
    <dgm:pt modelId="{8A969461-6B0B-44A1-A92A-E62C3A40841C}" type="sibTrans" cxnId="{ACF3C73C-48D0-45EC-B808-B7A1E14F14F2}">
      <dgm:prSet/>
      <dgm:spPr/>
      <dgm:t>
        <a:bodyPr/>
        <a:lstStyle/>
        <a:p>
          <a:endParaRPr lang="en-US"/>
        </a:p>
      </dgm:t>
    </dgm:pt>
    <dgm:pt modelId="{012D8B49-DCC7-44E8-A32B-D605A15BACD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It is an evolutionary methodology</a:t>
          </a:r>
          <a:endParaRPr lang="en-US" dirty="0"/>
        </a:p>
      </dgm:t>
    </dgm:pt>
    <dgm:pt modelId="{59F41490-D7D7-4AC4-888E-BDCB757E4529}" type="parTrans" cxnId="{0D83E82D-7252-4A88-9B67-C0D51135408E}">
      <dgm:prSet/>
      <dgm:spPr/>
      <dgm:t>
        <a:bodyPr/>
        <a:lstStyle/>
        <a:p>
          <a:endParaRPr lang="en-US"/>
        </a:p>
      </dgm:t>
    </dgm:pt>
    <dgm:pt modelId="{80E9E217-867D-4CBF-A077-65038D465D96}" type="sibTrans" cxnId="{0D83E82D-7252-4A88-9B67-C0D51135408E}">
      <dgm:prSet/>
      <dgm:spPr/>
      <dgm:t>
        <a:bodyPr/>
        <a:lstStyle/>
        <a:p>
          <a:endParaRPr lang="en-US"/>
        </a:p>
      </dgm:t>
    </dgm:pt>
    <dgm:pt modelId="{BC24A49C-D7B2-48DE-8577-BA0B6D54327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The software solution is developed through early prototype or iteration releases</a:t>
          </a:r>
          <a:endParaRPr lang="en-US"/>
        </a:p>
      </dgm:t>
    </dgm:pt>
    <dgm:pt modelId="{0E07D975-B838-46FB-97FB-C97FDB1BEA90}" type="parTrans" cxnId="{61076593-FD39-4414-8C71-55C17A399A50}">
      <dgm:prSet/>
      <dgm:spPr/>
      <dgm:t>
        <a:bodyPr/>
        <a:lstStyle/>
        <a:p>
          <a:endParaRPr lang="en-US"/>
        </a:p>
      </dgm:t>
    </dgm:pt>
    <dgm:pt modelId="{CCB20F47-1C8B-40E8-AC33-C9856FD40A5B}" type="sibTrans" cxnId="{61076593-FD39-4414-8C71-55C17A399A50}">
      <dgm:prSet/>
      <dgm:spPr/>
      <dgm:t>
        <a:bodyPr/>
        <a:lstStyle/>
        <a:p>
          <a:endParaRPr lang="en-US"/>
        </a:p>
      </dgm:t>
    </dgm:pt>
    <dgm:pt modelId="{ACEC46CB-957C-46CD-B8A6-42211C2E0588}" type="pres">
      <dgm:prSet presAssocID="{D8CA7B62-0EFB-4350-880B-0A03E48D5578}" presName="root" presStyleCnt="0">
        <dgm:presLayoutVars>
          <dgm:dir/>
          <dgm:resizeHandles val="exact"/>
        </dgm:presLayoutVars>
      </dgm:prSet>
      <dgm:spPr/>
    </dgm:pt>
    <dgm:pt modelId="{3DF13622-D09D-4407-8B07-5AEBA7ECB9C2}" type="pres">
      <dgm:prSet presAssocID="{B6123707-FF7B-4D46-9743-575C96B9732E}" presName="compNode" presStyleCnt="0"/>
      <dgm:spPr/>
    </dgm:pt>
    <dgm:pt modelId="{08EDA9F6-560B-4ED2-B841-AD54FCE8FE62}" type="pres">
      <dgm:prSet presAssocID="{B6123707-FF7B-4D46-9743-575C96B9732E}" presName="bgRect" presStyleLbl="bgShp" presStyleIdx="0" presStyleCnt="3"/>
      <dgm:spPr/>
    </dgm:pt>
    <dgm:pt modelId="{7521963F-2314-4C44-B3F7-0925C2B5357B}" type="pres">
      <dgm:prSet presAssocID="{B6123707-FF7B-4D46-9743-575C96B9732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8A2C8BE6-02B7-4AC3-8CDC-977A4D6B8FC2}" type="pres">
      <dgm:prSet presAssocID="{B6123707-FF7B-4D46-9743-575C96B9732E}" presName="spaceRect" presStyleCnt="0"/>
      <dgm:spPr/>
    </dgm:pt>
    <dgm:pt modelId="{5B7C080B-6FA2-45AB-BD4D-58B90E52145A}" type="pres">
      <dgm:prSet presAssocID="{B6123707-FF7B-4D46-9743-575C96B9732E}" presName="parTx" presStyleLbl="revTx" presStyleIdx="0" presStyleCnt="3">
        <dgm:presLayoutVars>
          <dgm:chMax val="0"/>
          <dgm:chPref val="0"/>
        </dgm:presLayoutVars>
      </dgm:prSet>
      <dgm:spPr/>
    </dgm:pt>
    <dgm:pt modelId="{5BD1010D-9A5B-4043-828F-E4FE10E31C36}" type="pres">
      <dgm:prSet presAssocID="{8A969461-6B0B-44A1-A92A-E62C3A40841C}" presName="sibTrans" presStyleCnt="0"/>
      <dgm:spPr/>
    </dgm:pt>
    <dgm:pt modelId="{0856F777-0834-44F2-B90D-B41AFED512BC}" type="pres">
      <dgm:prSet presAssocID="{012D8B49-DCC7-44E8-A32B-D605A15BACDB}" presName="compNode" presStyleCnt="0"/>
      <dgm:spPr/>
    </dgm:pt>
    <dgm:pt modelId="{87EDD6E1-64B6-47A3-9625-60FC8F91A09D}" type="pres">
      <dgm:prSet presAssocID="{012D8B49-DCC7-44E8-A32B-D605A15BACDB}" presName="bgRect" presStyleLbl="bgShp" presStyleIdx="1" presStyleCnt="3"/>
      <dgm:spPr/>
    </dgm:pt>
    <dgm:pt modelId="{F1A5FC8F-B77B-44D3-BAEC-1BB81B506B96}" type="pres">
      <dgm:prSet presAssocID="{012D8B49-DCC7-44E8-A32B-D605A15BACD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3B73673-32D0-434B-8B5A-4C6C90AB2F1F}" type="pres">
      <dgm:prSet presAssocID="{012D8B49-DCC7-44E8-A32B-D605A15BACDB}" presName="spaceRect" presStyleCnt="0"/>
      <dgm:spPr/>
    </dgm:pt>
    <dgm:pt modelId="{CBA63D8F-B3EE-491C-8EAD-9B787148BE56}" type="pres">
      <dgm:prSet presAssocID="{012D8B49-DCC7-44E8-A32B-D605A15BACDB}" presName="parTx" presStyleLbl="revTx" presStyleIdx="1" presStyleCnt="3">
        <dgm:presLayoutVars>
          <dgm:chMax val="0"/>
          <dgm:chPref val="0"/>
        </dgm:presLayoutVars>
      </dgm:prSet>
      <dgm:spPr/>
    </dgm:pt>
    <dgm:pt modelId="{B3F9E03D-B4EE-42B2-87BB-D2CFA6BF85DB}" type="pres">
      <dgm:prSet presAssocID="{80E9E217-867D-4CBF-A077-65038D465D96}" presName="sibTrans" presStyleCnt="0"/>
      <dgm:spPr/>
    </dgm:pt>
    <dgm:pt modelId="{939BBD81-0AE0-4D50-AE46-EB1D8ED8640F}" type="pres">
      <dgm:prSet presAssocID="{BC24A49C-D7B2-48DE-8577-BA0B6D543274}" presName="compNode" presStyleCnt="0"/>
      <dgm:spPr/>
    </dgm:pt>
    <dgm:pt modelId="{8DEEC7DA-FEC4-43A8-942D-4B30C70D6EDF}" type="pres">
      <dgm:prSet presAssocID="{BC24A49C-D7B2-48DE-8577-BA0B6D543274}" presName="bgRect" presStyleLbl="bgShp" presStyleIdx="2" presStyleCnt="3"/>
      <dgm:spPr/>
    </dgm:pt>
    <dgm:pt modelId="{EF0F532F-6CBB-4B06-97A8-5B38C6CF4E26}" type="pres">
      <dgm:prSet presAssocID="{BC24A49C-D7B2-48DE-8577-BA0B6D54327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AF92ED3-6DE1-40FF-A658-EEDA8F0EBE7D}" type="pres">
      <dgm:prSet presAssocID="{BC24A49C-D7B2-48DE-8577-BA0B6D543274}" presName="spaceRect" presStyleCnt="0"/>
      <dgm:spPr/>
    </dgm:pt>
    <dgm:pt modelId="{AA9BCEAE-60E1-4B7C-A05F-DCFDBC2599FF}" type="pres">
      <dgm:prSet presAssocID="{BC24A49C-D7B2-48DE-8577-BA0B6D54327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7392E04-ADB7-4C12-B954-7D4DF4D1BBB2}" type="presOf" srcId="{B6123707-FF7B-4D46-9743-575C96B9732E}" destId="{5B7C080B-6FA2-45AB-BD4D-58B90E52145A}" srcOrd="0" destOrd="0" presId="urn:microsoft.com/office/officeart/2018/2/layout/IconVerticalSolidList"/>
    <dgm:cxn modelId="{0D83E82D-7252-4A88-9B67-C0D51135408E}" srcId="{D8CA7B62-0EFB-4350-880B-0A03E48D5578}" destId="{012D8B49-DCC7-44E8-A32B-D605A15BACDB}" srcOrd="1" destOrd="0" parTransId="{59F41490-D7D7-4AC4-888E-BDCB757E4529}" sibTransId="{80E9E217-867D-4CBF-A077-65038D465D96}"/>
    <dgm:cxn modelId="{ACF3C73C-48D0-45EC-B808-B7A1E14F14F2}" srcId="{D8CA7B62-0EFB-4350-880B-0A03E48D5578}" destId="{B6123707-FF7B-4D46-9743-575C96B9732E}" srcOrd="0" destOrd="0" parTransId="{64D956FE-60A4-47D4-9447-09B4F3667973}" sibTransId="{8A969461-6B0B-44A1-A92A-E62C3A40841C}"/>
    <dgm:cxn modelId="{4EA8F042-63ED-4E8A-8F2E-A9960AE73C6A}" type="presOf" srcId="{012D8B49-DCC7-44E8-A32B-D605A15BACDB}" destId="{CBA63D8F-B3EE-491C-8EAD-9B787148BE56}" srcOrd="0" destOrd="0" presId="urn:microsoft.com/office/officeart/2018/2/layout/IconVerticalSolidList"/>
    <dgm:cxn modelId="{74526180-5C24-4A62-A42D-36E9A102F492}" type="presOf" srcId="{D8CA7B62-0EFB-4350-880B-0A03E48D5578}" destId="{ACEC46CB-957C-46CD-B8A6-42211C2E0588}" srcOrd="0" destOrd="0" presId="urn:microsoft.com/office/officeart/2018/2/layout/IconVerticalSolidList"/>
    <dgm:cxn modelId="{61076593-FD39-4414-8C71-55C17A399A50}" srcId="{D8CA7B62-0EFB-4350-880B-0A03E48D5578}" destId="{BC24A49C-D7B2-48DE-8577-BA0B6D543274}" srcOrd="2" destOrd="0" parTransId="{0E07D975-B838-46FB-97FB-C97FDB1BEA90}" sibTransId="{CCB20F47-1C8B-40E8-AC33-C9856FD40A5B}"/>
    <dgm:cxn modelId="{29F243C7-792C-4E18-AF11-A31C9055995C}" type="presOf" srcId="{BC24A49C-D7B2-48DE-8577-BA0B6D543274}" destId="{AA9BCEAE-60E1-4B7C-A05F-DCFDBC2599FF}" srcOrd="0" destOrd="0" presId="urn:microsoft.com/office/officeart/2018/2/layout/IconVerticalSolidList"/>
    <dgm:cxn modelId="{71330DA4-1C70-499A-AC9F-1D412C2D7BB1}" type="presParOf" srcId="{ACEC46CB-957C-46CD-B8A6-42211C2E0588}" destId="{3DF13622-D09D-4407-8B07-5AEBA7ECB9C2}" srcOrd="0" destOrd="0" presId="urn:microsoft.com/office/officeart/2018/2/layout/IconVerticalSolidList"/>
    <dgm:cxn modelId="{6DD6C5C6-97B0-4C73-BDA7-63D158F9AC26}" type="presParOf" srcId="{3DF13622-D09D-4407-8B07-5AEBA7ECB9C2}" destId="{08EDA9F6-560B-4ED2-B841-AD54FCE8FE62}" srcOrd="0" destOrd="0" presId="urn:microsoft.com/office/officeart/2018/2/layout/IconVerticalSolidList"/>
    <dgm:cxn modelId="{C92ACE9E-1C30-485D-AB00-679360C54439}" type="presParOf" srcId="{3DF13622-D09D-4407-8B07-5AEBA7ECB9C2}" destId="{7521963F-2314-4C44-B3F7-0925C2B5357B}" srcOrd="1" destOrd="0" presId="urn:microsoft.com/office/officeart/2018/2/layout/IconVerticalSolidList"/>
    <dgm:cxn modelId="{B6B40134-A9CE-4206-B65C-D77DF2390CAE}" type="presParOf" srcId="{3DF13622-D09D-4407-8B07-5AEBA7ECB9C2}" destId="{8A2C8BE6-02B7-4AC3-8CDC-977A4D6B8FC2}" srcOrd="2" destOrd="0" presId="urn:microsoft.com/office/officeart/2018/2/layout/IconVerticalSolidList"/>
    <dgm:cxn modelId="{419A298D-9BEB-4116-9A2C-78396A3DD1DA}" type="presParOf" srcId="{3DF13622-D09D-4407-8B07-5AEBA7ECB9C2}" destId="{5B7C080B-6FA2-45AB-BD4D-58B90E52145A}" srcOrd="3" destOrd="0" presId="urn:microsoft.com/office/officeart/2018/2/layout/IconVerticalSolidList"/>
    <dgm:cxn modelId="{A51A295D-6A6D-4255-B636-69F94066DB74}" type="presParOf" srcId="{ACEC46CB-957C-46CD-B8A6-42211C2E0588}" destId="{5BD1010D-9A5B-4043-828F-E4FE10E31C36}" srcOrd="1" destOrd="0" presId="urn:microsoft.com/office/officeart/2018/2/layout/IconVerticalSolidList"/>
    <dgm:cxn modelId="{BBC573E9-0329-4041-ADD6-1DDF666111B7}" type="presParOf" srcId="{ACEC46CB-957C-46CD-B8A6-42211C2E0588}" destId="{0856F777-0834-44F2-B90D-B41AFED512BC}" srcOrd="2" destOrd="0" presId="urn:microsoft.com/office/officeart/2018/2/layout/IconVerticalSolidList"/>
    <dgm:cxn modelId="{F329B422-0DBE-4423-94F4-F3514D2EB86A}" type="presParOf" srcId="{0856F777-0834-44F2-B90D-B41AFED512BC}" destId="{87EDD6E1-64B6-47A3-9625-60FC8F91A09D}" srcOrd="0" destOrd="0" presId="urn:microsoft.com/office/officeart/2018/2/layout/IconVerticalSolidList"/>
    <dgm:cxn modelId="{59805C99-EA4A-4E21-9F8A-4CFFD56A8EDF}" type="presParOf" srcId="{0856F777-0834-44F2-B90D-B41AFED512BC}" destId="{F1A5FC8F-B77B-44D3-BAEC-1BB81B506B96}" srcOrd="1" destOrd="0" presId="urn:microsoft.com/office/officeart/2018/2/layout/IconVerticalSolidList"/>
    <dgm:cxn modelId="{58B9F256-9ABE-4CAF-805D-D28FE0507865}" type="presParOf" srcId="{0856F777-0834-44F2-B90D-B41AFED512BC}" destId="{63B73673-32D0-434B-8B5A-4C6C90AB2F1F}" srcOrd="2" destOrd="0" presId="urn:microsoft.com/office/officeart/2018/2/layout/IconVerticalSolidList"/>
    <dgm:cxn modelId="{07E4F800-2761-4B26-8C3B-998BBB77099A}" type="presParOf" srcId="{0856F777-0834-44F2-B90D-B41AFED512BC}" destId="{CBA63D8F-B3EE-491C-8EAD-9B787148BE56}" srcOrd="3" destOrd="0" presId="urn:microsoft.com/office/officeart/2018/2/layout/IconVerticalSolidList"/>
    <dgm:cxn modelId="{FA4E70FA-85F7-40FD-B632-AC198D6642A6}" type="presParOf" srcId="{ACEC46CB-957C-46CD-B8A6-42211C2E0588}" destId="{B3F9E03D-B4EE-42B2-87BB-D2CFA6BF85DB}" srcOrd="3" destOrd="0" presId="urn:microsoft.com/office/officeart/2018/2/layout/IconVerticalSolidList"/>
    <dgm:cxn modelId="{285CC8F4-7A6D-4C5A-9ECE-B16AE172EE38}" type="presParOf" srcId="{ACEC46CB-957C-46CD-B8A6-42211C2E0588}" destId="{939BBD81-0AE0-4D50-AE46-EB1D8ED8640F}" srcOrd="4" destOrd="0" presId="urn:microsoft.com/office/officeart/2018/2/layout/IconVerticalSolidList"/>
    <dgm:cxn modelId="{E5941DB4-5CBE-496A-8DC8-03F07451A9E9}" type="presParOf" srcId="{939BBD81-0AE0-4D50-AE46-EB1D8ED8640F}" destId="{8DEEC7DA-FEC4-43A8-942D-4B30C70D6EDF}" srcOrd="0" destOrd="0" presId="urn:microsoft.com/office/officeart/2018/2/layout/IconVerticalSolidList"/>
    <dgm:cxn modelId="{3865D0D3-720E-475A-9454-E8F3BA6AF6A3}" type="presParOf" srcId="{939BBD81-0AE0-4D50-AE46-EB1D8ED8640F}" destId="{EF0F532F-6CBB-4B06-97A8-5B38C6CF4E26}" srcOrd="1" destOrd="0" presId="urn:microsoft.com/office/officeart/2018/2/layout/IconVerticalSolidList"/>
    <dgm:cxn modelId="{9B593A20-BD31-4790-9753-D921515F895A}" type="presParOf" srcId="{939BBD81-0AE0-4D50-AE46-EB1D8ED8640F}" destId="{5AF92ED3-6DE1-40FF-A658-EEDA8F0EBE7D}" srcOrd="2" destOrd="0" presId="urn:microsoft.com/office/officeart/2018/2/layout/IconVerticalSolidList"/>
    <dgm:cxn modelId="{01820317-5C8A-4871-A17C-ACB23DA28CCA}" type="presParOf" srcId="{939BBD81-0AE0-4D50-AE46-EB1D8ED8640F}" destId="{AA9BCEAE-60E1-4B7C-A05F-DCFDBC2599F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E83855-DC70-44F1-BA81-6E66E614AB2B}" type="doc">
      <dgm:prSet loTypeId="urn:microsoft.com/office/officeart/2005/8/layout/hProcess9" loCatId="process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GB"/>
        </a:p>
      </dgm:t>
    </dgm:pt>
    <dgm:pt modelId="{F08BE02C-F477-4B85-919F-31D219DF3E23}">
      <dgm:prSet phldrT="[Text]"/>
      <dgm:spPr>
        <a:ln>
          <a:noFill/>
        </a:ln>
      </dgm:spPr>
      <dgm:t>
        <a:bodyPr/>
        <a:lstStyle/>
        <a:p>
          <a:r>
            <a:rPr lang="en-US" dirty="0">
              <a:solidFill>
                <a:srgbClr val="004050"/>
              </a:solidFill>
              <a:latin typeface="+mn-lt"/>
              <a:cs typeface="Segoe UI" panose="020B0502040204020203" pitchFamily="34" charset="0"/>
            </a:rPr>
            <a:t>Values</a:t>
          </a:r>
          <a:endParaRPr lang="en-GB" dirty="0">
            <a:solidFill>
              <a:srgbClr val="004050"/>
            </a:solidFill>
            <a:latin typeface="+mn-lt"/>
          </a:endParaRPr>
        </a:p>
      </dgm:t>
    </dgm:pt>
    <dgm:pt modelId="{3744E29D-39A3-41F3-8882-52E919B6D4C6}" type="parTrans" cxnId="{1CC80347-B3DB-4C5C-BC67-318DF5C45837}">
      <dgm:prSet/>
      <dgm:spPr/>
      <dgm:t>
        <a:bodyPr/>
        <a:lstStyle/>
        <a:p>
          <a:endParaRPr lang="en-GB">
            <a:latin typeface="+mn-lt"/>
          </a:endParaRPr>
        </a:p>
      </dgm:t>
    </dgm:pt>
    <dgm:pt modelId="{C25058B5-A868-4C9A-8293-6DCA0B9AEC5E}" type="sibTrans" cxnId="{1CC80347-B3DB-4C5C-BC67-318DF5C45837}">
      <dgm:prSet/>
      <dgm:spPr/>
      <dgm:t>
        <a:bodyPr/>
        <a:lstStyle/>
        <a:p>
          <a:endParaRPr lang="en-GB">
            <a:latin typeface="+mn-lt"/>
          </a:endParaRPr>
        </a:p>
      </dgm:t>
    </dgm:pt>
    <dgm:pt modelId="{D2B0BAA9-5204-459D-B633-569B2D2EAC20}">
      <dgm:prSet phldrT="[Text]"/>
      <dgm:spPr>
        <a:solidFill>
          <a:schemeClr val="accent6"/>
        </a:solidFill>
        <a:ln>
          <a:noFill/>
        </a:ln>
      </dgm:spPr>
      <dgm:t>
        <a:bodyPr/>
        <a:lstStyle/>
        <a:p>
          <a:r>
            <a:rPr lang="en-US" dirty="0">
              <a:latin typeface="+mn-lt"/>
              <a:cs typeface="Segoe UI" panose="020B0502040204020203" pitchFamily="34" charset="0"/>
            </a:rPr>
            <a:t>Principles</a:t>
          </a:r>
          <a:endParaRPr lang="en-GB" dirty="0">
            <a:latin typeface="+mn-lt"/>
          </a:endParaRPr>
        </a:p>
      </dgm:t>
    </dgm:pt>
    <dgm:pt modelId="{66EA48CB-AF2A-470B-8A91-B0CAE9F56DCE}" type="parTrans" cxnId="{C65D02C7-FCEA-400A-A493-E2B85240F3CF}">
      <dgm:prSet/>
      <dgm:spPr/>
      <dgm:t>
        <a:bodyPr/>
        <a:lstStyle/>
        <a:p>
          <a:endParaRPr lang="en-GB">
            <a:latin typeface="+mn-lt"/>
          </a:endParaRPr>
        </a:p>
      </dgm:t>
    </dgm:pt>
    <dgm:pt modelId="{4DB0563D-CDE8-4024-9211-8684EBA07416}" type="sibTrans" cxnId="{C65D02C7-FCEA-400A-A493-E2B85240F3CF}">
      <dgm:prSet/>
      <dgm:spPr/>
      <dgm:t>
        <a:bodyPr/>
        <a:lstStyle/>
        <a:p>
          <a:endParaRPr lang="en-GB">
            <a:latin typeface="+mn-lt"/>
          </a:endParaRPr>
        </a:p>
      </dgm:t>
    </dgm:pt>
    <dgm:pt modelId="{EB31D293-8C4C-4999-BAAA-4F36CD3F9F3C}">
      <dgm:prSet phldrT="[Text]"/>
      <dgm:spPr>
        <a:solidFill>
          <a:schemeClr val="accent3"/>
        </a:solidFill>
        <a:ln>
          <a:noFill/>
        </a:ln>
      </dgm:spPr>
      <dgm:t>
        <a:bodyPr/>
        <a:lstStyle/>
        <a:p>
          <a:r>
            <a:rPr lang="en-US" dirty="0">
              <a:latin typeface="+mn-lt"/>
              <a:cs typeface="Segoe UI" panose="020B0502040204020203" pitchFamily="34" charset="0"/>
            </a:rPr>
            <a:t>Practices</a:t>
          </a:r>
          <a:endParaRPr lang="en-GB" dirty="0">
            <a:latin typeface="+mn-lt"/>
          </a:endParaRPr>
        </a:p>
      </dgm:t>
    </dgm:pt>
    <dgm:pt modelId="{A8BB851B-EAFB-48EB-9BE5-617466325BAD}" type="parTrans" cxnId="{89421C89-7ACC-4A73-BCCB-C91A6CE673FC}">
      <dgm:prSet/>
      <dgm:spPr/>
      <dgm:t>
        <a:bodyPr/>
        <a:lstStyle/>
        <a:p>
          <a:endParaRPr lang="en-GB">
            <a:latin typeface="+mn-lt"/>
          </a:endParaRPr>
        </a:p>
      </dgm:t>
    </dgm:pt>
    <dgm:pt modelId="{1797A82C-B3A4-4BC8-8791-3D267E24DA3D}" type="sibTrans" cxnId="{89421C89-7ACC-4A73-BCCB-C91A6CE673FC}">
      <dgm:prSet/>
      <dgm:spPr/>
      <dgm:t>
        <a:bodyPr/>
        <a:lstStyle/>
        <a:p>
          <a:endParaRPr lang="en-GB">
            <a:latin typeface="+mn-lt"/>
          </a:endParaRPr>
        </a:p>
      </dgm:t>
    </dgm:pt>
    <dgm:pt modelId="{875ECCCD-9923-4FF1-BAA5-09EB8336C02A}">
      <dgm:prSet phldrT="[Text]"/>
      <dgm:spPr>
        <a:solidFill>
          <a:schemeClr val="accent4"/>
        </a:solidFill>
        <a:ln>
          <a:noFill/>
        </a:ln>
      </dgm:spPr>
      <dgm:t>
        <a:bodyPr/>
        <a:lstStyle/>
        <a:p>
          <a:r>
            <a:rPr lang="en-US" dirty="0">
              <a:latin typeface="+mn-lt"/>
              <a:cs typeface="Segoe UI" panose="020B0502040204020203" pitchFamily="34" charset="0"/>
            </a:rPr>
            <a:t>Rules</a:t>
          </a:r>
          <a:endParaRPr lang="en-GB" dirty="0">
            <a:latin typeface="+mn-lt"/>
          </a:endParaRPr>
        </a:p>
      </dgm:t>
    </dgm:pt>
    <dgm:pt modelId="{A8695649-7C61-4F58-8A0F-7F272199840F}" type="parTrans" cxnId="{AE4F02C3-2E27-4096-ADD8-5BB76D8AFBDC}">
      <dgm:prSet/>
      <dgm:spPr/>
      <dgm:t>
        <a:bodyPr/>
        <a:lstStyle/>
        <a:p>
          <a:endParaRPr lang="en-GB">
            <a:latin typeface="+mn-lt"/>
          </a:endParaRPr>
        </a:p>
      </dgm:t>
    </dgm:pt>
    <dgm:pt modelId="{0D35134B-4FE4-4DB8-9D26-4E8C83941837}" type="sibTrans" cxnId="{AE4F02C3-2E27-4096-ADD8-5BB76D8AFBDC}">
      <dgm:prSet/>
      <dgm:spPr/>
      <dgm:t>
        <a:bodyPr/>
        <a:lstStyle/>
        <a:p>
          <a:endParaRPr lang="en-GB">
            <a:latin typeface="+mn-lt"/>
          </a:endParaRPr>
        </a:p>
      </dgm:t>
    </dgm:pt>
    <dgm:pt modelId="{65410A0F-84FB-47F5-88CF-5A24DD97DEFC}" type="pres">
      <dgm:prSet presAssocID="{6BE83855-DC70-44F1-BA81-6E66E614AB2B}" presName="CompostProcess" presStyleCnt="0">
        <dgm:presLayoutVars>
          <dgm:dir/>
          <dgm:resizeHandles val="exact"/>
        </dgm:presLayoutVars>
      </dgm:prSet>
      <dgm:spPr/>
    </dgm:pt>
    <dgm:pt modelId="{86DE9D52-D282-4911-96AD-628717CE7B3E}" type="pres">
      <dgm:prSet presAssocID="{6BE83855-DC70-44F1-BA81-6E66E614AB2B}" presName="arrow" presStyleLbl="bgShp" presStyleIdx="0" presStyleCnt="1"/>
      <dgm:spPr>
        <a:solidFill>
          <a:schemeClr val="tx1"/>
        </a:solidFill>
      </dgm:spPr>
    </dgm:pt>
    <dgm:pt modelId="{3C1EBB9A-FB62-4A0E-B30D-A889A015D51C}" type="pres">
      <dgm:prSet presAssocID="{6BE83855-DC70-44F1-BA81-6E66E614AB2B}" presName="linearProcess" presStyleCnt="0"/>
      <dgm:spPr/>
    </dgm:pt>
    <dgm:pt modelId="{5ACA980C-3F44-4B18-B257-B05723B8B894}" type="pres">
      <dgm:prSet presAssocID="{F08BE02C-F477-4B85-919F-31D219DF3E23}" presName="textNode" presStyleLbl="node1" presStyleIdx="0" presStyleCnt="4" custScaleX="85706" custScaleY="103861">
        <dgm:presLayoutVars>
          <dgm:bulletEnabled val="1"/>
        </dgm:presLayoutVars>
      </dgm:prSet>
      <dgm:spPr/>
    </dgm:pt>
    <dgm:pt modelId="{6D916B0A-69CF-4AB2-AE3E-3F8F7ED93145}" type="pres">
      <dgm:prSet presAssocID="{C25058B5-A868-4C9A-8293-6DCA0B9AEC5E}" presName="sibTrans" presStyleCnt="0"/>
      <dgm:spPr/>
    </dgm:pt>
    <dgm:pt modelId="{AF0F5F21-38DF-44A4-88CD-043F114186B5}" type="pres">
      <dgm:prSet presAssocID="{D2B0BAA9-5204-459D-B633-569B2D2EAC20}" presName="textNode" presStyleLbl="node1" presStyleIdx="1" presStyleCnt="4" custScaleX="75981" custScaleY="83269">
        <dgm:presLayoutVars>
          <dgm:bulletEnabled val="1"/>
        </dgm:presLayoutVars>
      </dgm:prSet>
      <dgm:spPr/>
    </dgm:pt>
    <dgm:pt modelId="{C8F892E9-CF4C-424A-9847-69A1A5BD522A}" type="pres">
      <dgm:prSet presAssocID="{4DB0563D-CDE8-4024-9211-8684EBA07416}" presName="sibTrans" presStyleCnt="0"/>
      <dgm:spPr/>
    </dgm:pt>
    <dgm:pt modelId="{FED90EF3-E9F5-4095-8671-714AAF10ED7B}" type="pres">
      <dgm:prSet presAssocID="{EB31D293-8C4C-4999-BAAA-4F36CD3F9F3C}" presName="textNode" presStyleLbl="node1" presStyleIdx="2" presStyleCnt="4" custScaleX="57471" custScaleY="61730">
        <dgm:presLayoutVars>
          <dgm:bulletEnabled val="1"/>
        </dgm:presLayoutVars>
      </dgm:prSet>
      <dgm:spPr/>
    </dgm:pt>
    <dgm:pt modelId="{8E7F518B-110A-4292-9A38-C364D8C2B12D}" type="pres">
      <dgm:prSet presAssocID="{1797A82C-B3A4-4BC8-8791-3D267E24DA3D}" presName="sibTrans" presStyleCnt="0"/>
      <dgm:spPr/>
    </dgm:pt>
    <dgm:pt modelId="{FA5D252E-8A73-470A-BF98-7A739B634AF5}" type="pres">
      <dgm:prSet presAssocID="{875ECCCD-9923-4FF1-BAA5-09EB8336C02A}" presName="textNode" presStyleLbl="node1" presStyleIdx="3" presStyleCnt="4" custScaleX="45824" custScaleY="53946">
        <dgm:presLayoutVars>
          <dgm:bulletEnabled val="1"/>
        </dgm:presLayoutVars>
      </dgm:prSet>
      <dgm:spPr/>
    </dgm:pt>
  </dgm:ptLst>
  <dgm:cxnLst>
    <dgm:cxn modelId="{0AD25616-47F5-4E4B-AE19-30422255BD4F}" type="presOf" srcId="{6BE83855-DC70-44F1-BA81-6E66E614AB2B}" destId="{65410A0F-84FB-47F5-88CF-5A24DD97DEFC}" srcOrd="0" destOrd="0" presId="urn:microsoft.com/office/officeart/2005/8/layout/hProcess9"/>
    <dgm:cxn modelId="{472EC33E-88CB-45B0-953D-6B40805905D7}" type="presOf" srcId="{F08BE02C-F477-4B85-919F-31D219DF3E23}" destId="{5ACA980C-3F44-4B18-B257-B05723B8B894}" srcOrd="0" destOrd="0" presId="urn:microsoft.com/office/officeart/2005/8/layout/hProcess9"/>
    <dgm:cxn modelId="{1CC80347-B3DB-4C5C-BC67-318DF5C45837}" srcId="{6BE83855-DC70-44F1-BA81-6E66E614AB2B}" destId="{F08BE02C-F477-4B85-919F-31D219DF3E23}" srcOrd="0" destOrd="0" parTransId="{3744E29D-39A3-41F3-8882-52E919B6D4C6}" sibTransId="{C25058B5-A868-4C9A-8293-6DCA0B9AEC5E}"/>
    <dgm:cxn modelId="{23945982-DDD9-4788-A328-DCE248B13863}" type="presOf" srcId="{EB31D293-8C4C-4999-BAAA-4F36CD3F9F3C}" destId="{FED90EF3-E9F5-4095-8671-714AAF10ED7B}" srcOrd="0" destOrd="0" presId="urn:microsoft.com/office/officeart/2005/8/layout/hProcess9"/>
    <dgm:cxn modelId="{91593085-E59B-4D6D-B780-CC56810DA3C9}" type="presOf" srcId="{D2B0BAA9-5204-459D-B633-569B2D2EAC20}" destId="{AF0F5F21-38DF-44A4-88CD-043F114186B5}" srcOrd="0" destOrd="0" presId="urn:microsoft.com/office/officeart/2005/8/layout/hProcess9"/>
    <dgm:cxn modelId="{89421C89-7ACC-4A73-BCCB-C91A6CE673FC}" srcId="{6BE83855-DC70-44F1-BA81-6E66E614AB2B}" destId="{EB31D293-8C4C-4999-BAAA-4F36CD3F9F3C}" srcOrd="2" destOrd="0" parTransId="{A8BB851B-EAFB-48EB-9BE5-617466325BAD}" sibTransId="{1797A82C-B3A4-4BC8-8791-3D267E24DA3D}"/>
    <dgm:cxn modelId="{D167A096-8318-48E9-9C6B-05C707726FB2}" type="presOf" srcId="{875ECCCD-9923-4FF1-BAA5-09EB8336C02A}" destId="{FA5D252E-8A73-470A-BF98-7A739B634AF5}" srcOrd="0" destOrd="0" presId="urn:microsoft.com/office/officeart/2005/8/layout/hProcess9"/>
    <dgm:cxn modelId="{AE4F02C3-2E27-4096-ADD8-5BB76D8AFBDC}" srcId="{6BE83855-DC70-44F1-BA81-6E66E614AB2B}" destId="{875ECCCD-9923-4FF1-BAA5-09EB8336C02A}" srcOrd="3" destOrd="0" parTransId="{A8695649-7C61-4F58-8A0F-7F272199840F}" sibTransId="{0D35134B-4FE4-4DB8-9D26-4E8C83941837}"/>
    <dgm:cxn modelId="{C65D02C7-FCEA-400A-A493-E2B85240F3CF}" srcId="{6BE83855-DC70-44F1-BA81-6E66E614AB2B}" destId="{D2B0BAA9-5204-459D-B633-569B2D2EAC20}" srcOrd="1" destOrd="0" parTransId="{66EA48CB-AF2A-470B-8A91-B0CAE9F56DCE}" sibTransId="{4DB0563D-CDE8-4024-9211-8684EBA07416}"/>
    <dgm:cxn modelId="{8D073B57-C6BC-4933-B6C3-28C7F6800C40}" type="presParOf" srcId="{65410A0F-84FB-47F5-88CF-5A24DD97DEFC}" destId="{86DE9D52-D282-4911-96AD-628717CE7B3E}" srcOrd="0" destOrd="0" presId="urn:microsoft.com/office/officeart/2005/8/layout/hProcess9"/>
    <dgm:cxn modelId="{048E0BFE-CD43-475F-8E82-8D64742A2308}" type="presParOf" srcId="{65410A0F-84FB-47F5-88CF-5A24DD97DEFC}" destId="{3C1EBB9A-FB62-4A0E-B30D-A889A015D51C}" srcOrd="1" destOrd="0" presId="urn:microsoft.com/office/officeart/2005/8/layout/hProcess9"/>
    <dgm:cxn modelId="{95E620B4-6B03-4DF2-9ED9-D9B5BB111567}" type="presParOf" srcId="{3C1EBB9A-FB62-4A0E-B30D-A889A015D51C}" destId="{5ACA980C-3F44-4B18-B257-B05723B8B894}" srcOrd="0" destOrd="0" presId="urn:microsoft.com/office/officeart/2005/8/layout/hProcess9"/>
    <dgm:cxn modelId="{A593CD62-123C-4BF2-96D2-605760BCEC22}" type="presParOf" srcId="{3C1EBB9A-FB62-4A0E-B30D-A889A015D51C}" destId="{6D916B0A-69CF-4AB2-AE3E-3F8F7ED93145}" srcOrd="1" destOrd="0" presId="urn:microsoft.com/office/officeart/2005/8/layout/hProcess9"/>
    <dgm:cxn modelId="{EDDEA20E-A8BD-4C4B-BCAC-81D3341798F2}" type="presParOf" srcId="{3C1EBB9A-FB62-4A0E-B30D-A889A015D51C}" destId="{AF0F5F21-38DF-44A4-88CD-043F114186B5}" srcOrd="2" destOrd="0" presId="urn:microsoft.com/office/officeart/2005/8/layout/hProcess9"/>
    <dgm:cxn modelId="{FDD34174-7C66-4CB4-8FB1-F8024BCE4982}" type="presParOf" srcId="{3C1EBB9A-FB62-4A0E-B30D-A889A015D51C}" destId="{C8F892E9-CF4C-424A-9847-69A1A5BD522A}" srcOrd="3" destOrd="0" presId="urn:microsoft.com/office/officeart/2005/8/layout/hProcess9"/>
    <dgm:cxn modelId="{7DA9BAD6-5721-4FB4-9B1D-9078CE3A3DB9}" type="presParOf" srcId="{3C1EBB9A-FB62-4A0E-B30D-A889A015D51C}" destId="{FED90EF3-E9F5-4095-8671-714AAF10ED7B}" srcOrd="4" destOrd="0" presId="urn:microsoft.com/office/officeart/2005/8/layout/hProcess9"/>
    <dgm:cxn modelId="{20F31EAA-EE44-48A9-BC06-5C8AE143A99E}" type="presParOf" srcId="{3C1EBB9A-FB62-4A0E-B30D-A889A015D51C}" destId="{8E7F518B-110A-4292-9A38-C364D8C2B12D}" srcOrd="5" destOrd="0" presId="urn:microsoft.com/office/officeart/2005/8/layout/hProcess9"/>
    <dgm:cxn modelId="{D2BEC2BB-828C-4009-83B9-603F80AF1C7A}" type="presParOf" srcId="{3C1EBB9A-FB62-4A0E-B30D-A889A015D51C}" destId="{FA5D252E-8A73-470A-BF98-7A739B634AF5}" srcOrd="6" destOrd="0" presId="urn:microsoft.com/office/officeart/2005/8/layout/hProcess9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8549540-72AA-493F-A0A0-FF991BA4CEE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326AB4-10ED-4AEF-BC51-21DDF3240B74}">
      <dgm:prSet/>
      <dgm:spPr/>
      <dgm:t>
        <a:bodyPr/>
        <a:lstStyle/>
        <a:p>
          <a:r>
            <a:rPr lang="en-GB" dirty="0"/>
            <a:t>Requirements not well understood</a:t>
          </a:r>
          <a:endParaRPr lang="en-US" dirty="0"/>
        </a:p>
      </dgm:t>
    </dgm:pt>
    <dgm:pt modelId="{311FBDFF-9455-4BE0-BCE2-B68A112BE70B}" type="parTrans" cxnId="{B02888D8-749D-4BF9-8F00-BCECFF845B9D}">
      <dgm:prSet/>
      <dgm:spPr/>
      <dgm:t>
        <a:bodyPr/>
        <a:lstStyle/>
        <a:p>
          <a:endParaRPr lang="en-US"/>
        </a:p>
      </dgm:t>
    </dgm:pt>
    <dgm:pt modelId="{5A15B355-6EAF-4EAD-9215-43418DCC2C8B}" type="sibTrans" cxnId="{B02888D8-749D-4BF9-8F00-BCECFF845B9D}">
      <dgm:prSet/>
      <dgm:spPr/>
      <dgm:t>
        <a:bodyPr/>
        <a:lstStyle/>
        <a:p>
          <a:endParaRPr lang="en-US"/>
        </a:p>
      </dgm:t>
    </dgm:pt>
    <dgm:pt modelId="{51CE931B-DE40-4B04-B6DF-0141AB3B359E}">
      <dgm:prSet/>
      <dgm:spPr/>
      <dgm:t>
        <a:bodyPr/>
        <a:lstStyle/>
        <a:p>
          <a:r>
            <a:rPr lang="en-GB" dirty="0"/>
            <a:t>Difficult to define and express what needed</a:t>
          </a:r>
          <a:endParaRPr lang="en-US" dirty="0"/>
        </a:p>
      </dgm:t>
    </dgm:pt>
    <dgm:pt modelId="{2E7BC143-9D21-47D6-812C-015F80A71C02}" type="parTrans" cxnId="{1F2924D0-A44C-48B7-85A8-16DEC564BBD0}">
      <dgm:prSet/>
      <dgm:spPr/>
      <dgm:t>
        <a:bodyPr/>
        <a:lstStyle/>
        <a:p>
          <a:endParaRPr lang="en-US"/>
        </a:p>
      </dgm:t>
    </dgm:pt>
    <dgm:pt modelId="{A478ADF6-5168-4F63-8C84-A2E54961C00A}" type="sibTrans" cxnId="{1F2924D0-A44C-48B7-85A8-16DEC564BBD0}">
      <dgm:prSet/>
      <dgm:spPr/>
      <dgm:t>
        <a:bodyPr/>
        <a:lstStyle/>
        <a:p>
          <a:endParaRPr lang="en-US"/>
        </a:p>
      </dgm:t>
    </dgm:pt>
    <dgm:pt modelId="{839BF719-6FB5-4C63-86B7-6716D941EE15}">
      <dgm:prSet/>
      <dgm:spPr/>
      <dgm:t>
        <a:bodyPr/>
        <a:lstStyle/>
        <a:p>
          <a:r>
            <a:rPr lang="en-GB" dirty="0"/>
            <a:t>Iterations uncover understanding</a:t>
          </a:r>
          <a:endParaRPr lang="en-US" dirty="0"/>
        </a:p>
      </dgm:t>
    </dgm:pt>
    <dgm:pt modelId="{7B895064-0CA1-478C-91B5-53BF3E4FE138}" type="parTrans" cxnId="{CD179725-593B-4F7E-AABD-60BF269C433E}">
      <dgm:prSet/>
      <dgm:spPr/>
      <dgm:t>
        <a:bodyPr/>
        <a:lstStyle/>
        <a:p>
          <a:endParaRPr lang="en-US"/>
        </a:p>
      </dgm:t>
    </dgm:pt>
    <dgm:pt modelId="{3E593813-EB53-4B7D-9554-FBE30304C08B}" type="sibTrans" cxnId="{CD179725-593B-4F7E-AABD-60BF269C433E}">
      <dgm:prSet/>
      <dgm:spPr/>
      <dgm:t>
        <a:bodyPr/>
        <a:lstStyle/>
        <a:p>
          <a:endParaRPr lang="en-US"/>
        </a:p>
      </dgm:t>
    </dgm:pt>
    <dgm:pt modelId="{04A6D968-8434-4E6B-81FD-FF96E3015247}">
      <dgm:prSet/>
      <dgm:spPr/>
      <dgm:t>
        <a:bodyPr/>
        <a:lstStyle/>
        <a:p>
          <a:r>
            <a:rPr lang="en-GB" dirty="0"/>
            <a:t>Demo working software to gather feedback</a:t>
          </a:r>
          <a:endParaRPr lang="en-US" dirty="0"/>
        </a:p>
      </dgm:t>
    </dgm:pt>
    <dgm:pt modelId="{A5653F07-0E95-462A-824A-95E8E3B3FA58}" type="parTrans" cxnId="{08D41D3F-F31F-4D7F-A0BA-EB521C39CF45}">
      <dgm:prSet/>
      <dgm:spPr/>
      <dgm:t>
        <a:bodyPr/>
        <a:lstStyle/>
        <a:p>
          <a:endParaRPr lang="en-US"/>
        </a:p>
      </dgm:t>
    </dgm:pt>
    <dgm:pt modelId="{A7E54545-B079-4AB2-A15B-C5BA9376885E}" type="sibTrans" cxnId="{08D41D3F-F31F-4D7F-A0BA-EB521C39CF45}">
      <dgm:prSet/>
      <dgm:spPr/>
      <dgm:t>
        <a:bodyPr/>
        <a:lstStyle/>
        <a:p>
          <a:endParaRPr lang="en-US"/>
        </a:p>
      </dgm:t>
    </dgm:pt>
    <dgm:pt modelId="{20B20D3A-CB22-4BE0-9EC8-5BB72C61F6FD}">
      <dgm:prSet/>
      <dgm:spPr/>
      <dgm:t>
        <a:bodyPr/>
        <a:lstStyle/>
        <a:p>
          <a:r>
            <a:rPr lang="en-GB" dirty="0"/>
            <a:t>Early delivery more important than completeness</a:t>
          </a:r>
          <a:endParaRPr lang="en-US" dirty="0"/>
        </a:p>
      </dgm:t>
    </dgm:pt>
    <dgm:pt modelId="{4298818E-404E-40E5-90F5-495B92CF8FD0}" type="parTrans" cxnId="{55885F39-9CBA-4228-88F4-5DEBD2A7D367}">
      <dgm:prSet/>
      <dgm:spPr/>
      <dgm:t>
        <a:bodyPr/>
        <a:lstStyle/>
        <a:p>
          <a:endParaRPr lang="en-US"/>
        </a:p>
      </dgm:t>
    </dgm:pt>
    <dgm:pt modelId="{EEE3A6FC-AFB9-4ECB-BE61-110334C210C6}" type="sibTrans" cxnId="{55885F39-9CBA-4228-88F4-5DEBD2A7D367}">
      <dgm:prSet/>
      <dgm:spPr/>
      <dgm:t>
        <a:bodyPr/>
        <a:lstStyle/>
        <a:p>
          <a:endParaRPr lang="en-US"/>
        </a:p>
      </dgm:t>
    </dgm:pt>
    <dgm:pt modelId="{BA6B29E8-CFA2-40BF-A745-7360A4CDC42B}">
      <dgm:prSet/>
      <dgm:spPr/>
      <dgm:t>
        <a:bodyPr/>
        <a:lstStyle/>
        <a:p>
          <a:r>
            <a:rPr lang="en-GB" dirty="0"/>
            <a:t>Early benefits – Justify funding £</a:t>
          </a:r>
          <a:endParaRPr lang="en-US" dirty="0"/>
        </a:p>
      </dgm:t>
    </dgm:pt>
    <dgm:pt modelId="{87F5986E-D708-4AED-BBB2-E01B9CFF3089}" type="parTrans" cxnId="{29B0B7AB-63FE-42C6-A7EE-4627F2C73B4F}">
      <dgm:prSet/>
      <dgm:spPr/>
      <dgm:t>
        <a:bodyPr/>
        <a:lstStyle/>
        <a:p>
          <a:endParaRPr lang="en-US"/>
        </a:p>
      </dgm:t>
    </dgm:pt>
    <dgm:pt modelId="{E63C1AB9-815D-4858-8433-A6972CE0B571}" type="sibTrans" cxnId="{29B0B7AB-63FE-42C6-A7EE-4627F2C73B4F}">
      <dgm:prSet/>
      <dgm:spPr/>
      <dgm:t>
        <a:bodyPr/>
        <a:lstStyle/>
        <a:p>
          <a:endParaRPr lang="en-US"/>
        </a:p>
      </dgm:t>
    </dgm:pt>
    <dgm:pt modelId="{2A8732B9-969F-4AC7-B3AE-A82201421A86}">
      <dgm:prSet/>
      <dgm:spPr/>
      <dgm:t>
        <a:bodyPr/>
        <a:lstStyle/>
        <a:p>
          <a:r>
            <a:rPr lang="en-GB"/>
            <a:t>Quick to market – High value features first</a:t>
          </a:r>
          <a:endParaRPr lang="en-US"/>
        </a:p>
      </dgm:t>
    </dgm:pt>
    <dgm:pt modelId="{0B0EAE97-2AF4-46EC-89BC-4FC85F291F31}" type="parTrans" cxnId="{1E39BBFE-ABD3-4CF4-9A0F-1EC3ABC1B580}">
      <dgm:prSet/>
      <dgm:spPr/>
      <dgm:t>
        <a:bodyPr/>
        <a:lstStyle/>
        <a:p>
          <a:endParaRPr lang="en-US"/>
        </a:p>
      </dgm:t>
    </dgm:pt>
    <dgm:pt modelId="{9242FCA5-7B3B-43DC-8B8C-0B3171DA9193}" type="sibTrans" cxnId="{1E39BBFE-ABD3-4CF4-9A0F-1EC3ABC1B580}">
      <dgm:prSet/>
      <dgm:spPr/>
      <dgm:t>
        <a:bodyPr/>
        <a:lstStyle/>
        <a:p>
          <a:endParaRPr lang="en-US"/>
        </a:p>
      </dgm:t>
    </dgm:pt>
    <dgm:pt modelId="{D490D44C-DB0C-4F0D-8DB9-EED51AFC80AE}">
      <dgm:prSet/>
      <dgm:spPr/>
      <dgm:t>
        <a:bodyPr/>
        <a:lstStyle/>
        <a:p>
          <a:r>
            <a:rPr lang="en-GB" dirty="0"/>
            <a:t>High business/technical risk. If not feasible stop!</a:t>
          </a:r>
          <a:endParaRPr lang="en-US" dirty="0"/>
        </a:p>
      </dgm:t>
    </dgm:pt>
    <dgm:pt modelId="{073750B4-3202-4908-AC8B-688312FBE1BD}" type="parTrans" cxnId="{E8B58304-2571-41E4-B05D-0B39239F3E7E}">
      <dgm:prSet/>
      <dgm:spPr/>
      <dgm:t>
        <a:bodyPr/>
        <a:lstStyle/>
        <a:p>
          <a:endParaRPr lang="en-US"/>
        </a:p>
      </dgm:t>
    </dgm:pt>
    <dgm:pt modelId="{35037B29-5A58-4A81-92F5-39CCBC527CC2}" type="sibTrans" cxnId="{E8B58304-2571-41E4-B05D-0B39239F3E7E}">
      <dgm:prSet/>
      <dgm:spPr/>
      <dgm:t>
        <a:bodyPr/>
        <a:lstStyle/>
        <a:p>
          <a:endParaRPr lang="en-US"/>
        </a:p>
      </dgm:t>
    </dgm:pt>
    <dgm:pt modelId="{53A61104-1780-4D26-9B9E-05AA701A6010}" type="pres">
      <dgm:prSet presAssocID="{78549540-72AA-493F-A0A0-FF991BA4CEEF}" presName="linear" presStyleCnt="0">
        <dgm:presLayoutVars>
          <dgm:animLvl val="lvl"/>
          <dgm:resizeHandles val="exact"/>
        </dgm:presLayoutVars>
      </dgm:prSet>
      <dgm:spPr/>
    </dgm:pt>
    <dgm:pt modelId="{19501752-D078-406C-B8CD-01845467159F}" type="pres">
      <dgm:prSet presAssocID="{55326AB4-10ED-4AEF-BC51-21DDF3240B74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05D61D99-CF7E-43B8-ADA8-E381FF77D2C9}" type="pres">
      <dgm:prSet presAssocID="{5A15B355-6EAF-4EAD-9215-43418DCC2C8B}" presName="spacer" presStyleCnt="0"/>
      <dgm:spPr/>
    </dgm:pt>
    <dgm:pt modelId="{E4E5C372-CD27-4B37-BBDB-C506F5494791}" type="pres">
      <dgm:prSet presAssocID="{51CE931B-DE40-4B04-B6DF-0141AB3B359E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0AF21F2F-4F4D-4110-8CB1-19382C18B497}" type="pres">
      <dgm:prSet presAssocID="{A478ADF6-5168-4F63-8C84-A2E54961C00A}" presName="spacer" presStyleCnt="0"/>
      <dgm:spPr/>
    </dgm:pt>
    <dgm:pt modelId="{53A6EFD6-11B8-487B-83FE-062DD0B3D007}" type="pres">
      <dgm:prSet presAssocID="{839BF719-6FB5-4C63-86B7-6716D941EE15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EC251068-D645-4921-8A0F-93BF020E059E}" type="pres">
      <dgm:prSet presAssocID="{3E593813-EB53-4B7D-9554-FBE30304C08B}" presName="spacer" presStyleCnt="0"/>
      <dgm:spPr/>
    </dgm:pt>
    <dgm:pt modelId="{5C9D4510-8066-4C79-87A2-721C3352364B}" type="pres">
      <dgm:prSet presAssocID="{04A6D968-8434-4E6B-81FD-FF96E3015247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366122A2-7641-4319-92B3-14D9B4751127}" type="pres">
      <dgm:prSet presAssocID="{A7E54545-B079-4AB2-A15B-C5BA9376885E}" presName="spacer" presStyleCnt="0"/>
      <dgm:spPr/>
    </dgm:pt>
    <dgm:pt modelId="{138AA258-47E7-4471-8D71-CCFEDC15565E}" type="pres">
      <dgm:prSet presAssocID="{20B20D3A-CB22-4BE0-9EC8-5BB72C61F6FD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C94E9896-BCE9-4BCE-A405-A2A90F472E3F}" type="pres">
      <dgm:prSet presAssocID="{EEE3A6FC-AFB9-4ECB-BE61-110334C210C6}" presName="spacer" presStyleCnt="0"/>
      <dgm:spPr/>
    </dgm:pt>
    <dgm:pt modelId="{83BE3DD8-C19A-4D60-B558-562D5418B764}" type="pres">
      <dgm:prSet presAssocID="{BA6B29E8-CFA2-40BF-A745-7360A4CDC42B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38703B01-918D-4E33-9F4C-6B5D73714FEF}" type="pres">
      <dgm:prSet presAssocID="{E63C1AB9-815D-4858-8433-A6972CE0B571}" presName="spacer" presStyleCnt="0"/>
      <dgm:spPr/>
    </dgm:pt>
    <dgm:pt modelId="{CF4E840D-0A93-4FC4-9F8D-A1C551952D73}" type="pres">
      <dgm:prSet presAssocID="{2A8732B9-969F-4AC7-B3AE-A82201421A86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0DE494D2-0897-4247-9EF0-88691646CD45}" type="pres">
      <dgm:prSet presAssocID="{9242FCA5-7B3B-43DC-8B8C-0B3171DA9193}" presName="spacer" presStyleCnt="0"/>
      <dgm:spPr/>
    </dgm:pt>
    <dgm:pt modelId="{2566D8AD-1A0D-40BA-BD8A-A45C9DC34A78}" type="pres">
      <dgm:prSet presAssocID="{D490D44C-DB0C-4F0D-8DB9-EED51AFC80AE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E8B58304-2571-41E4-B05D-0B39239F3E7E}" srcId="{78549540-72AA-493F-A0A0-FF991BA4CEEF}" destId="{D490D44C-DB0C-4F0D-8DB9-EED51AFC80AE}" srcOrd="7" destOrd="0" parTransId="{073750B4-3202-4908-AC8B-688312FBE1BD}" sibTransId="{35037B29-5A58-4A81-92F5-39CCBC527CC2}"/>
    <dgm:cxn modelId="{CD179725-593B-4F7E-AABD-60BF269C433E}" srcId="{78549540-72AA-493F-A0A0-FF991BA4CEEF}" destId="{839BF719-6FB5-4C63-86B7-6716D941EE15}" srcOrd="2" destOrd="0" parTransId="{7B895064-0CA1-478C-91B5-53BF3E4FE138}" sibTransId="{3E593813-EB53-4B7D-9554-FBE30304C08B}"/>
    <dgm:cxn modelId="{5D593831-CDE4-4CE3-8F97-8A8E108D78AD}" type="presOf" srcId="{BA6B29E8-CFA2-40BF-A745-7360A4CDC42B}" destId="{83BE3DD8-C19A-4D60-B558-562D5418B764}" srcOrd="0" destOrd="0" presId="urn:microsoft.com/office/officeart/2005/8/layout/vList2"/>
    <dgm:cxn modelId="{55885F39-9CBA-4228-88F4-5DEBD2A7D367}" srcId="{78549540-72AA-493F-A0A0-FF991BA4CEEF}" destId="{20B20D3A-CB22-4BE0-9EC8-5BB72C61F6FD}" srcOrd="4" destOrd="0" parTransId="{4298818E-404E-40E5-90F5-495B92CF8FD0}" sibTransId="{EEE3A6FC-AFB9-4ECB-BE61-110334C210C6}"/>
    <dgm:cxn modelId="{BDC67A3C-BF26-49F5-9E2C-F113056CD600}" type="presOf" srcId="{D490D44C-DB0C-4F0D-8DB9-EED51AFC80AE}" destId="{2566D8AD-1A0D-40BA-BD8A-A45C9DC34A78}" srcOrd="0" destOrd="0" presId="urn:microsoft.com/office/officeart/2005/8/layout/vList2"/>
    <dgm:cxn modelId="{08D41D3F-F31F-4D7F-A0BA-EB521C39CF45}" srcId="{78549540-72AA-493F-A0A0-FF991BA4CEEF}" destId="{04A6D968-8434-4E6B-81FD-FF96E3015247}" srcOrd="3" destOrd="0" parTransId="{A5653F07-0E95-462A-824A-95E8E3B3FA58}" sibTransId="{A7E54545-B079-4AB2-A15B-C5BA9376885E}"/>
    <dgm:cxn modelId="{3726B95C-B81F-45A5-A11B-C4C34972F561}" type="presOf" srcId="{839BF719-6FB5-4C63-86B7-6716D941EE15}" destId="{53A6EFD6-11B8-487B-83FE-062DD0B3D007}" srcOrd="0" destOrd="0" presId="urn:microsoft.com/office/officeart/2005/8/layout/vList2"/>
    <dgm:cxn modelId="{012B4775-6F9E-4A9F-80EC-2D2E2D7ED906}" type="presOf" srcId="{51CE931B-DE40-4B04-B6DF-0141AB3B359E}" destId="{E4E5C372-CD27-4B37-BBDB-C506F5494791}" srcOrd="0" destOrd="0" presId="urn:microsoft.com/office/officeart/2005/8/layout/vList2"/>
    <dgm:cxn modelId="{4EC09277-742D-40D5-B5D0-E8A367929CE4}" type="presOf" srcId="{04A6D968-8434-4E6B-81FD-FF96E3015247}" destId="{5C9D4510-8066-4C79-87A2-721C3352364B}" srcOrd="0" destOrd="0" presId="urn:microsoft.com/office/officeart/2005/8/layout/vList2"/>
    <dgm:cxn modelId="{29B0B7AB-63FE-42C6-A7EE-4627F2C73B4F}" srcId="{78549540-72AA-493F-A0A0-FF991BA4CEEF}" destId="{BA6B29E8-CFA2-40BF-A745-7360A4CDC42B}" srcOrd="5" destOrd="0" parTransId="{87F5986E-D708-4AED-BBB2-E01B9CFF3089}" sibTransId="{E63C1AB9-815D-4858-8433-A6972CE0B571}"/>
    <dgm:cxn modelId="{B67AD0CE-C3DF-4FD9-B18D-7834E2C8C18C}" type="presOf" srcId="{78549540-72AA-493F-A0A0-FF991BA4CEEF}" destId="{53A61104-1780-4D26-9B9E-05AA701A6010}" srcOrd="0" destOrd="0" presId="urn:microsoft.com/office/officeart/2005/8/layout/vList2"/>
    <dgm:cxn modelId="{1F2924D0-A44C-48B7-85A8-16DEC564BBD0}" srcId="{78549540-72AA-493F-A0A0-FF991BA4CEEF}" destId="{51CE931B-DE40-4B04-B6DF-0141AB3B359E}" srcOrd="1" destOrd="0" parTransId="{2E7BC143-9D21-47D6-812C-015F80A71C02}" sibTransId="{A478ADF6-5168-4F63-8C84-A2E54961C00A}"/>
    <dgm:cxn modelId="{B02888D8-749D-4BF9-8F00-BCECFF845B9D}" srcId="{78549540-72AA-493F-A0A0-FF991BA4CEEF}" destId="{55326AB4-10ED-4AEF-BC51-21DDF3240B74}" srcOrd="0" destOrd="0" parTransId="{311FBDFF-9455-4BE0-BCE2-B68A112BE70B}" sibTransId="{5A15B355-6EAF-4EAD-9215-43418DCC2C8B}"/>
    <dgm:cxn modelId="{70E04EDC-6448-43EC-8968-398CAB1BAA6C}" type="presOf" srcId="{55326AB4-10ED-4AEF-BC51-21DDF3240B74}" destId="{19501752-D078-406C-B8CD-01845467159F}" srcOrd="0" destOrd="0" presId="urn:microsoft.com/office/officeart/2005/8/layout/vList2"/>
    <dgm:cxn modelId="{E5B9A1FA-2548-4753-8BC4-B249EF9C350D}" type="presOf" srcId="{2A8732B9-969F-4AC7-B3AE-A82201421A86}" destId="{CF4E840D-0A93-4FC4-9F8D-A1C551952D73}" srcOrd="0" destOrd="0" presId="urn:microsoft.com/office/officeart/2005/8/layout/vList2"/>
    <dgm:cxn modelId="{70951BFB-8BE7-4319-86FF-50F5EAE39559}" type="presOf" srcId="{20B20D3A-CB22-4BE0-9EC8-5BB72C61F6FD}" destId="{138AA258-47E7-4471-8D71-CCFEDC15565E}" srcOrd="0" destOrd="0" presId="urn:microsoft.com/office/officeart/2005/8/layout/vList2"/>
    <dgm:cxn modelId="{1E39BBFE-ABD3-4CF4-9A0F-1EC3ABC1B580}" srcId="{78549540-72AA-493F-A0A0-FF991BA4CEEF}" destId="{2A8732B9-969F-4AC7-B3AE-A82201421A86}" srcOrd="6" destOrd="0" parTransId="{0B0EAE97-2AF4-46EC-89BC-4FC85F291F31}" sibTransId="{9242FCA5-7B3B-43DC-8B8C-0B3171DA9193}"/>
    <dgm:cxn modelId="{6C7487CD-D109-41B1-AF9B-AF32ABBD5939}" type="presParOf" srcId="{53A61104-1780-4D26-9B9E-05AA701A6010}" destId="{19501752-D078-406C-B8CD-01845467159F}" srcOrd="0" destOrd="0" presId="urn:microsoft.com/office/officeart/2005/8/layout/vList2"/>
    <dgm:cxn modelId="{117CFD18-04FC-481B-BC33-25157203620E}" type="presParOf" srcId="{53A61104-1780-4D26-9B9E-05AA701A6010}" destId="{05D61D99-CF7E-43B8-ADA8-E381FF77D2C9}" srcOrd="1" destOrd="0" presId="urn:microsoft.com/office/officeart/2005/8/layout/vList2"/>
    <dgm:cxn modelId="{08EDC600-DE72-400A-A5EE-4FF5D4AC814D}" type="presParOf" srcId="{53A61104-1780-4D26-9B9E-05AA701A6010}" destId="{E4E5C372-CD27-4B37-BBDB-C506F5494791}" srcOrd="2" destOrd="0" presId="urn:microsoft.com/office/officeart/2005/8/layout/vList2"/>
    <dgm:cxn modelId="{7CBDA14B-E621-4D4D-A7C0-CB2AE47A5F2A}" type="presParOf" srcId="{53A61104-1780-4D26-9B9E-05AA701A6010}" destId="{0AF21F2F-4F4D-4110-8CB1-19382C18B497}" srcOrd="3" destOrd="0" presId="urn:microsoft.com/office/officeart/2005/8/layout/vList2"/>
    <dgm:cxn modelId="{4839366E-9130-4312-A54A-CCCE0C5AD851}" type="presParOf" srcId="{53A61104-1780-4D26-9B9E-05AA701A6010}" destId="{53A6EFD6-11B8-487B-83FE-062DD0B3D007}" srcOrd="4" destOrd="0" presId="urn:microsoft.com/office/officeart/2005/8/layout/vList2"/>
    <dgm:cxn modelId="{4B6E9B00-48FB-4B2B-A811-20CDA576D861}" type="presParOf" srcId="{53A61104-1780-4D26-9B9E-05AA701A6010}" destId="{EC251068-D645-4921-8A0F-93BF020E059E}" srcOrd="5" destOrd="0" presId="urn:microsoft.com/office/officeart/2005/8/layout/vList2"/>
    <dgm:cxn modelId="{F5EA8BF4-D774-48BC-8A36-456137748FEB}" type="presParOf" srcId="{53A61104-1780-4D26-9B9E-05AA701A6010}" destId="{5C9D4510-8066-4C79-87A2-721C3352364B}" srcOrd="6" destOrd="0" presId="urn:microsoft.com/office/officeart/2005/8/layout/vList2"/>
    <dgm:cxn modelId="{EB449F66-12B8-44DC-A4F1-AD0115BA112D}" type="presParOf" srcId="{53A61104-1780-4D26-9B9E-05AA701A6010}" destId="{366122A2-7641-4319-92B3-14D9B4751127}" srcOrd="7" destOrd="0" presId="urn:microsoft.com/office/officeart/2005/8/layout/vList2"/>
    <dgm:cxn modelId="{F1DC1CF1-2953-4950-9706-2CEEC8F7EAA4}" type="presParOf" srcId="{53A61104-1780-4D26-9B9E-05AA701A6010}" destId="{138AA258-47E7-4471-8D71-CCFEDC15565E}" srcOrd="8" destOrd="0" presId="urn:microsoft.com/office/officeart/2005/8/layout/vList2"/>
    <dgm:cxn modelId="{A68CC982-20E8-4390-9834-721FF2343459}" type="presParOf" srcId="{53A61104-1780-4D26-9B9E-05AA701A6010}" destId="{C94E9896-BCE9-4BCE-A405-A2A90F472E3F}" srcOrd="9" destOrd="0" presId="urn:microsoft.com/office/officeart/2005/8/layout/vList2"/>
    <dgm:cxn modelId="{333EA3FF-7998-4587-8BEE-EDBCF0FF44AF}" type="presParOf" srcId="{53A61104-1780-4D26-9B9E-05AA701A6010}" destId="{83BE3DD8-C19A-4D60-B558-562D5418B764}" srcOrd="10" destOrd="0" presId="urn:microsoft.com/office/officeart/2005/8/layout/vList2"/>
    <dgm:cxn modelId="{4B4012C0-2FEC-4F0D-A91B-15A829CFE1D0}" type="presParOf" srcId="{53A61104-1780-4D26-9B9E-05AA701A6010}" destId="{38703B01-918D-4E33-9F4C-6B5D73714FEF}" srcOrd="11" destOrd="0" presId="urn:microsoft.com/office/officeart/2005/8/layout/vList2"/>
    <dgm:cxn modelId="{16A24CAA-E25D-4E59-8A40-8AFEA1F3D61E}" type="presParOf" srcId="{53A61104-1780-4D26-9B9E-05AA701A6010}" destId="{CF4E840D-0A93-4FC4-9F8D-A1C551952D73}" srcOrd="12" destOrd="0" presId="urn:microsoft.com/office/officeart/2005/8/layout/vList2"/>
    <dgm:cxn modelId="{59A1CADA-2211-409D-B2A8-63A486ADE6FC}" type="presParOf" srcId="{53A61104-1780-4D26-9B9E-05AA701A6010}" destId="{0DE494D2-0897-4247-9EF0-88691646CD45}" srcOrd="13" destOrd="0" presId="urn:microsoft.com/office/officeart/2005/8/layout/vList2"/>
    <dgm:cxn modelId="{8198E9F2-480C-4580-BC6F-7368B85FAB77}" type="presParOf" srcId="{53A61104-1780-4D26-9B9E-05AA701A6010}" destId="{2566D8AD-1A0D-40BA-BD8A-A45C9DC34A78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5B3A379-99B3-4070-B2BA-9D9DF7D483D4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F3C95C-DEB9-46E6-8EF3-AC3F95E19CA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i="0" dirty="0"/>
            <a:t>Individuals and interactions over </a:t>
          </a:r>
          <a:r>
            <a:rPr lang="en-GB" b="1" i="0" dirty="0">
              <a:solidFill>
                <a:srgbClr val="FF0000"/>
              </a:solidFill>
            </a:rPr>
            <a:t>processes and tools</a:t>
          </a:r>
          <a:endParaRPr lang="en-US" b="1" dirty="0">
            <a:solidFill>
              <a:srgbClr val="FF0000"/>
            </a:solidFill>
          </a:endParaRPr>
        </a:p>
      </dgm:t>
    </dgm:pt>
    <dgm:pt modelId="{8EC0555C-348E-4FF7-BA64-7AF5700AF5C8}" type="parTrans" cxnId="{B51BA942-F98A-4783-9B49-74ED0C14FD54}">
      <dgm:prSet/>
      <dgm:spPr/>
      <dgm:t>
        <a:bodyPr/>
        <a:lstStyle/>
        <a:p>
          <a:endParaRPr lang="en-US"/>
        </a:p>
      </dgm:t>
    </dgm:pt>
    <dgm:pt modelId="{89C50D7A-D8D4-4B0D-BEB0-6B6C220ADD14}" type="sibTrans" cxnId="{B51BA942-F98A-4783-9B49-74ED0C14FD5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96744A6-6E9E-4FBE-A675-FA1298527BC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i="0" dirty="0"/>
            <a:t>Working software over </a:t>
          </a:r>
          <a:r>
            <a:rPr lang="en-GB" b="1" i="0" dirty="0">
              <a:solidFill>
                <a:srgbClr val="FF0000"/>
              </a:solidFill>
            </a:rPr>
            <a:t>comprehensive documentation</a:t>
          </a:r>
          <a:endParaRPr lang="en-US" b="1" dirty="0">
            <a:solidFill>
              <a:srgbClr val="FF0000"/>
            </a:solidFill>
          </a:endParaRPr>
        </a:p>
      </dgm:t>
    </dgm:pt>
    <dgm:pt modelId="{D255CD5F-3DCF-4A76-B307-A75DB2D54F33}" type="parTrans" cxnId="{2599630A-BF67-4F36-B6C8-158CEC2BCF0E}">
      <dgm:prSet/>
      <dgm:spPr/>
      <dgm:t>
        <a:bodyPr/>
        <a:lstStyle/>
        <a:p>
          <a:endParaRPr lang="en-US"/>
        </a:p>
      </dgm:t>
    </dgm:pt>
    <dgm:pt modelId="{B80A1D92-2410-4212-95C2-33DFB253A3EF}" type="sibTrans" cxnId="{2599630A-BF67-4F36-B6C8-158CEC2BCF0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3D37F5E-D8E3-471E-B884-B3DB9F45A2F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i="0" dirty="0"/>
            <a:t>Customer collaboration over </a:t>
          </a:r>
          <a:r>
            <a:rPr lang="en-GB" b="1" i="0" dirty="0">
              <a:solidFill>
                <a:srgbClr val="FF0000"/>
              </a:solidFill>
            </a:rPr>
            <a:t>contract negotiation</a:t>
          </a:r>
          <a:endParaRPr lang="en-US" b="1" dirty="0">
            <a:solidFill>
              <a:srgbClr val="FF0000"/>
            </a:solidFill>
          </a:endParaRPr>
        </a:p>
      </dgm:t>
    </dgm:pt>
    <dgm:pt modelId="{68909840-8B55-4CB0-A0DB-9B2CD222CFA9}" type="parTrans" cxnId="{0DC95211-1747-4CE4-B5C0-C54D3DAB438E}">
      <dgm:prSet/>
      <dgm:spPr/>
      <dgm:t>
        <a:bodyPr/>
        <a:lstStyle/>
        <a:p>
          <a:endParaRPr lang="en-US"/>
        </a:p>
      </dgm:t>
    </dgm:pt>
    <dgm:pt modelId="{ACA83646-96F6-44B5-9DA0-379127C9AA74}" type="sibTrans" cxnId="{0DC95211-1747-4CE4-B5C0-C54D3DAB438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10FBD34-6B1F-4A39-979C-A6918E4368B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i="0" dirty="0"/>
            <a:t>Responding to change over </a:t>
          </a:r>
          <a:br>
            <a:rPr lang="en-GB" b="1" i="0" dirty="0"/>
          </a:br>
          <a:r>
            <a:rPr lang="en-GB" b="1" i="0" dirty="0">
              <a:solidFill>
                <a:srgbClr val="FF0000"/>
              </a:solidFill>
            </a:rPr>
            <a:t>following a plan</a:t>
          </a:r>
          <a:endParaRPr lang="en-US" b="1" dirty="0">
            <a:solidFill>
              <a:srgbClr val="FF0000"/>
            </a:solidFill>
          </a:endParaRPr>
        </a:p>
      </dgm:t>
    </dgm:pt>
    <dgm:pt modelId="{23EE357A-7F12-4366-9993-42E6F10A1BC8}" type="parTrans" cxnId="{F392C1E1-0ADC-4907-A1F9-58AE5F2C416A}">
      <dgm:prSet/>
      <dgm:spPr/>
      <dgm:t>
        <a:bodyPr/>
        <a:lstStyle/>
        <a:p>
          <a:endParaRPr lang="en-US"/>
        </a:p>
      </dgm:t>
    </dgm:pt>
    <dgm:pt modelId="{67D0B527-8191-4DDF-928C-F8E485CA5315}" type="sibTrans" cxnId="{F392C1E1-0ADC-4907-A1F9-58AE5F2C416A}">
      <dgm:prSet/>
      <dgm:spPr/>
      <dgm:t>
        <a:bodyPr/>
        <a:lstStyle/>
        <a:p>
          <a:endParaRPr lang="en-US"/>
        </a:p>
      </dgm:t>
    </dgm:pt>
    <dgm:pt modelId="{2C0E704A-915F-49EA-B9AF-A9868561F1F1}" type="pres">
      <dgm:prSet presAssocID="{75B3A379-99B3-4070-B2BA-9D9DF7D483D4}" presName="root" presStyleCnt="0">
        <dgm:presLayoutVars>
          <dgm:dir/>
          <dgm:resizeHandles val="exact"/>
        </dgm:presLayoutVars>
      </dgm:prSet>
      <dgm:spPr/>
    </dgm:pt>
    <dgm:pt modelId="{FF6260C7-1189-4860-89AE-4884A4A084FD}" type="pres">
      <dgm:prSet presAssocID="{75B3A379-99B3-4070-B2BA-9D9DF7D483D4}" presName="container" presStyleCnt="0">
        <dgm:presLayoutVars>
          <dgm:dir/>
          <dgm:resizeHandles val="exact"/>
        </dgm:presLayoutVars>
      </dgm:prSet>
      <dgm:spPr/>
    </dgm:pt>
    <dgm:pt modelId="{73C4A784-7607-4668-A51C-FE2589A71644}" type="pres">
      <dgm:prSet presAssocID="{DFF3C95C-DEB9-46E6-8EF3-AC3F95E19CA4}" presName="compNode" presStyleCnt="0"/>
      <dgm:spPr/>
    </dgm:pt>
    <dgm:pt modelId="{0603A90F-24A8-4C36-B47C-E2EBEE10DB57}" type="pres">
      <dgm:prSet presAssocID="{DFF3C95C-DEB9-46E6-8EF3-AC3F95E19CA4}" presName="iconBgRect" presStyleLbl="bgShp" presStyleIdx="0" presStyleCnt="4"/>
      <dgm:spPr/>
    </dgm:pt>
    <dgm:pt modelId="{13ABE66D-B10B-4C82-935D-834A4A7B1BE6}" type="pres">
      <dgm:prSet presAssocID="{DFF3C95C-DEB9-46E6-8EF3-AC3F95E19CA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C3BD56D4-2F5B-45E9-BECC-5C3468076BF2}" type="pres">
      <dgm:prSet presAssocID="{DFF3C95C-DEB9-46E6-8EF3-AC3F95E19CA4}" presName="spaceRect" presStyleCnt="0"/>
      <dgm:spPr/>
    </dgm:pt>
    <dgm:pt modelId="{74E91D97-6662-4B98-A833-853C84DA26CA}" type="pres">
      <dgm:prSet presAssocID="{DFF3C95C-DEB9-46E6-8EF3-AC3F95E19CA4}" presName="textRect" presStyleLbl="revTx" presStyleIdx="0" presStyleCnt="4">
        <dgm:presLayoutVars>
          <dgm:chMax val="1"/>
          <dgm:chPref val="1"/>
        </dgm:presLayoutVars>
      </dgm:prSet>
      <dgm:spPr/>
    </dgm:pt>
    <dgm:pt modelId="{CB408ECE-456E-4D5B-841A-67DA16DBBAF0}" type="pres">
      <dgm:prSet presAssocID="{89C50D7A-D8D4-4B0D-BEB0-6B6C220ADD14}" presName="sibTrans" presStyleLbl="sibTrans2D1" presStyleIdx="0" presStyleCnt="0"/>
      <dgm:spPr/>
    </dgm:pt>
    <dgm:pt modelId="{83C23E27-50B6-474D-9555-AC1D321E088D}" type="pres">
      <dgm:prSet presAssocID="{096744A6-6E9E-4FBE-A675-FA1298527BCB}" presName="compNode" presStyleCnt="0"/>
      <dgm:spPr/>
    </dgm:pt>
    <dgm:pt modelId="{6D414192-B745-43B3-A0F6-C733F685112A}" type="pres">
      <dgm:prSet presAssocID="{096744A6-6E9E-4FBE-A675-FA1298527BCB}" presName="iconBgRect" presStyleLbl="bgShp" presStyleIdx="1" presStyleCnt="4"/>
      <dgm:spPr/>
    </dgm:pt>
    <dgm:pt modelId="{1B373AB5-5265-4551-84C2-7DBDAE0A3030}" type="pres">
      <dgm:prSet presAssocID="{096744A6-6E9E-4FBE-A675-FA1298527BC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2831A2C-0AB6-4AC1-84A9-1C183110DFCA}" type="pres">
      <dgm:prSet presAssocID="{096744A6-6E9E-4FBE-A675-FA1298527BCB}" presName="spaceRect" presStyleCnt="0"/>
      <dgm:spPr/>
    </dgm:pt>
    <dgm:pt modelId="{F6493F13-9379-4BE8-B4A5-66A85CAF037E}" type="pres">
      <dgm:prSet presAssocID="{096744A6-6E9E-4FBE-A675-FA1298527BCB}" presName="textRect" presStyleLbl="revTx" presStyleIdx="1" presStyleCnt="4">
        <dgm:presLayoutVars>
          <dgm:chMax val="1"/>
          <dgm:chPref val="1"/>
        </dgm:presLayoutVars>
      </dgm:prSet>
      <dgm:spPr/>
    </dgm:pt>
    <dgm:pt modelId="{E84CE3D4-533F-4DDA-BABE-C37C1AE8FEA8}" type="pres">
      <dgm:prSet presAssocID="{B80A1D92-2410-4212-95C2-33DFB253A3EF}" presName="sibTrans" presStyleLbl="sibTrans2D1" presStyleIdx="0" presStyleCnt="0"/>
      <dgm:spPr/>
    </dgm:pt>
    <dgm:pt modelId="{50670A94-C4AA-446D-9418-565ABF51F919}" type="pres">
      <dgm:prSet presAssocID="{83D37F5E-D8E3-471E-B884-B3DB9F45A2F2}" presName="compNode" presStyleCnt="0"/>
      <dgm:spPr/>
    </dgm:pt>
    <dgm:pt modelId="{AA5C6F99-F72C-4213-AD74-1A973684AF1D}" type="pres">
      <dgm:prSet presAssocID="{83D37F5E-D8E3-471E-B884-B3DB9F45A2F2}" presName="iconBgRect" presStyleLbl="bgShp" presStyleIdx="2" presStyleCnt="4"/>
      <dgm:spPr/>
    </dgm:pt>
    <dgm:pt modelId="{D9694674-C9F7-424F-9538-6B67337ECF56}" type="pres">
      <dgm:prSet presAssocID="{83D37F5E-D8E3-471E-B884-B3DB9F45A2F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B6DCCA2A-8950-472D-845D-0D73412CCABC}" type="pres">
      <dgm:prSet presAssocID="{83D37F5E-D8E3-471E-B884-B3DB9F45A2F2}" presName="spaceRect" presStyleCnt="0"/>
      <dgm:spPr/>
    </dgm:pt>
    <dgm:pt modelId="{EF4AEB28-3552-4331-90FC-23FFC70E6B23}" type="pres">
      <dgm:prSet presAssocID="{83D37F5E-D8E3-471E-B884-B3DB9F45A2F2}" presName="textRect" presStyleLbl="revTx" presStyleIdx="2" presStyleCnt="4">
        <dgm:presLayoutVars>
          <dgm:chMax val="1"/>
          <dgm:chPref val="1"/>
        </dgm:presLayoutVars>
      </dgm:prSet>
      <dgm:spPr/>
    </dgm:pt>
    <dgm:pt modelId="{A3FC1C1B-B19A-4FB3-B4FB-46CD33628C34}" type="pres">
      <dgm:prSet presAssocID="{ACA83646-96F6-44B5-9DA0-379127C9AA74}" presName="sibTrans" presStyleLbl="sibTrans2D1" presStyleIdx="0" presStyleCnt="0"/>
      <dgm:spPr/>
    </dgm:pt>
    <dgm:pt modelId="{DAEDEB9A-1C46-47E6-920B-28BCC68125B5}" type="pres">
      <dgm:prSet presAssocID="{210FBD34-6B1F-4A39-979C-A6918E4368B4}" presName="compNode" presStyleCnt="0"/>
      <dgm:spPr/>
    </dgm:pt>
    <dgm:pt modelId="{7F178982-DE05-431A-ADC7-3B88A11D8396}" type="pres">
      <dgm:prSet presAssocID="{210FBD34-6B1F-4A39-979C-A6918E4368B4}" presName="iconBgRect" presStyleLbl="bgShp" presStyleIdx="3" presStyleCnt="4"/>
      <dgm:spPr/>
    </dgm:pt>
    <dgm:pt modelId="{B9001258-6DF4-441D-928A-626DE1D2BAC0}" type="pres">
      <dgm:prSet presAssocID="{210FBD34-6B1F-4A39-979C-A6918E4368B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DECA2DC-865E-411E-90AC-B0C2DBB6E4F9}" type="pres">
      <dgm:prSet presAssocID="{210FBD34-6B1F-4A39-979C-A6918E4368B4}" presName="spaceRect" presStyleCnt="0"/>
      <dgm:spPr/>
    </dgm:pt>
    <dgm:pt modelId="{3EFE0CA3-B0EE-464B-9050-7730841D00C2}" type="pres">
      <dgm:prSet presAssocID="{210FBD34-6B1F-4A39-979C-A6918E4368B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599630A-BF67-4F36-B6C8-158CEC2BCF0E}" srcId="{75B3A379-99B3-4070-B2BA-9D9DF7D483D4}" destId="{096744A6-6E9E-4FBE-A675-FA1298527BCB}" srcOrd="1" destOrd="0" parTransId="{D255CD5F-3DCF-4A76-B307-A75DB2D54F33}" sibTransId="{B80A1D92-2410-4212-95C2-33DFB253A3EF}"/>
    <dgm:cxn modelId="{39A3B10F-3BB6-43E9-8874-91E9D7719255}" type="presOf" srcId="{89C50D7A-D8D4-4B0D-BEB0-6B6C220ADD14}" destId="{CB408ECE-456E-4D5B-841A-67DA16DBBAF0}" srcOrd="0" destOrd="0" presId="urn:microsoft.com/office/officeart/2018/2/layout/IconCircleList"/>
    <dgm:cxn modelId="{0DC95211-1747-4CE4-B5C0-C54D3DAB438E}" srcId="{75B3A379-99B3-4070-B2BA-9D9DF7D483D4}" destId="{83D37F5E-D8E3-471E-B884-B3DB9F45A2F2}" srcOrd="2" destOrd="0" parTransId="{68909840-8B55-4CB0-A0DB-9B2CD222CFA9}" sibTransId="{ACA83646-96F6-44B5-9DA0-379127C9AA74}"/>
    <dgm:cxn modelId="{517BE411-BDAA-434A-B356-B6CEA8A61037}" type="presOf" srcId="{DFF3C95C-DEB9-46E6-8EF3-AC3F95E19CA4}" destId="{74E91D97-6662-4B98-A833-853C84DA26CA}" srcOrd="0" destOrd="0" presId="urn:microsoft.com/office/officeart/2018/2/layout/IconCircleList"/>
    <dgm:cxn modelId="{6A75E232-DF32-4204-B46E-5874561727E2}" type="presOf" srcId="{75B3A379-99B3-4070-B2BA-9D9DF7D483D4}" destId="{2C0E704A-915F-49EA-B9AF-A9868561F1F1}" srcOrd="0" destOrd="0" presId="urn:microsoft.com/office/officeart/2018/2/layout/IconCircleList"/>
    <dgm:cxn modelId="{C519FB5B-4B8F-43A1-A3AD-4BB5860C7938}" type="presOf" srcId="{83D37F5E-D8E3-471E-B884-B3DB9F45A2F2}" destId="{EF4AEB28-3552-4331-90FC-23FFC70E6B23}" srcOrd="0" destOrd="0" presId="urn:microsoft.com/office/officeart/2018/2/layout/IconCircleList"/>
    <dgm:cxn modelId="{C6B7645C-533F-4DF4-8144-40FAD840CA0D}" type="presOf" srcId="{210FBD34-6B1F-4A39-979C-A6918E4368B4}" destId="{3EFE0CA3-B0EE-464B-9050-7730841D00C2}" srcOrd="0" destOrd="0" presId="urn:microsoft.com/office/officeart/2018/2/layout/IconCircleList"/>
    <dgm:cxn modelId="{2FC93E42-99F2-4525-84D4-DC286279E4D1}" type="presOf" srcId="{B80A1D92-2410-4212-95C2-33DFB253A3EF}" destId="{E84CE3D4-533F-4DDA-BABE-C37C1AE8FEA8}" srcOrd="0" destOrd="0" presId="urn:microsoft.com/office/officeart/2018/2/layout/IconCircleList"/>
    <dgm:cxn modelId="{B51BA942-F98A-4783-9B49-74ED0C14FD54}" srcId="{75B3A379-99B3-4070-B2BA-9D9DF7D483D4}" destId="{DFF3C95C-DEB9-46E6-8EF3-AC3F95E19CA4}" srcOrd="0" destOrd="0" parTransId="{8EC0555C-348E-4FF7-BA64-7AF5700AF5C8}" sibTransId="{89C50D7A-D8D4-4B0D-BEB0-6B6C220ADD14}"/>
    <dgm:cxn modelId="{338B658A-FE70-46FF-B530-87FAB19889AD}" type="presOf" srcId="{096744A6-6E9E-4FBE-A675-FA1298527BCB}" destId="{F6493F13-9379-4BE8-B4A5-66A85CAF037E}" srcOrd="0" destOrd="0" presId="urn:microsoft.com/office/officeart/2018/2/layout/IconCircleList"/>
    <dgm:cxn modelId="{F392C1E1-0ADC-4907-A1F9-58AE5F2C416A}" srcId="{75B3A379-99B3-4070-B2BA-9D9DF7D483D4}" destId="{210FBD34-6B1F-4A39-979C-A6918E4368B4}" srcOrd="3" destOrd="0" parTransId="{23EE357A-7F12-4366-9993-42E6F10A1BC8}" sibTransId="{67D0B527-8191-4DDF-928C-F8E485CA5315}"/>
    <dgm:cxn modelId="{6C8749FC-48C2-49C7-AE5A-23AA963A168C}" type="presOf" srcId="{ACA83646-96F6-44B5-9DA0-379127C9AA74}" destId="{A3FC1C1B-B19A-4FB3-B4FB-46CD33628C34}" srcOrd="0" destOrd="0" presId="urn:microsoft.com/office/officeart/2018/2/layout/IconCircleList"/>
    <dgm:cxn modelId="{1C49263C-3D75-4336-87FA-EBED3FCDB47D}" type="presParOf" srcId="{2C0E704A-915F-49EA-B9AF-A9868561F1F1}" destId="{FF6260C7-1189-4860-89AE-4884A4A084FD}" srcOrd="0" destOrd="0" presId="urn:microsoft.com/office/officeart/2018/2/layout/IconCircleList"/>
    <dgm:cxn modelId="{12B1FEFC-59A1-4117-AD51-335228C50281}" type="presParOf" srcId="{FF6260C7-1189-4860-89AE-4884A4A084FD}" destId="{73C4A784-7607-4668-A51C-FE2589A71644}" srcOrd="0" destOrd="0" presId="urn:microsoft.com/office/officeart/2018/2/layout/IconCircleList"/>
    <dgm:cxn modelId="{4B4926A3-AE61-4463-A8D4-5A6A588971FC}" type="presParOf" srcId="{73C4A784-7607-4668-A51C-FE2589A71644}" destId="{0603A90F-24A8-4C36-B47C-E2EBEE10DB57}" srcOrd="0" destOrd="0" presId="urn:microsoft.com/office/officeart/2018/2/layout/IconCircleList"/>
    <dgm:cxn modelId="{433842DF-E143-474F-BA11-4D85DB649F0D}" type="presParOf" srcId="{73C4A784-7607-4668-A51C-FE2589A71644}" destId="{13ABE66D-B10B-4C82-935D-834A4A7B1BE6}" srcOrd="1" destOrd="0" presId="urn:microsoft.com/office/officeart/2018/2/layout/IconCircleList"/>
    <dgm:cxn modelId="{3D2E3741-94C8-430D-95CD-1E08FB0D5BA2}" type="presParOf" srcId="{73C4A784-7607-4668-A51C-FE2589A71644}" destId="{C3BD56D4-2F5B-45E9-BECC-5C3468076BF2}" srcOrd="2" destOrd="0" presId="urn:microsoft.com/office/officeart/2018/2/layout/IconCircleList"/>
    <dgm:cxn modelId="{3E62807A-5C35-442C-8D29-F0D38B9DA206}" type="presParOf" srcId="{73C4A784-7607-4668-A51C-FE2589A71644}" destId="{74E91D97-6662-4B98-A833-853C84DA26CA}" srcOrd="3" destOrd="0" presId="urn:microsoft.com/office/officeart/2018/2/layout/IconCircleList"/>
    <dgm:cxn modelId="{FC0637DD-FF07-49A2-B76E-5443B9A482BF}" type="presParOf" srcId="{FF6260C7-1189-4860-89AE-4884A4A084FD}" destId="{CB408ECE-456E-4D5B-841A-67DA16DBBAF0}" srcOrd="1" destOrd="0" presId="urn:microsoft.com/office/officeart/2018/2/layout/IconCircleList"/>
    <dgm:cxn modelId="{A58D1F55-36D0-4DF8-B006-57A0A292CD0A}" type="presParOf" srcId="{FF6260C7-1189-4860-89AE-4884A4A084FD}" destId="{83C23E27-50B6-474D-9555-AC1D321E088D}" srcOrd="2" destOrd="0" presId="urn:microsoft.com/office/officeart/2018/2/layout/IconCircleList"/>
    <dgm:cxn modelId="{044D3479-7E95-47ED-B658-E4F75BCD9742}" type="presParOf" srcId="{83C23E27-50B6-474D-9555-AC1D321E088D}" destId="{6D414192-B745-43B3-A0F6-C733F685112A}" srcOrd="0" destOrd="0" presId="urn:microsoft.com/office/officeart/2018/2/layout/IconCircleList"/>
    <dgm:cxn modelId="{2DDEA9AB-A033-4FEC-9842-DA93324E5683}" type="presParOf" srcId="{83C23E27-50B6-474D-9555-AC1D321E088D}" destId="{1B373AB5-5265-4551-84C2-7DBDAE0A3030}" srcOrd="1" destOrd="0" presId="urn:microsoft.com/office/officeart/2018/2/layout/IconCircleList"/>
    <dgm:cxn modelId="{8B75EA45-6B43-4752-9F45-A0D24351D4DA}" type="presParOf" srcId="{83C23E27-50B6-474D-9555-AC1D321E088D}" destId="{E2831A2C-0AB6-4AC1-84A9-1C183110DFCA}" srcOrd="2" destOrd="0" presId="urn:microsoft.com/office/officeart/2018/2/layout/IconCircleList"/>
    <dgm:cxn modelId="{8D0D626E-B4CF-4A29-877C-4342776ECCA8}" type="presParOf" srcId="{83C23E27-50B6-474D-9555-AC1D321E088D}" destId="{F6493F13-9379-4BE8-B4A5-66A85CAF037E}" srcOrd="3" destOrd="0" presId="urn:microsoft.com/office/officeart/2018/2/layout/IconCircleList"/>
    <dgm:cxn modelId="{478D5863-208C-46FD-9B1A-0EC091BABED1}" type="presParOf" srcId="{FF6260C7-1189-4860-89AE-4884A4A084FD}" destId="{E84CE3D4-533F-4DDA-BABE-C37C1AE8FEA8}" srcOrd="3" destOrd="0" presId="urn:microsoft.com/office/officeart/2018/2/layout/IconCircleList"/>
    <dgm:cxn modelId="{C3AE1718-6A50-4D43-9B55-0ABEB5B0AF84}" type="presParOf" srcId="{FF6260C7-1189-4860-89AE-4884A4A084FD}" destId="{50670A94-C4AA-446D-9418-565ABF51F919}" srcOrd="4" destOrd="0" presId="urn:microsoft.com/office/officeart/2018/2/layout/IconCircleList"/>
    <dgm:cxn modelId="{45296160-712C-4179-9A3A-4D3DD3ABE368}" type="presParOf" srcId="{50670A94-C4AA-446D-9418-565ABF51F919}" destId="{AA5C6F99-F72C-4213-AD74-1A973684AF1D}" srcOrd="0" destOrd="0" presId="urn:microsoft.com/office/officeart/2018/2/layout/IconCircleList"/>
    <dgm:cxn modelId="{833112E7-47A6-4736-9542-29002661885F}" type="presParOf" srcId="{50670A94-C4AA-446D-9418-565ABF51F919}" destId="{D9694674-C9F7-424F-9538-6B67337ECF56}" srcOrd="1" destOrd="0" presId="urn:microsoft.com/office/officeart/2018/2/layout/IconCircleList"/>
    <dgm:cxn modelId="{5AE04F86-085D-4B29-94BB-27AB71DCA79E}" type="presParOf" srcId="{50670A94-C4AA-446D-9418-565ABF51F919}" destId="{B6DCCA2A-8950-472D-845D-0D73412CCABC}" srcOrd="2" destOrd="0" presId="urn:microsoft.com/office/officeart/2018/2/layout/IconCircleList"/>
    <dgm:cxn modelId="{166A04B9-7DBF-4D5D-92AB-337F2340C7C4}" type="presParOf" srcId="{50670A94-C4AA-446D-9418-565ABF51F919}" destId="{EF4AEB28-3552-4331-90FC-23FFC70E6B23}" srcOrd="3" destOrd="0" presId="urn:microsoft.com/office/officeart/2018/2/layout/IconCircleList"/>
    <dgm:cxn modelId="{0781A7AD-74CE-472A-8859-A88425A5C754}" type="presParOf" srcId="{FF6260C7-1189-4860-89AE-4884A4A084FD}" destId="{A3FC1C1B-B19A-4FB3-B4FB-46CD33628C34}" srcOrd="5" destOrd="0" presId="urn:microsoft.com/office/officeart/2018/2/layout/IconCircleList"/>
    <dgm:cxn modelId="{295E1AE7-0652-4267-9343-23A48456F0A3}" type="presParOf" srcId="{FF6260C7-1189-4860-89AE-4884A4A084FD}" destId="{DAEDEB9A-1C46-47E6-920B-28BCC68125B5}" srcOrd="6" destOrd="0" presId="urn:microsoft.com/office/officeart/2018/2/layout/IconCircleList"/>
    <dgm:cxn modelId="{D0433CC9-BE0C-4F9B-9C12-C5BB20592E8F}" type="presParOf" srcId="{DAEDEB9A-1C46-47E6-920B-28BCC68125B5}" destId="{7F178982-DE05-431A-ADC7-3B88A11D8396}" srcOrd="0" destOrd="0" presId="urn:microsoft.com/office/officeart/2018/2/layout/IconCircleList"/>
    <dgm:cxn modelId="{2B3E2851-ADDC-4FCB-87F1-8D631B9A1EEF}" type="presParOf" srcId="{DAEDEB9A-1C46-47E6-920B-28BCC68125B5}" destId="{B9001258-6DF4-441D-928A-626DE1D2BAC0}" srcOrd="1" destOrd="0" presId="urn:microsoft.com/office/officeart/2018/2/layout/IconCircleList"/>
    <dgm:cxn modelId="{CF128787-42C5-4508-9619-F60D432BB36E}" type="presParOf" srcId="{DAEDEB9A-1C46-47E6-920B-28BCC68125B5}" destId="{8DECA2DC-865E-411E-90AC-B0C2DBB6E4F9}" srcOrd="2" destOrd="0" presId="urn:microsoft.com/office/officeart/2018/2/layout/IconCircleList"/>
    <dgm:cxn modelId="{AAA84EB3-6F5C-425B-A4ED-2C97AC16EDBC}" type="presParOf" srcId="{DAEDEB9A-1C46-47E6-920B-28BCC68125B5}" destId="{3EFE0CA3-B0EE-464B-9050-7730841D00C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E3DA84D-0F19-4223-A012-FA4F668CAF3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AEFEC1-DBD1-4C36-804E-E1D85D014EE0}">
      <dgm:prSet/>
      <dgm:spPr/>
      <dgm:t>
        <a:bodyPr/>
        <a:lstStyle/>
        <a:p>
          <a:r>
            <a:rPr lang="en-GB" dirty="0"/>
            <a:t>Our highest priority is to satisfy the customer through early and continuous delivery of valuable software</a:t>
          </a:r>
          <a:endParaRPr lang="en-US" dirty="0"/>
        </a:p>
      </dgm:t>
    </dgm:pt>
    <dgm:pt modelId="{0F5F827C-8122-46BD-BA4A-5692365AF473}" type="parTrans" cxnId="{1A836FCB-1F24-4435-AE60-C0DBF8FF0CDF}">
      <dgm:prSet/>
      <dgm:spPr/>
      <dgm:t>
        <a:bodyPr/>
        <a:lstStyle/>
        <a:p>
          <a:endParaRPr lang="en-US"/>
        </a:p>
      </dgm:t>
    </dgm:pt>
    <dgm:pt modelId="{82BE5F2E-F9A4-4E04-8269-E442F07C56BB}" type="sibTrans" cxnId="{1A836FCB-1F24-4435-AE60-C0DBF8FF0CDF}">
      <dgm:prSet/>
      <dgm:spPr/>
      <dgm:t>
        <a:bodyPr/>
        <a:lstStyle/>
        <a:p>
          <a:endParaRPr lang="en-US"/>
        </a:p>
      </dgm:t>
    </dgm:pt>
    <dgm:pt modelId="{3C019718-4C40-4917-BFE2-27CFB328F930}">
      <dgm:prSet/>
      <dgm:spPr/>
      <dgm:t>
        <a:bodyPr/>
        <a:lstStyle/>
        <a:p>
          <a:r>
            <a:rPr lang="en-GB" dirty="0"/>
            <a:t>Welcome changing requirements, even late in development. Agile processes harness change for the customer's competitive advantage</a:t>
          </a:r>
          <a:endParaRPr lang="en-US" dirty="0"/>
        </a:p>
      </dgm:t>
    </dgm:pt>
    <dgm:pt modelId="{BFC4A1B5-F9BE-4BB5-98BD-BEB9A9B2F135}" type="parTrans" cxnId="{20269681-A8F1-4210-B95E-938FDC41F798}">
      <dgm:prSet/>
      <dgm:spPr/>
      <dgm:t>
        <a:bodyPr/>
        <a:lstStyle/>
        <a:p>
          <a:endParaRPr lang="en-US"/>
        </a:p>
      </dgm:t>
    </dgm:pt>
    <dgm:pt modelId="{23CB1651-F438-4F43-89FF-B25F8535C396}" type="sibTrans" cxnId="{20269681-A8F1-4210-B95E-938FDC41F798}">
      <dgm:prSet/>
      <dgm:spPr/>
      <dgm:t>
        <a:bodyPr/>
        <a:lstStyle/>
        <a:p>
          <a:endParaRPr lang="en-US"/>
        </a:p>
      </dgm:t>
    </dgm:pt>
    <dgm:pt modelId="{72D508E2-269A-49B2-93E2-E160E086E555}">
      <dgm:prSet/>
      <dgm:spPr/>
      <dgm:t>
        <a:bodyPr/>
        <a:lstStyle/>
        <a:p>
          <a:r>
            <a:rPr lang="en-GB" dirty="0"/>
            <a:t>Deliver working software frequently, from a couple of weeks to a couple of months, with a preference to the shorter timescale</a:t>
          </a:r>
          <a:endParaRPr lang="en-US" dirty="0"/>
        </a:p>
      </dgm:t>
    </dgm:pt>
    <dgm:pt modelId="{FDEBFD75-D4CE-498C-9910-B44B3DE671DC}" type="parTrans" cxnId="{BAB4DB96-D452-48D8-B591-34A8E9B83BEA}">
      <dgm:prSet/>
      <dgm:spPr/>
      <dgm:t>
        <a:bodyPr/>
        <a:lstStyle/>
        <a:p>
          <a:endParaRPr lang="en-US"/>
        </a:p>
      </dgm:t>
    </dgm:pt>
    <dgm:pt modelId="{2DE4D099-3CC4-4D8A-ADAF-88F4784D5365}" type="sibTrans" cxnId="{BAB4DB96-D452-48D8-B591-34A8E9B83BEA}">
      <dgm:prSet/>
      <dgm:spPr/>
      <dgm:t>
        <a:bodyPr/>
        <a:lstStyle/>
        <a:p>
          <a:endParaRPr lang="en-US"/>
        </a:p>
      </dgm:t>
    </dgm:pt>
    <dgm:pt modelId="{5FB2A877-1307-4C7F-83AA-1D04F796A754}">
      <dgm:prSet/>
      <dgm:spPr/>
      <dgm:t>
        <a:bodyPr/>
        <a:lstStyle/>
        <a:p>
          <a:r>
            <a:rPr lang="en-GB" dirty="0"/>
            <a:t>Business people and developers must work together daily throughout the project</a:t>
          </a:r>
          <a:endParaRPr lang="en-US" dirty="0"/>
        </a:p>
      </dgm:t>
    </dgm:pt>
    <dgm:pt modelId="{AAE79E6B-B020-4DAF-A639-BD3F586A56DA}" type="parTrans" cxnId="{8F5C80F9-0AF3-4B96-8D53-7D39192FA065}">
      <dgm:prSet/>
      <dgm:spPr/>
      <dgm:t>
        <a:bodyPr/>
        <a:lstStyle/>
        <a:p>
          <a:endParaRPr lang="en-US"/>
        </a:p>
      </dgm:t>
    </dgm:pt>
    <dgm:pt modelId="{7E255B3B-73DD-4F4B-809E-F4DC0CA2B490}" type="sibTrans" cxnId="{8F5C80F9-0AF3-4B96-8D53-7D39192FA065}">
      <dgm:prSet/>
      <dgm:spPr/>
      <dgm:t>
        <a:bodyPr/>
        <a:lstStyle/>
        <a:p>
          <a:endParaRPr lang="en-US"/>
        </a:p>
      </dgm:t>
    </dgm:pt>
    <dgm:pt modelId="{C8E74341-7F1F-43B4-AE73-E83DEE8D102B}">
      <dgm:prSet/>
      <dgm:spPr/>
      <dgm:t>
        <a:bodyPr/>
        <a:lstStyle/>
        <a:p>
          <a:r>
            <a:rPr lang="en-GB" dirty="0"/>
            <a:t>Build projects around motivated individuals. Give them the environment and support they need, and trust them to get the job done</a:t>
          </a:r>
          <a:endParaRPr lang="en-US" dirty="0"/>
        </a:p>
      </dgm:t>
    </dgm:pt>
    <dgm:pt modelId="{4F9E45AE-4BCF-45D4-BDF6-867D82C3D6B7}" type="parTrans" cxnId="{A209E986-7403-41D9-AF05-5FFB6A95A1F9}">
      <dgm:prSet/>
      <dgm:spPr/>
      <dgm:t>
        <a:bodyPr/>
        <a:lstStyle/>
        <a:p>
          <a:endParaRPr lang="en-US"/>
        </a:p>
      </dgm:t>
    </dgm:pt>
    <dgm:pt modelId="{442A03AB-7608-4A34-A461-CE677AE0C580}" type="sibTrans" cxnId="{A209E986-7403-41D9-AF05-5FFB6A95A1F9}">
      <dgm:prSet/>
      <dgm:spPr/>
      <dgm:t>
        <a:bodyPr/>
        <a:lstStyle/>
        <a:p>
          <a:endParaRPr lang="en-US"/>
        </a:p>
      </dgm:t>
    </dgm:pt>
    <dgm:pt modelId="{FD805500-034B-4067-AE7E-92A740783D2E}">
      <dgm:prSet/>
      <dgm:spPr/>
      <dgm:t>
        <a:bodyPr/>
        <a:lstStyle/>
        <a:p>
          <a:r>
            <a:rPr lang="en-GB" dirty="0"/>
            <a:t>The most efficient and effective method of conveying information to and within a development team is face-to-face conversation</a:t>
          </a:r>
          <a:endParaRPr lang="en-US" dirty="0"/>
        </a:p>
      </dgm:t>
    </dgm:pt>
    <dgm:pt modelId="{2FC7BE37-BB04-4137-B488-CF55701D5F51}" type="parTrans" cxnId="{8CD718A1-AB22-42AF-AADC-17F08E78E649}">
      <dgm:prSet/>
      <dgm:spPr/>
      <dgm:t>
        <a:bodyPr/>
        <a:lstStyle/>
        <a:p>
          <a:endParaRPr lang="en-US"/>
        </a:p>
      </dgm:t>
    </dgm:pt>
    <dgm:pt modelId="{A8D46B47-2FD9-449B-9392-CE74AF80AE55}" type="sibTrans" cxnId="{8CD718A1-AB22-42AF-AADC-17F08E78E649}">
      <dgm:prSet/>
      <dgm:spPr/>
      <dgm:t>
        <a:bodyPr/>
        <a:lstStyle/>
        <a:p>
          <a:endParaRPr lang="en-US"/>
        </a:p>
      </dgm:t>
    </dgm:pt>
    <dgm:pt modelId="{B7F7AE8B-1DD5-49EB-A6B3-62417A91458D}" type="pres">
      <dgm:prSet presAssocID="{BE3DA84D-0F19-4223-A012-FA4F668CAF3A}" presName="linearFlow" presStyleCnt="0">
        <dgm:presLayoutVars>
          <dgm:dir/>
          <dgm:resizeHandles val="exact"/>
        </dgm:presLayoutVars>
      </dgm:prSet>
      <dgm:spPr/>
    </dgm:pt>
    <dgm:pt modelId="{F884A180-3481-40C5-B10A-EAA6CEB27A28}" type="pres">
      <dgm:prSet presAssocID="{65AEFEC1-DBD1-4C36-804E-E1D85D014EE0}" presName="composite" presStyleCnt="0"/>
      <dgm:spPr/>
    </dgm:pt>
    <dgm:pt modelId="{5F126E4C-8E81-4F16-B1BF-8D997D246E34}" type="pres">
      <dgm:prSet presAssocID="{65AEFEC1-DBD1-4C36-804E-E1D85D014EE0}" presName="imgShp" presStyleLbl="fgImgPlace1" presStyleIdx="0" presStyleCnt="6"/>
      <dgm:spPr/>
    </dgm:pt>
    <dgm:pt modelId="{DADAB686-E5B6-42C6-83AE-B3D83E87A0E6}" type="pres">
      <dgm:prSet presAssocID="{65AEFEC1-DBD1-4C36-804E-E1D85D014EE0}" presName="txShp" presStyleLbl="node1" presStyleIdx="0" presStyleCnt="6">
        <dgm:presLayoutVars>
          <dgm:bulletEnabled val="1"/>
        </dgm:presLayoutVars>
      </dgm:prSet>
      <dgm:spPr/>
    </dgm:pt>
    <dgm:pt modelId="{8FAB0716-6943-477B-B55C-555DD6017ADB}" type="pres">
      <dgm:prSet presAssocID="{82BE5F2E-F9A4-4E04-8269-E442F07C56BB}" presName="spacing" presStyleCnt="0"/>
      <dgm:spPr/>
    </dgm:pt>
    <dgm:pt modelId="{4ACF2B58-4C2D-43CA-81EF-6B174A84C003}" type="pres">
      <dgm:prSet presAssocID="{3C019718-4C40-4917-BFE2-27CFB328F930}" presName="composite" presStyleCnt="0"/>
      <dgm:spPr/>
    </dgm:pt>
    <dgm:pt modelId="{146B95BC-24BF-482C-AF23-7EB3C793CF2A}" type="pres">
      <dgm:prSet presAssocID="{3C019718-4C40-4917-BFE2-27CFB328F930}" presName="imgShp" presStyleLbl="fgImgPlace1" presStyleIdx="1" presStyleCnt="6"/>
      <dgm:spPr/>
    </dgm:pt>
    <dgm:pt modelId="{815247A9-BEE9-4FC2-AA93-CFE573B21AFE}" type="pres">
      <dgm:prSet presAssocID="{3C019718-4C40-4917-BFE2-27CFB328F930}" presName="txShp" presStyleLbl="node1" presStyleIdx="1" presStyleCnt="6">
        <dgm:presLayoutVars>
          <dgm:bulletEnabled val="1"/>
        </dgm:presLayoutVars>
      </dgm:prSet>
      <dgm:spPr/>
    </dgm:pt>
    <dgm:pt modelId="{7D7BCAEE-018C-4E70-B97E-0AED613CBCE6}" type="pres">
      <dgm:prSet presAssocID="{23CB1651-F438-4F43-89FF-B25F8535C396}" presName="spacing" presStyleCnt="0"/>
      <dgm:spPr/>
    </dgm:pt>
    <dgm:pt modelId="{04CA176A-4EFA-4D52-AA94-E3917831A69D}" type="pres">
      <dgm:prSet presAssocID="{72D508E2-269A-49B2-93E2-E160E086E555}" presName="composite" presStyleCnt="0"/>
      <dgm:spPr/>
    </dgm:pt>
    <dgm:pt modelId="{BE3AF05D-ED4D-4F84-974B-95EF700483A3}" type="pres">
      <dgm:prSet presAssocID="{72D508E2-269A-49B2-93E2-E160E086E555}" presName="imgShp" presStyleLbl="fgImgPlace1" presStyleIdx="2" presStyleCnt="6"/>
      <dgm:spPr/>
    </dgm:pt>
    <dgm:pt modelId="{96C165A9-D811-4DB1-8A43-C586FDF9D67A}" type="pres">
      <dgm:prSet presAssocID="{72D508E2-269A-49B2-93E2-E160E086E555}" presName="txShp" presStyleLbl="node1" presStyleIdx="2" presStyleCnt="6">
        <dgm:presLayoutVars>
          <dgm:bulletEnabled val="1"/>
        </dgm:presLayoutVars>
      </dgm:prSet>
      <dgm:spPr/>
    </dgm:pt>
    <dgm:pt modelId="{5587F1D3-CB1F-4E24-88E9-347A34D490B7}" type="pres">
      <dgm:prSet presAssocID="{2DE4D099-3CC4-4D8A-ADAF-88F4784D5365}" presName="spacing" presStyleCnt="0"/>
      <dgm:spPr/>
    </dgm:pt>
    <dgm:pt modelId="{6129A27C-AA77-4361-81F6-F6CC4927D45B}" type="pres">
      <dgm:prSet presAssocID="{5FB2A877-1307-4C7F-83AA-1D04F796A754}" presName="composite" presStyleCnt="0"/>
      <dgm:spPr/>
    </dgm:pt>
    <dgm:pt modelId="{F859C094-29E8-4E09-9AA6-54A4E745F915}" type="pres">
      <dgm:prSet presAssocID="{5FB2A877-1307-4C7F-83AA-1D04F796A754}" presName="imgShp" presStyleLbl="fgImgPlace1" presStyleIdx="3" presStyleCnt="6"/>
      <dgm:spPr/>
    </dgm:pt>
    <dgm:pt modelId="{09A1ECF6-C997-4640-8581-085ADF0C30FF}" type="pres">
      <dgm:prSet presAssocID="{5FB2A877-1307-4C7F-83AA-1D04F796A754}" presName="txShp" presStyleLbl="node1" presStyleIdx="3" presStyleCnt="6">
        <dgm:presLayoutVars>
          <dgm:bulletEnabled val="1"/>
        </dgm:presLayoutVars>
      </dgm:prSet>
      <dgm:spPr/>
    </dgm:pt>
    <dgm:pt modelId="{9FABB73F-4161-465F-97F8-0C45818B9297}" type="pres">
      <dgm:prSet presAssocID="{7E255B3B-73DD-4F4B-809E-F4DC0CA2B490}" presName="spacing" presStyleCnt="0"/>
      <dgm:spPr/>
    </dgm:pt>
    <dgm:pt modelId="{7D66C6AE-239E-4499-BF31-40746A6BC2A6}" type="pres">
      <dgm:prSet presAssocID="{C8E74341-7F1F-43B4-AE73-E83DEE8D102B}" presName="composite" presStyleCnt="0"/>
      <dgm:spPr/>
    </dgm:pt>
    <dgm:pt modelId="{0F5CA993-D321-45E8-ACE0-9EF11776FC12}" type="pres">
      <dgm:prSet presAssocID="{C8E74341-7F1F-43B4-AE73-E83DEE8D102B}" presName="imgShp" presStyleLbl="fgImgPlace1" presStyleIdx="4" presStyleCnt="6" custAng="0"/>
      <dgm:spPr/>
    </dgm:pt>
    <dgm:pt modelId="{E04A9F80-DAE5-4F13-9D58-FA6CAF52D674}" type="pres">
      <dgm:prSet presAssocID="{C8E74341-7F1F-43B4-AE73-E83DEE8D102B}" presName="txShp" presStyleLbl="node1" presStyleIdx="4" presStyleCnt="6">
        <dgm:presLayoutVars>
          <dgm:bulletEnabled val="1"/>
        </dgm:presLayoutVars>
      </dgm:prSet>
      <dgm:spPr/>
    </dgm:pt>
    <dgm:pt modelId="{CBE8F02A-AA23-4CF5-A23C-D16C91DFF685}" type="pres">
      <dgm:prSet presAssocID="{442A03AB-7608-4A34-A461-CE677AE0C580}" presName="spacing" presStyleCnt="0"/>
      <dgm:spPr/>
    </dgm:pt>
    <dgm:pt modelId="{01CAB0E8-CFD1-4A3C-8D49-ED3160B4FE08}" type="pres">
      <dgm:prSet presAssocID="{FD805500-034B-4067-AE7E-92A740783D2E}" presName="composite" presStyleCnt="0"/>
      <dgm:spPr/>
    </dgm:pt>
    <dgm:pt modelId="{64E49AA5-128B-4786-80B6-B70581E6552B}" type="pres">
      <dgm:prSet presAssocID="{FD805500-034B-4067-AE7E-92A740783D2E}" presName="imgShp" presStyleLbl="fgImgPlace1" presStyleIdx="5" presStyleCnt="6"/>
      <dgm:spPr/>
    </dgm:pt>
    <dgm:pt modelId="{1E540AD2-114F-4FEC-A605-EEB81936F494}" type="pres">
      <dgm:prSet presAssocID="{FD805500-034B-4067-AE7E-92A740783D2E}" presName="txShp" presStyleLbl="node1" presStyleIdx="5" presStyleCnt="6">
        <dgm:presLayoutVars>
          <dgm:bulletEnabled val="1"/>
        </dgm:presLayoutVars>
      </dgm:prSet>
      <dgm:spPr/>
    </dgm:pt>
  </dgm:ptLst>
  <dgm:cxnLst>
    <dgm:cxn modelId="{BF10931A-9178-4C6F-B482-419741CA6F5C}" type="presOf" srcId="{72D508E2-269A-49B2-93E2-E160E086E555}" destId="{96C165A9-D811-4DB1-8A43-C586FDF9D67A}" srcOrd="0" destOrd="0" presId="urn:microsoft.com/office/officeart/2005/8/layout/vList3"/>
    <dgm:cxn modelId="{F3973424-24EA-4D4B-A1C5-DD5179F7867E}" type="presOf" srcId="{C8E74341-7F1F-43B4-AE73-E83DEE8D102B}" destId="{E04A9F80-DAE5-4F13-9D58-FA6CAF52D674}" srcOrd="0" destOrd="0" presId="urn:microsoft.com/office/officeart/2005/8/layout/vList3"/>
    <dgm:cxn modelId="{BBF44829-6F5D-40C1-9647-9CEC0E2FF2FE}" type="presOf" srcId="{FD805500-034B-4067-AE7E-92A740783D2E}" destId="{1E540AD2-114F-4FEC-A605-EEB81936F494}" srcOrd="0" destOrd="0" presId="urn:microsoft.com/office/officeart/2005/8/layout/vList3"/>
    <dgm:cxn modelId="{AD97E65F-DFE4-464E-B45F-922E4AFEEDCF}" type="presOf" srcId="{5FB2A877-1307-4C7F-83AA-1D04F796A754}" destId="{09A1ECF6-C997-4640-8581-085ADF0C30FF}" srcOrd="0" destOrd="0" presId="urn:microsoft.com/office/officeart/2005/8/layout/vList3"/>
    <dgm:cxn modelId="{690DCD72-7A84-4CDE-B332-FF98CFDE82B7}" type="presOf" srcId="{3C019718-4C40-4917-BFE2-27CFB328F930}" destId="{815247A9-BEE9-4FC2-AA93-CFE573B21AFE}" srcOrd="0" destOrd="0" presId="urn:microsoft.com/office/officeart/2005/8/layout/vList3"/>
    <dgm:cxn modelId="{20269681-A8F1-4210-B95E-938FDC41F798}" srcId="{BE3DA84D-0F19-4223-A012-FA4F668CAF3A}" destId="{3C019718-4C40-4917-BFE2-27CFB328F930}" srcOrd="1" destOrd="0" parTransId="{BFC4A1B5-F9BE-4BB5-98BD-BEB9A9B2F135}" sibTransId="{23CB1651-F438-4F43-89FF-B25F8535C396}"/>
    <dgm:cxn modelId="{A209E986-7403-41D9-AF05-5FFB6A95A1F9}" srcId="{BE3DA84D-0F19-4223-A012-FA4F668CAF3A}" destId="{C8E74341-7F1F-43B4-AE73-E83DEE8D102B}" srcOrd="4" destOrd="0" parTransId="{4F9E45AE-4BCF-45D4-BDF6-867D82C3D6B7}" sibTransId="{442A03AB-7608-4A34-A461-CE677AE0C580}"/>
    <dgm:cxn modelId="{BAB4DB96-D452-48D8-B591-34A8E9B83BEA}" srcId="{BE3DA84D-0F19-4223-A012-FA4F668CAF3A}" destId="{72D508E2-269A-49B2-93E2-E160E086E555}" srcOrd="2" destOrd="0" parTransId="{FDEBFD75-D4CE-498C-9910-B44B3DE671DC}" sibTransId="{2DE4D099-3CC4-4D8A-ADAF-88F4784D5365}"/>
    <dgm:cxn modelId="{8CD718A1-AB22-42AF-AADC-17F08E78E649}" srcId="{BE3DA84D-0F19-4223-A012-FA4F668CAF3A}" destId="{FD805500-034B-4067-AE7E-92A740783D2E}" srcOrd="5" destOrd="0" parTransId="{2FC7BE37-BB04-4137-B488-CF55701D5F51}" sibTransId="{A8D46B47-2FD9-449B-9392-CE74AF80AE55}"/>
    <dgm:cxn modelId="{26F182A8-353A-40E3-BAC4-C829BC4B355F}" type="presOf" srcId="{65AEFEC1-DBD1-4C36-804E-E1D85D014EE0}" destId="{DADAB686-E5B6-42C6-83AE-B3D83E87A0E6}" srcOrd="0" destOrd="0" presId="urn:microsoft.com/office/officeart/2005/8/layout/vList3"/>
    <dgm:cxn modelId="{02829AB7-0688-4787-8187-A2C46C05AB96}" type="presOf" srcId="{BE3DA84D-0F19-4223-A012-FA4F668CAF3A}" destId="{B7F7AE8B-1DD5-49EB-A6B3-62417A91458D}" srcOrd="0" destOrd="0" presId="urn:microsoft.com/office/officeart/2005/8/layout/vList3"/>
    <dgm:cxn modelId="{1A836FCB-1F24-4435-AE60-C0DBF8FF0CDF}" srcId="{BE3DA84D-0F19-4223-A012-FA4F668CAF3A}" destId="{65AEFEC1-DBD1-4C36-804E-E1D85D014EE0}" srcOrd="0" destOrd="0" parTransId="{0F5F827C-8122-46BD-BA4A-5692365AF473}" sibTransId="{82BE5F2E-F9A4-4E04-8269-E442F07C56BB}"/>
    <dgm:cxn modelId="{8F5C80F9-0AF3-4B96-8D53-7D39192FA065}" srcId="{BE3DA84D-0F19-4223-A012-FA4F668CAF3A}" destId="{5FB2A877-1307-4C7F-83AA-1D04F796A754}" srcOrd="3" destOrd="0" parTransId="{AAE79E6B-B020-4DAF-A639-BD3F586A56DA}" sibTransId="{7E255B3B-73DD-4F4B-809E-F4DC0CA2B490}"/>
    <dgm:cxn modelId="{6577C9B8-F8BC-4F8F-AF4C-6CDC246C45BE}" type="presParOf" srcId="{B7F7AE8B-1DD5-49EB-A6B3-62417A91458D}" destId="{F884A180-3481-40C5-B10A-EAA6CEB27A28}" srcOrd="0" destOrd="0" presId="urn:microsoft.com/office/officeart/2005/8/layout/vList3"/>
    <dgm:cxn modelId="{F4F1416B-9620-4B6B-9EEE-AB854BC912F7}" type="presParOf" srcId="{F884A180-3481-40C5-B10A-EAA6CEB27A28}" destId="{5F126E4C-8E81-4F16-B1BF-8D997D246E34}" srcOrd="0" destOrd="0" presId="urn:microsoft.com/office/officeart/2005/8/layout/vList3"/>
    <dgm:cxn modelId="{FF9AD367-E460-4EF7-9D16-892DFA231B69}" type="presParOf" srcId="{F884A180-3481-40C5-B10A-EAA6CEB27A28}" destId="{DADAB686-E5B6-42C6-83AE-B3D83E87A0E6}" srcOrd="1" destOrd="0" presId="urn:microsoft.com/office/officeart/2005/8/layout/vList3"/>
    <dgm:cxn modelId="{AA8CC6D1-BE92-4119-8937-FD2AF36A247F}" type="presParOf" srcId="{B7F7AE8B-1DD5-49EB-A6B3-62417A91458D}" destId="{8FAB0716-6943-477B-B55C-555DD6017ADB}" srcOrd="1" destOrd="0" presId="urn:microsoft.com/office/officeart/2005/8/layout/vList3"/>
    <dgm:cxn modelId="{B20D8D85-B3E2-40EC-9D46-0E0BB1AF8031}" type="presParOf" srcId="{B7F7AE8B-1DD5-49EB-A6B3-62417A91458D}" destId="{4ACF2B58-4C2D-43CA-81EF-6B174A84C003}" srcOrd="2" destOrd="0" presId="urn:microsoft.com/office/officeart/2005/8/layout/vList3"/>
    <dgm:cxn modelId="{CE5A5E4D-7558-414A-BD2F-4607C90D99CA}" type="presParOf" srcId="{4ACF2B58-4C2D-43CA-81EF-6B174A84C003}" destId="{146B95BC-24BF-482C-AF23-7EB3C793CF2A}" srcOrd="0" destOrd="0" presId="urn:microsoft.com/office/officeart/2005/8/layout/vList3"/>
    <dgm:cxn modelId="{87FC7463-25FF-4CB1-B54F-54772C49B9B9}" type="presParOf" srcId="{4ACF2B58-4C2D-43CA-81EF-6B174A84C003}" destId="{815247A9-BEE9-4FC2-AA93-CFE573B21AFE}" srcOrd="1" destOrd="0" presId="urn:microsoft.com/office/officeart/2005/8/layout/vList3"/>
    <dgm:cxn modelId="{B98EE5E0-01D2-479F-8F68-01CE8D215B4E}" type="presParOf" srcId="{B7F7AE8B-1DD5-49EB-A6B3-62417A91458D}" destId="{7D7BCAEE-018C-4E70-B97E-0AED613CBCE6}" srcOrd="3" destOrd="0" presId="urn:microsoft.com/office/officeart/2005/8/layout/vList3"/>
    <dgm:cxn modelId="{48AC96D8-0CD7-46B3-B33A-7A3844E59E4C}" type="presParOf" srcId="{B7F7AE8B-1DD5-49EB-A6B3-62417A91458D}" destId="{04CA176A-4EFA-4D52-AA94-E3917831A69D}" srcOrd="4" destOrd="0" presId="urn:microsoft.com/office/officeart/2005/8/layout/vList3"/>
    <dgm:cxn modelId="{F6F2B955-AE9E-4DF3-ACD4-3D7E1FEF2675}" type="presParOf" srcId="{04CA176A-4EFA-4D52-AA94-E3917831A69D}" destId="{BE3AF05D-ED4D-4F84-974B-95EF700483A3}" srcOrd="0" destOrd="0" presId="urn:microsoft.com/office/officeart/2005/8/layout/vList3"/>
    <dgm:cxn modelId="{F9E0DBE0-2390-4133-BE32-5D63B0E27ADE}" type="presParOf" srcId="{04CA176A-4EFA-4D52-AA94-E3917831A69D}" destId="{96C165A9-D811-4DB1-8A43-C586FDF9D67A}" srcOrd="1" destOrd="0" presId="urn:microsoft.com/office/officeart/2005/8/layout/vList3"/>
    <dgm:cxn modelId="{AAF3CC04-BFC1-4551-80A0-3E4CEF5045D3}" type="presParOf" srcId="{B7F7AE8B-1DD5-49EB-A6B3-62417A91458D}" destId="{5587F1D3-CB1F-4E24-88E9-347A34D490B7}" srcOrd="5" destOrd="0" presId="urn:microsoft.com/office/officeart/2005/8/layout/vList3"/>
    <dgm:cxn modelId="{04AE180B-20CF-4242-A030-2AC212FE39FD}" type="presParOf" srcId="{B7F7AE8B-1DD5-49EB-A6B3-62417A91458D}" destId="{6129A27C-AA77-4361-81F6-F6CC4927D45B}" srcOrd="6" destOrd="0" presId="urn:microsoft.com/office/officeart/2005/8/layout/vList3"/>
    <dgm:cxn modelId="{1CA9B800-A956-4751-902D-0C8F0D9F150F}" type="presParOf" srcId="{6129A27C-AA77-4361-81F6-F6CC4927D45B}" destId="{F859C094-29E8-4E09-9AA6-54A4E745F915}" srcOrd="0" destOrd="0" presId="urn:microsoft.com/office/officeart/2005/8/layout/vList3"/>
    <dgm:cxn modelId="{B104C44E-D45D-4ABB-BD9B-5CFA7F5EF1D5}" type="presParOf" srcId="{6129A27C-AA77-4361-81F6-F6CC4927D45B}" destId="{09A1ECF6-C997-4640-8581-085ADF0C30FF}" srcOrd="1" destOrd="0" presId="urn:microsoft.com/office/officeart/2005/8/layout/vList3"/>
    <dgm:cxn modelId="{7C7EBF6B-7B9C-46DF-956D-12333AE1779E}" type="presParOf" srcId="{B7F7AE8B-1DD5-49EB-A6B3-62417A91458D}" destId="{9FABB73F-4161-465F-97F8-0C45818B9297}" srcOrd="7" destOrd="0" presId="urn:microsoft.com/office/officeart/2005/8/layout/vList3"/>
    <dgm:cxn modelId="{0C9B71D5-28D3-4371-B47D-DA125EC04025}" type="presParOf" srcId="{B7F7AE8B-1DD5-49EB-A6B3-62417A91458D}" destId="{7D66C6AE-239E-4499-BF31-40746A6BC2A6}" srcOrd="8" destOrd="0" presId="urn:microsoft.com/office/officeart/2005/8/layout/vList3"/>
    <dgm:cxn modelId="{9858CAE3-DC2C-488D-B966-D8CD9F2DFCC2}" type="presParOf" srcId="{7D66C6AE-239E-4499-BF31-40746A6BC2A6}" destId="{0F5CA993-D321-45E8-ACE0-9EF11776FC12}" srcOrd="0" destOrd="0" presId="urn:microsoft.com/office/officeart/2005/8/layout/vList3"/>
    <dgm:cxn modelId="{EDA396F9-EAA6-4EAB-8DF3-AB69A87E3752}" type="presParOf" srcId="{7D66C6AE-239E-4499-BF31-40746A6BC2A6}" destId="{E04A9F80-DAE5-4F13-9D58-FA6CAF52D674}" srcOrd="1" destOrd="0" presId="urn:microsoft.com/office/officeart/2005/8/layout/vList3"/>
    <dgm:cxn modelId="{4FA1404B-BF53-441C-8DDA-1692A1DB1D8A}" type="presParOf" srcId="{B7F7AE8B-1DD5-49EB-A6B3-62417A91458D}" destId="{CBE8F02A-AA23-4CF5-A23C-D16C91DFF685}" srcOrd="9" destOrd="0" presId="urn:microsoft.com/office/officeart/2005/8/layout/vList3"/>
    <dgm:cxn modelId="{9B39348C-B554-4D37-BE98-D57F1EB12E16}" type="presParOf" srcId="{B7F7AE8B-1DD5-49EB-A6B3-62417A91458D}" destId="{01CAB0E8-CFD1-4A3C-8D49-ED3160B4FE08}" srcOrd="10" destOrd="0" presId="urn:microsoft.com/office/officeart/2005/8/layout/vList3"/>
    <dgm:cxn modelId="{7A99D7F0-B649-4A30-AC7D-1F1B55B70487}" type="presParOf" srcId="{01CAB0E8-CFD1-4A3C-8D49-ED3160B4FE08}" destId="{64E49AA5-128B-4786-80B6-B70581E6552B}" srcOrd="0" destOrd="0" presId="urn:microsoft.com/office/officeart/2005/8/layout/vList3"/>
    <dgm:cxn modelId="{ED08FD95-282A-4E6B-B61E-BDA54D7F1090}" type="presParOf" srcId="{01CAB0E8-CFD1-4A3C-8D49-ED3160B4FE08}" destId="{1E540AD2-114F-4FEC-A605-EEB81936F49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1F1CFFC-6433-4A2B-9F3F-7369C84B057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66FD86-AD15-4A32-9C3C-1527B68C8BD1}">
      <dgm:prSet custT="1"/>
      <dgm:spPr/>
      <dgm:t>
        <a:bodyPr/>
        <a:lstStyle/>
        <a:p>
          <a:r>
            <a:rPr lang="en-GB" sz="1400" b="1" dirty="0"/>
            <a:t>Working software is the primary measure of progress</a:t>
          </a:r>
          <a:endParaRPr lang="en-US" sz="1400" b="1" dirty="0"/>
        </a:p>
      </dgm:t>
    </dgm:pt>
    <dgm:pt modelId="{22C3A416-CD6F-47DF-AF84-D205692315CE}" type="parTrans" cxnId="{F541D6B5-5B11-4F8A-AD2A-4CEB43064E4D}">
      <dgm:prSet/>
      <dgm:spPr/>
      <dgm:t>
        <a:bodyPr/>
        <a:lstStyle/>
        <a:p>
          <a:endParaRPr lang="en-US"/>
        </a:p>
      </dgm:t>
    </dgm:pt>
    <dgm:pt modelId="{EF8F33E8-C30F-4956-AA10-084D7A0C23B8}" type="sibTrans" cxnId="{F541D6B5-5B11-4F8A-AD2A-4CEB43064E4D}">
      <dgm:prSet/>
      <dgm:spPr/>
      <dgm:t>
        <a:bodyPr/>
        <a:lstStyle/>
        <a:p>
          <a:endParaRPr lang="en-US"/>
        </a:p>
      </dgm:t>
    </dgm:pt>
    <dgm:pt modelId="{03F09BBC-4DA2-4B39-8EB1-2C433B152317}">
      <dgm:prSet custT="1"/>
      <dgm:spPr/>
      <dgm:t>
        <a:bodyPr/>
        <a:lstStyle/>
        <a:p>
          <a:r>
            <a:rPr lang="en-GB" sz="1400" b="1" dirty="0"/>
            <a:t>Agile processes promote sustainable development. </a:t>
          </a:r>
          <a:br>
            <a:rPr lang="en-GB" sz="1400" b="1" dirty="0"/>
          </a:br>
          <a:r>
            <a:rPr lang="en-GB" sz="1400" b="1" dirty="0"/>
            <a:t>The sponsors, developers, and users should be able to maintain </a:t>
          </a:r>
          <a:br>
            <a:rPr lang="en-GB" sz="1400" b="1" dirty="0"/>
          </a:br>
          <a:r>
            <a:rPr lang="en-GB" sz="1400" b="1" dirty="0"/>
            <a:t>a constant pace indefinitely</a:t>
          </a:r>
          <a:endParaRPr lang="en-US" sz="1400" b="1" dirty="0"/>
        </a:p>
      </dgm:t>
    </dgm:pt>
    <dgm:pt modelId="{9F79EB65-CEE7-429C-BA71-55DD0A0B01DE}" type="parTrans" cxnId="{0B9222F4-211A-490E-9730-FA546196E23F}">
      <dgm:prSet/>
      <dgm:spPr/>
      <dgm:t>
        <a:bodyPr/>
        <a:lstStyle/>
        <a:p>
          <a:endParaRPr lang="en-US"/>
        </a:p>
      </dgm:t>
    </dgm:pt>
    <dgm:pt modelId="{916FFA10-322D-473F-94B6-29BAF566EB51}" type="sibTrans" cxnId="{0B9222F4-211A-490E-9730-FA546196E23F}">
      <dgm:prSet/>
      <dgm:spPr/>
      <dgm:t>
        <a:bodyPr/>
        <a:lstStyle/>
        <a:p>
          <a:endParaRPr lang="en-US"/>
        </a:p>
      </dgm:t>
    </dgm:pt>
    <dgm:pt modelId="{1098B688-4B03-4B2E-9F7D-002F3DB54FB1}">
      <dgm:prSet custT="1"/>
      <dgm:spPr/>
      <dgm:t>
        <a:bodyPr/>
        <a:lstStyle/>
        <a:p>
          <a:r>
            <a:rPr lang="en-GB" sz="1400" b="1" dirty="0"/>
            <a:t>Continuous attention to technical excellence and good design enhances agility</a:t>
          </a:r>
          <a:endParaRPr lang="en-US" sz="1400" b="1" dirty="0"/>
        </a:p>
      </dgm:t>
    </dgm:pt>
    <dgm:pt modelId="{14CDC723-F204-4F65-974C-A2A2BB3DAA29}" type="parTrans" cxnId="{EFD23384-0697-42B5-821E-8E0FCE60ADA5}">
      <dgm:prSet/>
      <dgm:spPr/>
      <dgm:t>
        <a:bodyPr/>
        <a:lstStyle/>
        <a:p>
          <a:endParaRPr lang="en-US"/>
        </a:p>
      </dgm:t>
    </dgm:pt>
    <dgm:pt modelId="{F5FBE5C8-0036-46C2-A7E5-DBC80A106C16}" type="sibTrans" cxnId="{EFD23384-0697-42B5-821E-8E0FCE60ADA5}">
      <dgm:prSet/>
      <dgm:spPr/>
      <dgm:t>
        <a:bodyPr/>
        <a:lstStyle/>
        <a:p>
          <a:endParaRPr lang="en-US"/>
        </a:p>
      </dgm:t>
    </dgm:pt>
    <dgm:pt modelId="{9420B683-C83D-430C-BD1A-463BE9141EEE}">
      <dgm:prSet custT="1"/>
      <dgm:spPr/>
      <dgm:t>
        <a:bodyPr/>
        <a:lstStyle/>
        <a:p>
          <a:r>
            <a:rPr lang="en-GB" sz="1400" b="1" dirty="0"/>
            <a:t>Simplicity – the art of maximising the amount of work not done – </a:t>
          </a:r>
          <a:br>
            <a:rPr lang="en-GB" sz="1400" b="1" dirty="0"/>
          </a:br>
          <a:r>
            <a:rPr lang="en-GB" sz="1400" b="1" dirty="0"/>
            <a:t>is essential</a:t>
          </a:r>
          <a:endParaRPr lang="en-US" sz="1400" b="1" dirty="0"/>
        </a:p>
      </dgm:t>
    </dgm:pt>
    <dgm:pt modelId="{CD59E868-F4DB-49D9-BC50-CE38BB56A4EB}" type="parTrans" cxnId="{17C24824-A1B3-4F9B-A7EB-E89EB70BB820}">
      <dgm:prSet/>
      <dgm:spPr/>
      <dgm:t>
        <a:bodyPr/>
        <a:lstStyle/>
        <a:p>
          <a:endParaRPr lang="en-US"/>
        </a:p>
      </dgm:t>
    </dgm:pt>
    <dgm:pt modelId="{CF103778-4081-4489-9CC9-9198E0396A06}" type="sibTrans" cxnId="{17C24824-A1B3-4F9B-A7EB-E89EB70BB820}">
      <dgm:prSet/>
      <dgm:spPr/>
      <dgm:t>
        <a:bodyPr/>
        <a:lstStyle/>
        <a:p>
          <a:endParaRPr lang="en-US"/>
        </a:p>
      </dgm:t>
    </dgm:pt>
    <dgm:pt modelId="{48B48DD5-6E70-4F16-BD36-54D80CD0241C}">
      <dgm:prSet custT="1"/>
      <dgm:spPr/>
      <dgm:t>
        <a:bodyPr/>
        <a:lstStyle/>
        <a:p>
          <a:r>
            <a:rPr lang="en-GB" sz="1400" b="1" dirty="0"/>
            <a:t>The best architectures, requirements, and designs emerge</a:t>
          </a:r>
          <a:br>
            <a:rPr lang="en-GB" sz="1400" b="1" dirty="0"/>
          </a:br>
          <a:r>
            <a:rPr lang="en-GB" sz="1400" b="1" dirty="0"/>
            <a:t> from self-organising teams</a:t>
          </a:r>
          <a:endParaRPr lang="en-US" sz="1400" b="1" dirty="0"/>
        </a:p>
      </dgm:t>
    </dgm:pt>
    <dgm:pt modelId="{2096EDF2-9673-4D0A-89D6-287956D9B1C8}" type="parTrans" cxnId="{851523EF-C7AE-4931-900E-701EE51247DA}">
      <dgm:prSet/>
      <dgm:spPr/>
      <dgm:t>
        <a:bodyPr/>
        <a:lstStyle/>
        <a:p>
          <a:endParaRPr lang="en-US"/>
        </a:p>
      </dgm:t>
    </dgm:pt>
    <dgm:pt modelId="{F6B08E32-1F78-4401-BC23-56F809429152}" type="sibTrans" cxnId="{851523EF-C7AE-4931-900E-701EE51247DA}">
      <dgm:prSet/>
      <dgm:spPr/>
      <dgm:t>
        <a:bodyPr/>
        <a:lstStyle/>
        <a:p>
          <a:endParaRPr lang="en-US"/>
        </a:p>
      </dgm:t>
    </dgm:pt>
    <dgm:pt modelId="{90D76C3A-340C-4A73-B43B-3A3A7D1F293D}">
      <dgm:prSet custT="1"/>
      <dgm:spPr/>
      <dgm:t>
        <a:bodyPr/>
        <a:lstStyle/>
        <a:p>
          <a:r>
            <a:rPr lang="en-GB" sz="1400" b="1" dirty="0"/>
            <a:t>At regular intervals, the team reflects on how to become more effective, then tunes and adjusts its behaviour accordingly</a:t>
          </a:r>
          <a:endParaRPr lang="en-US" sz="1400" b="1" dirty="0"/>
        </a:p>
      </dgm:t>
    </dgm:pt>
    <dgm:pt modelId="{D96E5DF9-8D4F-42E0-909E-830D83BCC43C}" type="parTrans" cxnId="{E3930F28-0FCF-4E7C-B66D-2B2B048FDF14}">
      <dgm:prSet/>
      <dgm:spPr/>
      <dgm:t>
        <a:bodyPr/>
        <a:lstStyle/>
        <a:p>
          <a:endParaRPr lang="en-US"/>
        </a:p>
      </dgm:t>
    </dgm:pt>
    <dgm:pt modelId="{70066A4E-4B68-43D5-8799-F1B03906F9FF}" type="sibTrans" cxnId="{E3930F28-0FCF-4E7C-B66D-2B2B048FDF14}">
      <dgm:prSet/>
      <dgm:spPr/>
      <dgm:t>
        <a:bodyPr/>
        <a:lstStyle/>
        <a:p>
          <a:endParaRPr lang="en-US"/>
        </a:p>
      </dgm:t>
    </dgm:pt>
    <dgm:pt modelId="{8E17DA71-F49D-4EAD-8182-141D94B8CDBC}" type="pres">
      <dgm:prSet presAssocID="{11F1CFFC-6433-4A2B-9F3F-7369C84B057C}" presName="linearFlow" presStyleCnt="0">
        <dgm:presLayoutVars>
          <dgm:dir/>
          <dgm:resizeHandles val="exact"/>
        </dgm:presLayoutVars>
      </dgm:prSet>
      <dgm:spPr/>
    </dgm:pt>
    <dgm:pt modelId="{472655AE-1597-4228-86B7-51E37C796FFD}" type="pres">
      <dgm:prSet presAssocID="{6666FD86-AD15-4A32-9C3C-1527B68C8BD1}" presName="composite" presStyleCnt="0"/>
      <dgm:spPr/>
    </dgm:pt>
    <dgm:pt modelId="{F85BA0FD-EE8E-4D8A-BF15-7125916AF302}" type="pres">
      <dgm:prSet presAssocID="{6666FD86-AD15-4A32-9C3C-1527B68C8BD1}" presName="imgShp" presStyleLbl="fgImgPlace1" presStyleIdx="0" presStyleCnt="6"/>
      <dgm:spPr/>
    </dgm:pt>
    <dgm:pt modelId="{4466079A-7581-4704-8ECA-343160C6FA37}" type="pres">
      <dgm:prSet presAssocID="{6666FD86-AD15-4A32-9C3C-1527B68C8BD1}" presName="txShp" presStyleLbl="node1" presStyleIdx="0" presStyleCnt="6">
        <dgm:presLayoutVars>
          <dgm:bulletEnabled val="1"/>
        </dgm:presLayoutVars>
      </dgm:prSet>
      <dgm:spPr/>
    </dgm:pt>
    <dgm:pt modelId="{13373F87-2290-4284-BBB1-DF4EA130F960}" type="pres">
      <dgm:prSet presAssocID="{EF8F33E8-C30F-4956-AA10-084D7A0C23B8}" presName="spacing" presStyleCnt="0"/>
      <dgm:spPr/>
    </dgm:pt>
    <dgm:pt modelId="{D708B4FF-F429-4B44-B1FE-03D31BF69DF3}" type="pres">
      <dgm:prSet presAssocID="{03F09BBC-4DA2-4B39-8EB1-2C433B152317}" presName="composite" presStyleCnt="0"/>
      <dgm:spPr/>
    </dgm:pt>
    <dgm:pt modelId="{82624D7F-FA74-4555-862A-3CDF4557C323}" type="pres">
      <dgm:prSet presAssocID="{03F09BBC-4DA2-4B39-8EB1-2C433B152317}" presName="imgShp" presStyleLbl="fgImgPlace1" presStyleIdx="1" presStyleCnt="6"/>
      <dgm:spPr/>
    </dgm:pt>
    <dgm:pt modelId="{8404C49C-A0E0-403A-A5F2-D528712F3CAB}" type="pres">
      <dgm:prSet presAssocID="{03F09BBC-4DA2-4B39-8EB1-2C433B152317}" presName="txShp" presStyleLbl="node1" presStyleIdx="1" presStyleCnt="6">
        <dgm:presLayoutVars>
          <dgm:bulletEnabled val="1"/>
        </dgm:presLayoutVars>
      </dgm:prSet>
      <dgm:spPr/>
    </dgm:pt>
    <dgm:pt modelId="{846A22D1-1300-4846-9CB4-AB258EBD64E0}" type="pres">
      <dgm:prSet presAssocID="{916FFA10-322D-473F-94B6-29BAF566EB51}" presName="spacing" presStyleCnt="0"/>
      <dgm:spPr/>
    </dgm:pt>
    <dgm:pt modelId="{E05D8A8C-50E5-44A5-9F48-E2CFBC71851F}" type="pres">
      <dgm:prSet presAssocID="{1098B688-4B03-4B2E-9F7D-002F3DB54FB1}" presName="composite" presStyleCnt="0"/>
      <dgm:spPr/>
    </dgm:pt>
    <dgm:pt modelId="{43B7CB1C-6C55-462B-A140-EBB4107694A9}" type="pres">
      <dgm:prSet presAssocID="{1098B688-4B03-4B2E-9F7D-002F3DB54FB1}" presName="imgShp" presStyleLbl="fgImgPlace1" presStyleIdx="2" presStyleCnt="6"/>
      <dgm:spPr/>
    </dgm:pt>
    <dgm:pt modelId="{8683132D-2A30-496F-A6B8-045CCFACC1B1}" type="pres">
      <dgm:prSet presAssocID="{1098B688-4B03-4B2E-9F7D-002F3DB54FB1}" presName="txShp" presStyleLbl="node1" presStyleIdx="2" presStyleCnt="6">
        <dgm:presLayoutVars>
          <dgm:bulletEnabled val="1"/>
        </dgm:presLayoutVars>
      </dgm:prSet>
      <dgm:spPr/>
    </dgm:pt>
    <dgm:pt modelId="{FC9FB180-DD89-4F44-8C93-427980CD4ED3}" type="pres">
      <dgm:prSet presAssocID="{F5FBE5C8-0036-46C2-A7E5-DBC80A106C16}" presName="spacing" presStyleCnt="0"/>
      <dgm:spPr/>
    </dgm:pt>
    <dgm:pt modelId="{399DAA89-3674-4ADA-95E2-C1FDC76C538D}" type="pres">
      <dgm:prSet presAssocID="{9420B683-C83D-430C-BD1A-463BE9141EEE}" presName="composite" presStyleCnt="0"/>
      <dgm:spPr/>
    </dgm:pt>
    <dgm:pt modelId="{74A8D4EC-B430-4701-8DB1-C8AB8B93E3E9}" type="pres">
      <dgm:prSet presAssocID="{9420B683-C83D-430C-BD1A-463BE9141EEE}" presName="imgShp" presStyleLbl="fgImgPlace1" presStyleIdx="3" presStyleCnt="6"/>
      <dgm:spPr/>
    </dgm:pt>
    <dgm:pt modelId="{3D8D8F24-2EB8-4487-95E5-89D0EF186542}" type="pres">
      <dgm:prSet presAssocID="{9420B683-C83D-430C-BD1A-463BE9141EEE}" presName="txShp" presStyleLbl="node1" presStyleIdx="3" presStyleCnt="6">
        <dgm:presLayoutVars>
          <dgm:bulletEnabled val="1"/>
        </dgm:presLayoutVars>
      </dgm:prSet>
      <dgm:spPr/>
    </dgm:pt>
    <dgm:pt modelId="{CB81C7A5-2CE4-4882-96AC-4C5C01B686CD}" type="pres">
      <dgm:prSet presAssocID="{CF103778-4081-4489-9CC9-9198E0396A06}" presName="spacing" presStyleCnt="0"/>
      <dgm:spPr/>
    </dgm:pt>
    <dgm:pt modelId="{EF9017FC-B2A9-47F5-ACF6-B2B4E454A412}" type="pres">
      <dgm:prSet presAssocID="{48B48DD5-6E70-4F16-BD36-54D80CD0241C}" presName="composite" presStyleCnt="0"/>
      <dgm:spPr/>
    </dgm:pt>
    <dgm:pt modelId="{FD61739E-4872-4CF6-A771-B3C16CBB18DD}" type="pres">
      <dgm:prSet presAssocID="{48B48DD5-6E70-4F16-BD36-54D80CD0241C}" presName="imgShp" presStyleLbl="fgImgPlace1" presStyleIdx="4" presStyleCnt="6"/>
      <dgm:spPr/>
    </dgm:pt>
    <dgm:pt modelId="{8A40E133-82E9-4CD6-96D0-0C602A36B96A}" type="pres">
      <dgm:prSet presAssocID="{48B48DD5-6E70-4F16-BD36-54D80CD0241C}" presName="txShp" presStyleLbl="node1" presStyleIdx="4" presStyleCnt="6">
        <dgm:presLayoutVars>
          <dgm:bulletEnabled val="1"/>
        </dgm:presLayoutVars>
      </dgm:prSet>
      <dgm:spPr/>
    </dgm:pt>
    <dgm:pt modelId="{3712EF1C-DFF0-4F32-A67F-4DA9D8F83630}" type="pres">
      <dgm:prSet presAssocID="{F6B08E32-1F78-4401-BC23-56F809429152}" presName="spacing" presStyleCnt="0"/>
      <dgm:spPr/>
    </dgm:pt>
    <dgm:pt modelId="{6D892242-4B94-422D-A5C0-0BC796547405}" type="pres">
      <dgm:prSet presAssocID="{90D76C3A-340C-4A73-B43B-3A3A7D1F293D}" presName="composite" presStyleCnt="0"/>
      <dgm:spPr/>
    </dgm:pt>
    <dgm:pt modelId="{F70CD841-6634-4948-B536-CE3B6438BECD}" type="pres">
      <dgm:prSet presAssocID="{90D76C3A-340C-4A73-B43B-3A3A7D1F293D}" presName="imgShp" presStyleLbl="fgImgPlace1" presStyleIdx="5" presStyleCnt="6"/>
      <dgm:spPr/>
    </dgm:pt>
    <dgm:pt modelId="{5EFDEDBD-D492-426D-8708-A004AB1E1088}" type="pres">
      <dgm:prSet presAssocID="{90D76C3A-340C-4A73-B43B-3A3A7D1F293D}" presName="txShp" presStyleLbl="node1" presStyleIdx="5" presStyleCnt="6">
        <dgm:presLayoutVars>
          <dgm:bulletEnabled val="1"/>
        </dgm:presLayoutVars>
      </dgm:prSet>
      <dgm:spPr/>
    </dgm:pt>
  </dgm:ptLst>
  <dgm:cxnLst>
    <dgm:cxn modelId="{DDE42D0A-DBE6-4741-B6B9-EAC2F93AD2A8}" type="presOf" srcId="{03F09BBC-4DA2-4B39-8EB1-2C433B152317}" destId="{8404C49C-A0E0-403A-A5F2-D528712F3CAB}" srcOrd="0" destOrd="0" presId="urn:microsoft.com/office/officeart/2005/8/layout/vList3"/>
    <dgm:cxn modelId="{17C24824-A1B3-4F9B-A7EB-E89EB70BB820}" srcId="{11F1CFFC-6433-4A2B-9F3F-7369C84B057C}" destId="{9420B683-C83D-430C-BD1A-463BE9141EEE}" srcOrd="3" destOrd="0" parTransId="{CD59E868-F4DB-49D9-BC50-CE38BB56A4EB}" sibTransId="{CF103778-4081-4489-9CC9-9198E0396A06}"/>
    <dgm:cxn modelId="{E3930F28-0FCF-4E7C-B66D-2B2B048FDF14}" srcId="{11F1CFFC-6433-4A2B-9F3F-7369C84B057C}" destId="{90D76C3A-340C-4A73-B43B-3A3A7D1F293D}" srcOrd="5" destOrd="0" parTransId="{D96E5DF9-8D4F-42E0-909E-830D83BCC43C}" sibTransId="{70066A4E-4B68-43D5-8799-F1B03906F9FF}"/>
    <dgm:cxn modelId="{8AA9062E-A983-4D31-AF9C-72B2155BAA41}" type="presOf" srcId="{48B48DD5-6E70-4F16-BD36-54D80CD0241C}" destId="{8A40E133-82E9-4CD6-96D0-0C602A36B96A}" srcOrd="0" destOrd="0" presId="urn:microsoft.com/office/officeart/2005/8/layout/vList3"/>
    <dgm:cxn modelId="{8392FF33-29C6-4F08-BCC9-783FAAD912BA}" type="presOf" srcId="{1098B688-4B03-4B2E-9F7D-002F3DB54FB1}" destId="{8683132D-2A30-496F-A6B8-045CCFACC1B1}" srcOrd="0" destOrd="0" presId="urn:microsoft.com/office/officeart/2005/8/layout/vList3"/>
    <dgm:cxn modelId="{EFD23384-0697-42B5-821E-8E0FCE60ADA5}" srcId="{11F1CFFC-6433-4A2B-9F3F-7369C84B057C}" destId="{1098B688-4B03-4B2E-9F7D-002F3DB54FB1}" srcOrd="2" destOrd="0" parTransId="{14CDC723-F204-4F65-974C-A2A2BB3DAA29}" sibTransId="{F5FBE5C8-0036-46C2-A7E5-DBC80A106C16}"/>
    <dgm:cxn modelId="{39395F88-5A19-43A1-95C2-679C548D10F1}" type="presOf" srcId="{90D76C3A-340C-4A73-B43B-3A3A7D1F293D}" destId="{5EFDEDBD-D492-426D-8708-A004AB1E1088}" srcOrd="0" destOrd="0" presId="urn:microsoft.com/office/officeart/2005/8/layout/vList3"/>
    <dgm:cxn modelId="{CB9EEF9A-F40B-4B17-A976-A598D70D8A70}" type="presOf" srcId="{9420B683-C83D-430C-BD1A-463BE9141EEE}" destId="{3D8D8F24-2EB8-4487-95E5-89D0EF186542}" srcOrd="0" destOrd="0" presId="urn:microsoft.com/office/officeart/2005/8/layout/vList3"/>
    <dgm:cxn modelId="{7F32B0A7-DEEC-4169-AE09-A5322345B192}" type="presOf" srcId="{6666FD86-AD15-4A32-9C3C-1527B68C8BD1}" destId="{4466079A-7581-4704-8ECA-343160C6FA37}" srcOrd="0" destOrd="0" presId="urn:microsoft.com/office/officeart/2005/8/layout/vList3"/>
    <dgm:cxn modelId="{F541D6B5-5B11-4F8A-AD2A-4CEB43064E4D}" srcId="{11F1CFFC-6433-4A2B-9F3F-7369C84B057C}" destId="{6666FD86-AD15-4A32-9C3C-1527B68C8BD1}" srcOrd="0" destOrd="0" parTransId="{22C3A416-CD6F-47DF-AF84-D205692315CE}" sibTransId="{EF8F33E8-C30F-4956-AA10-084D7A0C23B8}"/>
    <dgm:cxn modelId="{DD3784CE-76BA-499F-87F0-734859D8789A}" type="presOf" srcId="{11F1CFFC-6433-4A2B-9F3F-7369C84B057C}" destId="{8E17DA71-F49D-4EAD-8182-141D94B8CDBC}" srcOrd="0" destOrd="0" presId="urn:microsoft.com/office/officeart/2005/8/layout/vList3"/>
    <dgm:cxn modelId="{851523EF-C7AE-4931-900E-701EE51247DA}" srcId="{11F1CFFC-6433-4A2B-9F3F-7369C84B057C}" destId="{48B48DD5-6E70-4F16-BD36-54D80CD0241C}" srcOrd="4" destOrd="0" parTransId="{2096EDF2-9673-4D0A-89D6-287956D9B1C8}" sibTransId="{F6B08E32-1F78-4401-BC23-56F809429152}"/>
    <dgm:cxn modelId="{0B9222F4-211A-490E-9730-FA546196E23F}" srcId="{11F1CFFC-6433-4A2B-9F3F-7369C84B057C}" destId="{03F09BBC-4DA2-4B39-8EB1-2C433B152317}" srcOrd="1" destOrd="0" parTransId="{9F79EB65-CEE7-429C-BA71-55DD0A0B01DE}" sibTransId="{916FFA10-322D-473F-94B6-29BAF566EB51}"/>
    <dgm:cxn modelId="{E79611A1-4911-4527-8E8E-A91F49D7A014}" type="presParOf" srcId="{8E17DA71-F49D-4EAD-8182-141D94B8CDBC}" destId="{472655AE-1597-4228-86B7-51E37C796FFD}" srcOrd="0" destOrd="0" presId="urn:microsoft.com/office/officeart/2005/8/layout/vList3"/>
    <dgm:cxn modelId="{FF622332-DA4C-4484-B96D-0126D4F1D366}" type="presParOf" srcId="{472655AE-1597-4228-86B7-51E37C796FFD}" destId="{F85BA0FD-EE8E-4D8A-BF15-7125916AF302}" srcOrd="0" destOrd="0" presId="urn:microsoft.com/office/officeart/2005/8/layout/vList3"/>
    <dgm:cxn modelId="{5F277D8A-8D28-4256-8326-132934FED5B9}" type="presParOf" srcId="{472655AE-1597-4228-86B7-51E37C796FFD}" destId="{4466079A-7581-4704-8ECA-343160C6FA37}" srcOrd="1" destOrd="0" presId="urn:microsoft.com/office/officeart/2005/8/layout/vList3"/>
    <dgm:cxn modelId="{FBD66E31-A38A-4EB3-B6AA-72265493C73A}" type="presParOf" srcId="{8E17DA71-F49D-4EAD-8182-141D94B8CDBC}" destId="{13373F87-2290-4284-BBB1-DF4EA130F960}" srcOrd="1" destOrd="0" presId="urn:microsoft.com/office/officeart/2005/8/layout/vList3"/>
    <dgm:cxn modelId="{D6217D87-7DB9-4442-A68B-0361EF5CD097}" type="presParOf" srcId="{8E17DA71-F49D-4EAD-8182-141D94B8CDBC}" destId="{D708B4FF-F429-4B44-B1FE-03D31BF69DF3}" srcOrd="2" destOrd="0" presId="urn:microsoft.com/office/officeart/2005/8/layout/vList3"/>
    <dgm:cxn modelId="{17485E43-138D-42A2-B871-AD9D332E3995}" type="presParOf" srcId="{D708B4FF-F429-4B44-B1FE-03D31BF69DF3}" destId="{82624D7F-FA74-4555-862A-3CDF4557C323}" srcOrd="0" destOrd="0" presId="urn:microsoft.com/office/officeart/2005/8/layout/vList3"/>
    <dgm:cxn modelId="{272857E8-532B-4677-9AFD-AF018401DD5A}" type="presParOf" srcId="{D708B4FF-F429-4B44-B1FE-03D31BF69DF3}" destId="{8404C49C-A0E0-403A-A5F2-D528712F3CAB}" srcOrd="1" destOrd="0" presId="urn:microsoft.com/office/officeart/2005/8/layout/vList3"/>
    <dgm:cxn modelId="{75D86370-0D20-4C08-ABF0-0F449723E2E3}" type="presParOf" srcId="{8E17DA71-F49D-4EAD-8182-141D94B8CDBC}" destId="{846A22D1-1300-4846-9CB4-AB258EBD64E0}" srcOrd="3" destOrd="0" presId="urn:microsoft.com/office/officeart/2005/8/layout/vList3"/>
    <dgm:cxn modelId="{4A832295-527F-4067-B24F-E31AC3A0E4E2}" type="presParOf" srcId="{8E17DA71-F49D-4EAD-8182-141D94B8CDBC}" destId="{E05D8A8C-50E5-44A5-9F48-E2CFBC71851F}" srcOrd="4" destOrd="0" presId="urn:microsoft.com/office/officeart/2005/8/layout/vList3"/>
    <dgm:cxn modelId="{B1E435A6-7139-41FF-9697-5E0BF3F10800}" type="presParOf" srcId="{E05D8A8C-50E5-44A5-9F48-E2CFBC71851F}" destId="{43B7CB1C-6C55-462B-A140-EBB4107694A9}" srcOrd="0" destOrd="0" presId="urn:microsoft.com/office/officeart/2005/8/layout/vList3"/>
    <dgm:cxn modelId="{D32DCD31-0E7E-4F42-84E4-FE0F6D1EC325}" type="presParOf" srcId="{E05D8A8C-50E5-44A5-9F48-E2CFBC71851F}" destId="{8683132D-2A30-496F-A6B8-045CCFACC1B1}" srcOrd="1" destOrd="0" presId="urn:microsoft.com/office/officeart/2005/8/layout/vList3"/>
    <dgm:cxn modelId="{8C1490AF-9120-48E7-8CC0-88220C837CE8}" type="presParOf" srcId="{8E17DA71-F49D-4EAD-8182-141D94B8CDBC}" destId="{FC9FB180-DD89-4F44-8C93-427980CD4ED3}" srcOrd="5" destOrd="0" presId="urn:microsoft.com/office/officeart/2005/8/layout/vList3"/>
    <dgm:cxn modelId="{1D24EDEB-33EA-409F-BA6A-4FA288139EEB}" type="presParOf" srcId="{8E17DA71-F49D-4EAD-8182-141D94B8CDBC}" destId="{399DAA89-3674-4ADA-95E2-C1FDC76C538D}" srcOrd="6" destOrd="0" presId="urn:microsoft.com/office/officeart/2005/8/layout/vList3"/>
    <dgm:cxn modelId="{78865FDC-ADDA-4687-B7A0-4DBB1E4EAD87}" type="presParOf" srcId="{399DAA89-3674-4ADA-95E2-C1FDC76C538D}" destId="{74A8D4EC-B430-4701-8DB1-C8AB8B93E3E9}" srcOrd="0" destOrd="0" presId="urn:microsoft.com/office/officeart/2005/8/layout/vList3"/>
    <dgm:cxn modelId="{7E20F4EE-E98B-41DD-97FC-43131B52BD1C}" type="presParOf" srcId="{399DAA89-3674-4ADA-95E2-C1FDC76C538D}" destId="{3D8D8F24-2EB8-4487-95E5-89D0EF186542}" srcOrd="1" destOrd="0" presId="urn:microsoft.com/office/officeart/2005/8/layout/vList3"/>
    <dgm:cxn modelId="{578A8632-0164-483D-9439-9DDD4CE23ECA}" type="presParOf" srcId="{8E17DA71-F49D-4EAD-8182-141D94B8CDBC}" destId="{CB81C7A5-2CE4-4882-96AC-4C5C01B686CD}" srcOrd="7" destOrd="0" presId="urn:microsoft.com/office/officeart/2005/8/layout/vList3"/>
    <dgm:cxn modelId="{EAB34010-4E2F-4BDE-BA34-57873248F3A1}" type="presParOf" srcId="{8E17DA71-F49D-4EAD-8182-141D94B8CDBC}" destId="{EF9017FC-B2A9-47F5-ACF6-B2B4E454A412}" srcOrd="8" destOrd="0" presId="urn:microsoft.com/office/officeart/2005/8/layout/vList3"/>
    <dgm:cxn modelId="{D5BA668D-46C0-483D-A21D-C805989C5993}" type="presParOf" srcId="{EF9017FC-B2A9-47F5-ACF6-B2B4E454A412}" destId="{FD61739E-4872-4CF6-A771-B3C16CBB18DD}" srcOrd="0" destOrd="0" presId="urn:microsoft.com/office/officeart/2005/8/layout/vList3"/>
    <dgm:cxn modelId="{2C9F6406-F0E7-4E07-AE63-8DF89FB30967}" type="presParOf" srcId="{EF9017FC-B2A9-47F5-ACF6-B2B4E454A412}" destId="{8A40E133-82E9-4CD6-96D0-0C602A36B96A}" srcOrd="1" destOrd="0" presId="urn:microsoft.com/office/officeart/2005/8/layout/vList3"/>
    <dgm:cxn modelId="{5AFBEB3F-FAEC-4FD9-B4F2-FFE70DB2EDC4}" type="presParOf" srcId="{8E17DA71-F49D-4EAD-8182-141D94B8CDBC}" destId="{3712EF1C-DFF0-4F32-A67F-4DA9D8F83630}" srcOrd="9" destOrd="0" presId="urn:microsoft.com/office/officeart/2005/8/layout/vList3"/>
    <dgm:cxn modelId="{E83EDB6E-A362-4D4D-A95D-FC03BF72D7A2}" type="presParOf" srcId="{8E17DA71-F49D-4EAD-8182-141D94B8CDBC}" destId="{6D892242-4B94-422D-A5C0-0BC796547405}" srcOrd="10" destOrd="0" presId="urn:microsoft.com/office/officeart/2005/8/layout/vList3"/>
    <dgm:cxn modelId="{8B758430-19C0-44FD-8A29-7BBE8AA392F8}" type="presParOf" srcId="{6D892242-4B94-422D-A5C0-0BC796547405}" destId="{F70CD841-6634-4948-B536-CE3B6438BECD}" srcOrd="0" destOrd="0" presId="urn:microsoft.com/office/officeart/2005/8/layout/vList3"/>
    <dgm:cxn modelId="{5BF09793-AF3D-4302-9737-1D273A6CF928}" type="presParOf" srcId="{6D892242-4B94-422D-A5C0-0BC796547405}" destId="{5EFDEDBD-D492-426D-8708-A004AB1E108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831CF9B-D960-46EF-BA0D-4A603796CA9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9A2D5A-7D1A-4F89-96CD-36129D0F82F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b="1" dirty="0"/>
            <a:t>Understand What Agile is</a:t>
          </a:r>
          <a:endParaRPr lang="en-US" sz="2000" b="1" dirty="0"/>
        </a:p>
      </dgm:t>
    </dgm:pt>
    <dgm:pt modelId="{B84E3E73-54E8-4F11-A6DA-8D537C3C41DC}" type="parTrans" cxnId="{1A9ED9F8-AE1E-4DD7-B5EE-DF8A597CCE1E}">
      <dgm:prSet/>
      <dgm:spPr/>
      <dgm:t>
        <a:bodyPr/>
        <a:lstStyle/>
        <a:p>
          <a:endParaRPr lang="en-US"/>
        </a:p>
      </dgm:t>
    </dgm:pt>
    <dgm:pt modelId="{275F0C5A-4569-469C-8DE6-808468C3925E}" type="sibTrans" cxnId="{1A9ED9F8-AE1E-4DD7-B5EE-DF8A597CCE1E}">
      <dgm:prSet/>
      <dgm:spPr/>
      <dgm:t>
        <a:bodyPr/>
        <a:lstStyle/>
        <a:p>
          <a:endParaRPr lang="en-US"/>
        </a:p>
      </dgm:t>
    </dgm:pt>
    <dgm:pt modelId="{35ED273F-B7A1-465A-B998-6EB706ACFC7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 b="1" dirty="0"/>
            <a:t>Can decide if  Agile is a go fit for your Software Development Project</a:t>
          </a:r>
          <a:endParaRPr lang="en-US" sz="1800" b="1" dirty="0"/>
        </a:p>
      </dgm:t>
    </dgm:pt>
    <dgm:pt modelId="{655A17C0-9136-42F0-8269-8B960405AC61}" type="parTrans" cxnId="{34D51758-1AA7-48C8-BC3C-491132D68B64}">
      <dgm:prSet/>
      <dgm:spPr/>
      <dgm:t>
        <a:bodyPr/>
        <a:lstStyle/>
        <a:p>
          <a:endParaRPr lang="en-US"/>
        </a:p>
      </dgm:t>
    </dgm:pt>
    <dgm:pt modelId="{3B8905A3-C10C-4A6E-8468-483236B555D8}" type="sibTrans" cxnId="{34D51758-1AA7-48C8-BC3C-491132D68B64}">
      <dgm:prSet/>
      <dgm:spPr/>
      <dgm:t>
        <a:bodyPr/>
        <a:lstStyle/>
        <a:p>
          <a:endParaRPr lang="en-US"/>
        </a:p>
      </dgm:t>
    </dgm:pt>
    <dgm:pt modelId="{248544D5-000C-453C-BEDE-033D710690B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b="1" dirty="0"/>
            <a:t>Appreciate the concept of the Agile Manifesto</a:t>
          </a:r>
          <a:endParaRPr lang="en-US" sz="2000" b="1" dirty="0"/>
        </a:p>
      </dgm:t>
    </dgm:pt>
    <dgm:pt modelId="{8C04E39E-D2C9-4C25-9A2D-3B0F03CD75C8}" type="parTrans" cxnId="{C4CA4FA3-E40A-4F22-8DFB-052F9A1C4368}">
      <dgm:prSet/>
      <dgm:spPr/>
      <dgm:t>
        <a:bodyPr/>
        <a:lstStyle/>
        <a:p>
          <a:endParaRPr lang="en-US"/>
        </a:p>
      </dgm:t>
    </dgm:pt>
    <dgm:pt modelId="{DB65332F-FA46-47AA-B266-C7BC43EC258A}" type="sibTrans" cxnId="{C4CA4FA3-E40A-4F22-8DFB-052F9A1C4368}">
      <dgm:prSet/>
      <dgm:spPr/>
      <dgm:t>
        <a:bodyPr/>
        <a:lstStyle/>
        <a:p>
          <a:endParaRPr lang="en-US"/>
        </a:p>
      </dgm:t>
    </dgm:pt>
    <dgm:pt modelId="{9FAF3176-F2CF-43D5-9535-A7E90C0984F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 b="1" dirty="0"/>
            <a:t>Understand how the 12 Agile Principles to support the Agile Manifesto and the Agile Software Development Framework.</a:t>
          </a:r>
          <a:endParaRPr lang="en-US" sz="1800" b="1" dirty="0"/>
        </a:p>
      </dgm:t>
    </dgm:pt>
    <dgm:pt modelId="{BAAE5A93-CD69-4AB8-915F-9EF02C302C0C}" type="parTrans" cxnId="{C08808D8-405C-4B09-9728-A70BF4F8A3A5}">
      <dgm:prSet/>
      <dgm:spPr/>
      <dgm:t>
        <a:bodyPr/>
        <a:lstStyle/>
        <a:p>
          <a:endParaRPr lang="en-US"/>
        </a:p>
      </dgm:t>
    </dgm:pt>
    <dgm:pt modelId="{C766796B-9842-406F-966C-524D5F255A9C}" type="sibTrans" cxnId="{C08808D8-405C-4B09-9728-A70BF4F8A3A5}">
      <dgm:prSet/>
      <dgm:spPr/>
      <dgm:t>
        <a:bodyPr/>
        <a:lstStyle/>
        <a:p>
          <a:endParaRPr lang="en-US"/>
        </a:p>
      </dgm:t>
    </dgm:pt>
    <dgm:pt modelId="{37DA2796-20F7-4298-96A7-B01427C3FB36}" type="pres">
      <dgm:prSet presAssocID="{C831CF9B-D960-46EF-BA0D-4A603796CA93}" presName="root" presStyleCnt="0">
        <dgm:presLayoutVars>
          <dgm:dir/>
          <dgm:resizeHandles val="exact"/>
        </dgm:presLayoutVars>
      </dgm:prSet>
      <dgm:spPr/>
    </dgm:pt>
    <dgm:pt modelId="{5B0A2F8A-2731-4E28-A0CF-08CF6A763878}" type="pres">
      <dgm:prSet presAssocID="{839A2D5A-7D1A-4F89-96CD-36129D0F82F2}" presName="compNode" presStyleCnt="0"/>
      <dgm:spPr/>
    </dgm:pt>
    <dgm:pt modelId="{AC580ADC-58F3-4AAD-BFBF-763878454AA6}" type="pres">
      <dgm:prSet presAssocID="{839A2D5A-7D1A-4F89-96CD-36129D0F82F2}" presName="iconRect" presStyleLbl="node1" presStyleIdx="0" presStyleCnt="4" custScaleX="158108" custScaleY="143314" custLinFactNeighborX="5306" custLinFactNeighborY="-4047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18A3277-F553-4F4C-8055-70FA5A575CE0}" type="pres">
      <dgm:prSet presAssocID="{839A2D5A-7D1A-4F89-96CD-36129D0F82F2}" presName="spaceRect" presStyleCnt="0"/>
      <dgm:spPr/>
    </dgm:pt>
    <dgm:pt modelId="{99B939AB-85EE-4C2D-B85A-A71FB6CD31C1}" type="pres">
      <dgm:prSet presAssocID="{839A2D5A-7D1A-4F89-96CD-36129D0F82F2}" presName="textRect" presStyleLbl="revTx" presStyleIdx="0" presStyleCnt="4" custScaleX="285673" custLinFactX="96661" custLinFactY="-65160" custLinFactNeighborX="100000" custLinFactNeighborY="-100000">
        <dgm:presLayoutVars>
          <dgm:chMax val="1"/>
          <dgm:chPref val="1"/>
        </dgm:presLayoutVars>
      </dgm:prSet>
      <dgm:spPr/>
    </dgm:pt>
    <dgm:pt modelId="{DF444913-7473-4DA3-888D-EDC55D74C809}" type="pres">
      <dgm:prSet presAssocID="{275F0C5A-4569-469C-8DE6-808468C3925E}" presName="sibTrans" presStyleCnt="0"/>
      <dgm:spPr/>
    </dgm:pt>
    <dgm:pt modelId="{E3D218CD-4DD6-4CA4-86D9-17073AC9FCB6}" type="pres">
      <dgm:prSet presAssocID="{35ED273F-B7A1-465A-B998-6EB706ACFC71}" presName="compNode" presStyleCnt="0"/>
      <dgm:spPr/>
    </dgm:pt>
    <dgm:pt modelId="{ACFC6D18-911A-4A4B-B1D8-3AC3F4F23161}" type="pres">
      <dgm:prSet presAssocID="{35ED273F-B7A1-465A-B998-6EB706ACFC71}" presName="iconRect" presStyleLbl="node1" presStyleIdx="1" presStyleCnt="4" custLinFactX="-403398" custLinFactY="67084" custLinFactNeighborX="-500000" custLinFactNeighborY="10000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D5E4EE7-13BD-486A-A6BA-CDF471CF331A}" type="pres">
      <dgm:prSet presAssocID="{35ED273F-B7A1-465A-B998-6EB706ACFC71}" presName="spaceRect" presStyleCnt="0"/>
      <dgm:spPr/>
    </dgm:pt>
    <dgm:pt modelId="{D7F6DB13-7ADD-4D32-997E-4DA7523003E2}" type="pres">
      <dgm:prSet presAssocID="{35ED273F-B7A1-465A-B998-6EB706ACFC71}" presName="textRect" presStyleLbl="revTx" presStyleIdx="1" presStyleCnt="4" custScaleX="473601" custLinFactNeighborX="-87411" custLinFactNeighborY="21821">
        <dgm:presLayoutVars>
          <dgm:chMax val="1"/>
          <dgm:chPref val="1"/>
        </dgm:presLayoutVars>
      </dgm:prSet>
      <dgm:spPr/>
    </dgm:pt>
    <dgm:pt modelId="{9380D8FB-B116-4BF3-B94C-20408933D391}" type="pres">
      <dgm:prSet presAssocID="{3B8905A3-C10C-4A6E-8468-483236B555D8}" presName="sibTrans" presStyleCnt="0"/>
      <dgm:spPr/>
    </dgm:pt>
    <dgm:pt modelId="{6BCD9E0B-0C92-42EA-8580-83147EB8A3AD}" type="pres">
      <dgm:prSet presAssocID="{248544D5-000C-453C-BEDE-033D710690B5}" presName="compNode" presStyleCnt="0"/>
      <dgm:spPr/>
    </dgm:pt>
    <dgm:pt modelId="{64CC4D57-0F08-4308-9C2F-5F3FAC71F480}" type="pres">
      <dgm:prSet presAssocID="{248544D5-000C-453C-BEDE-033D710690B5}" presName="iconRect" presStyleLbl="node1" presStyleIdx="2" presStyleCnt="4" custScaleX="211874" custScaleY="205749" custLinFactX="-228513" custLinFactNeighborX="-300000" custLinFactNeighborY="37402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A7338FE2-903B-47FF-ADB7-F2F2E2F64591}" type="pres">
      <dgm:prSet presAssocID="{248544D5-000C-453C-BEDE-033D710690B5}" presName="spaceRect" presStyleCnt="0"/>
      <dgm:spPr/>
    </dgm:pt>
    <dgm:pt modelId="{ACC12953-F532-44FC-BA32-6A044EF41F01}" type="pres">
      <dgm:prSet presAssocID="{248544D5-000C-453C-BEDE-033D710690B5}" presName="textRect" presStyleLbl="revTx" presStyleIdx="2" presStyleCnt="4" custScaleX="560696" custLinFactY="-572" custLinFactNeighborX="85226" custLinFactNeighborY="-100000">
        <dgm:presLayoutVars>
          <dgm:chMax val="1"/>
          <dgm:chPref val="1"/>
        </dgm:presLayoutVars>
      </dgm:prSet>
      <dgm:spPr/>
    </dgm:pt>
    <dgm:pt modelId="{906DC73D-A364-490C-AA4F-2C25AB591297}" type="pres">
      <dgm:prSet presAssocID="{DB65332F-FA46-47AA-B266-C7BC43EC258A}" presName="sibTrans" presStyleCnt="0"/>
      <dgm:spPr/>
    </dgm:pt>
    <dgm:pt modelId="{90145CB1-98AD-4112-904B-76BA24372D63}" type="pres">
      <dgm:prSet presAssocID="{9FAF3176-F2CF-43D5-9535-A7E90C0984F2}" presName="compNode" presStyleCnt="0"/>
      <dgm:spPr/>
    </dgm:pt>
    <dgm:pt modelId="{3DE4E4D6-8C60-415C-A829-ECB426439442}" type="pres">
      <dgm:prSet presAssocID="{9FAF3176-F2CF-43D5-9535-A7E90C0984F2}" presName="iconRect" presStyleLbl="node1" presStyleIdx="3" presStyleCnt="4" custScaleX="180891" custScaleY="204984" custLinFactX="-248062" custLinFactNeighborX="-300000" custLinFactNeighborY="-119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F56F65E-3C10-422A-8936-9F127C4D04E1}" type="pres">
      <dgm:prSet presAssocID="{9FAF3176-F2CF-43D5-9535-A7E90C0984F2}" presName="spaceRect" presStyleCnt="0"/>
      <dgm:spPr/>
    </dgm:pt>
    <dgm:pt modelId="{55BF225A-91F1-4133-86E8-BFCAA45F1A25}" type="pres">
      <dgm:prSet presAssocID="{9FAF3176-F2CF-43D5-9535-A7E90C0984F2}" presName="textRect" presStyleLbl="revTx" presStyleIdx="3" presStyleCnt="4" custScaleX="626176" custScaleY="267799" custLinFactNeighborX="97053" custLinFactNeighborY="-71056">
        <dgm:presLayoutVars>
          <dgm:chMax val="1"/>
          <dgm:chPref val="1"/>
        </dgm:presLayoutVars>
      </dgm:prSet>
      <dgm:spPr/>
    </dgm:pt>
  </dgm:ptLst>
  <dgm:cxnLst>
    <dgm:cxn modelId="{B7AAD05D-F3BB-4370-9D51-CED5F56FF6D2}" type="presOf" srcId="{9FAF3176-F2CF-43D5-9535-A7E90C0984F2}" destId="{55BF225A-91F1-4133-86E8-BFCAA45F1A25}" srcOrd="0" destOrd="0" presId="urn:microsoft.com/office/officeart/2018/2/layout/IconLabelList"/>
    <dgm:cxn modelId="{34D51758-1AA7-48C8-BC3C-491132D68B64}" srcId="{C831CF9B-D960-46EF-BA0D-4A603796CA93}" destId="{35ED273F-B7A1-465A-B998-6EB706ACFC71}" srcOrd="1" destOrd="0" parTransId="{655A17C0-9136-42F0-8269-8B960405AC61}" sibTransId="{3B8905A3-C10C-4A6E-8468-483236B555D8}"/>
    <dgm:cxn modelId="{78248B85-740C-4DCB-A995-2A6079414793}" type="presOf" srcId="{248544D5-000C-453C-BEDE-033D710690B5}" destId="{ACC12953-F532-44FC-BA32-6A044EF41F01}" srcOrd="0" destOrd="0" presId="urn:microsoft.com/office/officeart/2018/2/layout/IconLabelList"/>
    <dgm:cxn modelId="{79767E9D-A468-45BA-8A4C-5FECFAE989FF}" type="presOf" srcId="{839A2D5A-7D1A-4F89-96CD-36129D0F82F2}" destId="{99B939AB-85EE-4C2D-B85A-A71FB6CD31C1}" srcOrd="0" destOrd="0" presId="urn:microsoft.com/office/officeart/2018/2/layout/IconLabelList"/>
    <dgm:cxn modelId="{C4CA4FA3-E40A-4F22-8DFB-052F9A1C4368}" srcId="{C831CF9B-D960-46EF-BA0D-4A603796CA93}" destId="{248544D5-000C-453C-BEDE-033D710690B5}" srcOrd="2" destOrd="0" parTransId="{8C04E39E-D2C9-4C25-9A2D-3B0F03CD75C8}" sibTransId="{DB65332F-FA46-47AA-B266-C7BC43EC258A}"/>
    <dgm:cxn modelId="{505032C2-FD0C-4EAB-91C0-9FF36DA6AF0F}" type="presOf" srcId="{C831CF9B-D960-46EF-BA0D-4A603796CA93}" destId="{37DA2796-20F7-4298-96A7-B01427C3FB36}" srcOrd="0" destOrd="0" presId="urn:microsoft.com/office/officeart/2018/2/layout/IconLabelList"/>
    <dgm:cxn modelId="{883232D7-7499-4C19-9813-CB59486D11D3}" type="presOf" srcId="{35ED273F-B7A1-465A-B998-6EB706ACFC71}" destId="{D7F6DB13-7ADD-4D32-997E-4DA7523003E2}" srcOrd="0" destOrd="0" presId="urn:microsoft.com/office/officeart/2018/2/layout/IconLabelList"/>
    <dgm:cxn modelId="{C08808D8-405C-4B09-9728-A70BF4F8A3A5}" srcId="{C831CF9B-D960-46EF-BA0D-4A603796CA93}" destId="{9FAF3176-F2CF-43D5-9535-A7E90C0984F2}" srcOrd="3" destOrd="0" parTransId="{BAAE5A93-CD69-4AB8-915F-9EF02C302C0C}" sibTransId="{C766796B-9842-406F-966C-524D5F255A9C}"/>
    <dgm:cxn modelId="{1A9ED9F8-AE1E-4DD7-B5EE-DF8A597CCE1E}" srcId="{C831CF9B-D960-46EF-BA0D-4A603796CA93}" destId="{839A2D5A-7D1A-4F89-96CD-36129D0F82F2}" srcOrd="0" destOrd="0" parTransId="{B84E3E73-54E8-4F11-A6DA-8D537C3C41DC}" sibTransId="{275F0C5A-4569-469C-8DE6-808468C3925E}"/>
    <dgm:cxn modelId="{84B069B3-4B8B-4E06-AB5D-4D4FB9F02F2F}" type="presParOf" srcId="{37DA2796-20F7-4298-96A7-B01427C3FB36}" destId="{5B0A2F8A-2731-4E28-A0CF-08CF6A763878}" srcOrd="0" destOrd="0" presId="urn:microsoft.com/office/officeart/2018/2/layout/IconLabelList"/>
    <dgm:cxn modelId="{9AD6F116-F95A-49EE-92FF-70C1002D0FFC}" type="presParOf" srcId="{5B0A2F8A-2731-4E28-A0CF-08CF6A763878}" destId="{AC580ADC-58F3-4AAD-BFBF-763878454AA6}" srcOrd="0" destOrd="0" presId="urn:microsoft.com/office/officeart/2018/2/layout/IconLabelList"/>
    <dgm:cxn modelId="{7D68144A-8735-4DDC-82C1-2FBEC07F2A55}" type="presParOf" srcId="{5B0A2F8A-2731-4E28-A0CF-08CF6A763878}" destId="{218A3277-F553-4F4C-8055-70FA5A575CE0}" srcOrd="1" destOrd="0" presId="urn:microsoft.com/office/officeart/2018/2/layout/IconLabelList"/>
    <dgm:cxn modelId="{C30405DA-F27D-494D-8D45-DDC1085B9156}" type="presParOf" srcId="{5B0A2F8A-2731-4E28-A0CF-08CF6A763878}" destId="{99B939AB-85EE-4C2D-B85A-A71FB6CD31C1}" srcOrd="2" destOrd="0" presId="urn:microsoft.com/office/officeart/2018/2/layout/IconLabelList"/>
    <dgm:cxn modelId="{CFB8EA05-6E26-4493-92CA-E59F1E813C1B}" type="presParOf" srcId="{37DA2796-20F7-4298-96A7-B01427C3FB36}" destId="{DF444913-7473-4DA3-888D-EDC55D74C809}" srcOrd="1" destOrd="0" presId="urn:microsoft.com/office/officeart/2018/2/layout/IconLabelList"/>
    <dgm:cxn modelId="{E4B9A6D5-993D-458E-A844-A5E2AFDDEDF1}" type="presParOf" srcId="{37DA2796-20F7-4298-96A7-B01427C3FB36}" destId="{E3D218CD-4DD6-4CA4-86D9-17073AC9FCB6}" srcOrd="2" destOrd="0" presId="urn:microsoft.com/office/officeart/2018/2/layout/IconLabelList"/>
    <dgm:cxn modelId="{60202967-3558-437E-AA4A-F40A6CC0D788}" type="presParOf" srcId="{E3D218CD-4DD6-4CA4-86D9-17073AC9FCB6}" destId="{ACFC6D18-911A-4A4B-B1D8-3AC3F4F23161}" srcOrd="0" destOrd="0" presId="urn:microsoft.com/office/officeart/2018/2/layout/IconLabelList"/>
    <dgm:cxn modelId="{15C9123E-C9BB-42E3-B560-1A858F5C7FC7}" type="presParOf" srcId="{E3D218CD-4DD6-4CA4-86D9-17073AC9FCB6}" destId="{FD5E4EE7-13BD-486A-A6BA-CDF471CF331A}" srcOrd="1" destOrd="0" presId="urn:microsoft.com/office/officeart/2018/2/layout/IconLabelList"/>
    <dgm:cxn modelId="{A4988DFB-7B3C-42F4-B6CC-1B258FE0AD04}" type="presParOf" srcId="{E3D218CD-4DD6-4CA4-86D9-17073AC9FCB6}" destId="{D7F6DB13-7ADD-4D32-997E-4DA7523003E2}" srcOrd="2" destOrd="0" presId="urn:microsoft.com/office/officeart/2018/2/layout/IconLabelList"/>
    <dgm:cxn modelId="{5CC700CD-F389-470E-865C-283B21D47223}" type="presParOf" srcId="{37DA2796-20F7-4298-96A7-B01427C3FB36}" destId="{9380D8FB-B116-4BF3-B94C-20408933D391}" srcOrd="3" destOrd="0" presId="urn:microsoft.com/office/officeart/2018/2/layout/IconLabelList"/>
    <dgm:cxn modelId="{0DC5F74A-1BAA-4A7B-BBB6-9E2B83F450DD}" type="presParOf" srcId="{37DA2796-20F7-4298-96A7-B01427C3FB36}" destId="{6BCD9E0B-0C92-42EA-8580-83147EB8A3AD}" srcOrd="4" destOrd="0" presId="urn:microsoft.com/office/officeart/2018/2/layout/IconLabelList"/>
    <dgm:cxn modelId="{4E9C486E-006D-46B8-8B57-C74CA5341534}" type="presParOf" srcId="{6BCD9E0B-0C92-42EA-8580-83147EB8A3AD}" destId="{64CC4D57-0F08-4308-9C2F-5F3FAC71F480}" srcOrd="0" destOrd="0" presId="urn:microsoft.com/office/officeart/2018/2/layout/IconLabelList"/>
    <dgm:cxn modelId="{7700C71D-4303-47EE-AFC6-B77E1AFA2B45}" type="presParOf" srcId="{6BCD9E0B-0C92-42EA-8580-83147EB8A3AD}" destId="{A7338FE2-903B-47FF-ADB7-F2F2E2F64591}" srcOrd="1" destOrd="0" presId="urn:microsoft.com/office/officeart/2018/2/layout/IconLabelList"/>
    <dgm:cxn modelId="{5C0F933F-CC0E-4A13-A9ED-0C9EEAE7ABF5}" type="presParOf" srcId="{6BCD9E0B-0C92-42EA-8580-83147EB8A3AD}" destId="{ACC12953-F532-44FC-BA32-6A044EF41F01}" srcOrd="2" destOrd="0" presId="urn:microsoft.com/office/officeart/2018/2/layout/IconLabelList"/>
    <dgm:cxn modelId="{319E0945-9F63-4631-AB57-8747D7C2B885}" type="presParOf" srcId="{37DA2796-20F7-4298-96A7-B01427C3FB36}" destId="{906DC73D-A364-490C-AA4F-2C25AB591297}" srcOrd="5" destOrd="0" presId="urn:microsoft.com/office/officeart/2018/2/layout/IconLabelList"/>
    <dgm:cxn modelId="{7AA6D134-994E-4216-BAE2-75708AB5D5F3}" type="presParOf" srcId="{37DA2796-20F7-4298-96A7-B01427C3FB36}" destId="{90145CB1-98AD-4112-904B-76BA24372D63}" srcOrd="6" destOrd="0" presId="urn:microsoft.com/office/officeart/2018/2/layout/IconLabelList"/>
    <dgm:cxn modelId="{D54F5314-C6D6-4FB6-848F-83C5CE5312FA}" type="presParOf" srcId="{90145CB1-98AD-4112-904B-76BA24372D63}" destId="{3DE4E4D6-8C60-415C-A829-ECB426439442}" srcOrd="0" destOrd="0" presId="urn:microsoft.com/office/officeart/2018/2/layout/IconLabelList"/>
    <dgm:cxn modelId="{D5DB3921-F18F-450C-B86F-17B00408768E}" type="presParOf" srcId="{90145CB1-98AD-4112-904B-76BA24372D63}" destId="{7F56F65E-3C10-422A-8936-9F127C4D04E1}" srcOrd="1" destOrd="0" presId="urn:microsoft.com/office/officeart/2018/2/layout/IconLabelList"/>
    <dgm:cxn modelId="{8DFFDA49-82FA-4BBD-8901-B9E2B34B9A0B}" type="presParOf" srcId="{90145CB1-98AD-4112-904B-76BA24372D63}" destId="{55BF225A-91F1-4133-86E8-BFCAA45F1A2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226FF7F-32AB-4A78-B75A-E1EF0CEEA64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D8C99D-C6FE-4F96-AB9D-5E0FD878DA1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In Groups, complete Lab1.</a:t>
          </a:r>
          <a:endParaRPr lang="en-US" dirty="0"/>
        </a:p>
      </dgm:t>
    </dgm:pt>
    <dgm:pt modelId="{6105E531-A269-460E-9963-F7440BB4015C}" type="parTrans" cxnId="{F0240A10-2D19-4F49-8D25-6BADA5702E68}">
      <dgm:prSet/>
      <dgm:spPr/>
      <dgm:t>
        <a:bodyPr/>
        <a:lstStyle/>
        <a:p>
          <a:endParaRPr lang="en-US"/>
        </a:p>
      </dgm:t>
    </dgm:pt>
    <dgm:pt modelId="{0D8FB9D2-9023-438F-95BC-D4DAC20E49AF}" type="sibTrans" cxnId="{F0240A10-2D19-4F49-8D25-6BADA5702E68}">
      <dgm:prSet/>
      <dgm:spPr/>
      <dgm:t>
        <a:bodyPr/>
        <a:lstStyle/>
        <a:p>
          <a:endParaRPr lang="en-US"/>
        </a:p>
      </dgm:t>
    </dgm:pt>
    <dgm:pt modelId="{555830CA-0B4F-480E-9C46-124666F9A49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Duration 20 minutes</a:t>
          </a:r>
          <a:endParaRPr lang="en-US" dirty="0"/>
        </a:p>
      </dgm:t>
    </dgm:pt>
    <dgm:pt modelId="{B93FCF6E-F627-4E09-B38D-EF3FC40AEE02}" type="parTrans" cxnId="{B70D7542-2D62-439A-B103-1B52624CB67C}">
      <dgm:prSet/>
      <dgm:spPr/>
      <dgm:t>
        <a:bodyPr/>
        <a:lstStyle/>
        <a:p>
          <a:endParaRPr lang="en-US"/>
        </a:p>
      </dgm:t>
    </dgm:pt>
    <dgm:pt modelId="{472234EA-7EB2-48E2-B681-83FFC96881D5}" type="sibTrans" cxnId="{B70D7542-2D62-439A-B103-1B52624CB67C}">
      <dgm:prSet/>
      <dgm:spPr/>
      <dgm:t>
        <a:bodyPr/>
        <a:lstStyle/>
        <a:p>
          <a:endParaRPr lang="en-US"/>
        </a:p>
      </dgm:t>
    </dgm:pt>
    <dgm:pt modelId="{CA0370AD-A501-4A7D-9F78-BB38CFD4E9C6}" type="pres">
      <dgm:prSet presAssocID="{F226FF7F-32AB-4A78-B75A-E1EF0CEEA647}" presName="root" presStyleCnt="0">
        <dgm:presLayoutVars>
          <dgm:dir/>
          <dgm:resizeHandles val="exact"/>
        </dgm:presLayoutVars>
      </dgm:prSet>
      <dgm:spPr/>
    </dgm:pt>
    <dgm:pt modelId="{BDF33CC8-C617-4B76-8279-5F483B0B5CD6}" type="pres">
      <dgm:prSet presAssocID="{D8D8C99D-C6FE-4F96-AB9D-5E0FD878DA1D}" presName="compNode" presStyleCnt="0"/>
      <dgm:spPr/>
    </dgm:pt>
    <dgm:pt modelId="{0294AE11-41D9-4C50-8665-1120DFDBE51A}" type="pres">
      <dgm:prSet presAssocID="{D8D8C99D-C6FE-4F96-AB9D-5E0FD878DA1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4A432720-AA5D-40B7-B2B9-171FDF5C7633}" type="pres">
      <dgm:prSet presAssocID="{D8D8C99D-C6FE-4F96-AB9D-5E0FD878DA1D}" presName="spaceRect" presStyleCnt="0"/>
      <dgm:spPr/>
    </dgm:pt>
    <dgm:pt modelId="{7798A549-A907-4030-91A3-F53E54EC69DE}" type="pres">
      <dgm:prSet presAssocID="{D8D8C99D-C6FE-4F96-AB9D-5E0FD878DA1D}" presName="textRect" presStyleLbl="revTx" presStyleIdx="0" presStyleCnt="2">
        <dgm:presLayoutVars>
          <dgm:chMax val="1"/>
          <dgm:chPref val="1"/>
        </dgm:presLayoutVars>
      </dgm:prSet>
      <dgm:spPr/>
    </dgm:pt>
    <dgm:pt modelId="{A094531D-2F9F-424E-9BC6-7CDF9E9D591B}" type="pres">
      <dgm:prSet presAssocID="{0D8FB9D2-9023-438F-95BC-D4DAC20E49AF}" presName="sibTrans" presStyleCnt="0"/>
      <dgm:spPr/>
    </dgm:pt>
    <dgm:pt modelId="{C26E6C92-A3D0-4549-A933-E124AB69CD4B}" type="pres">
      <dgm:prSet presAssocID="{555830CA-0B4F-480E-9C46-124666F9A491}" presName="compNode" presStyleCnt="0"/>
      <dgm:spPr/>
    </dgm:pt>
    <dgm:pt modelId="{9FF79C28-D4AC-41FB-8FC5-F92A00E8C1FE}" type="pres">
      <dgm:prSet presAssocID="{555830CA-0B4F-480E-9C46-124666F9A49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A18EF4F-85FE-4DDC-9BBD-F740647D474D}" type="pres">
      <dgm:prSet presAssocID="{555830CA-0B4F-480E-9C46-124666F9A491}" presName="spaceRect" presStyleCnt="0"/>
      <dgm:spPr/>
    </dgm:pt>
    <dgm:pt modelId="{39ACFA7E-22ED-4FF9-8041-72828DD8F8D0}" type="pres">
      <dgm:prSet presAssocID="{555830CA-0B4F-480E-9C46-124666F9A49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0240A10-2D19-4F49-8D25-6BADA5702E68}" srcId="{F226FF7F-32AB-4A78-B75A-E1EF0CEEA647}" destId="{D8D8C99D-C6FE-4F96-AB9D-5E0FD878DA1D}" srcOrd="0" destOrd="0" parTransId="{6105E531-A269-460E-9963-F7440BB4015C}" sibTransId="{0D8FB9D2-9023-438F-95BC-D4DAC20E49AF}"/>
    <dgm:cxn modelId="{B70D7542-2D62-439A-B103-1B52624CB67C}" srcId="{F226FF7F-32AB-4A78-B75A-E1EF0CEEA647}" destId="{555830CA-0B4F-480E-9C46-124666F9A491}" srcOrd="1" destOrd="0" parTransId="{B93FCF6E-F627-4E09-B38D-EF3FC40AEE02}" sibTransId="{472234EA-7EB2-48E2-B681-83FFC96881D5}"/>
    <dgm:cxn modelId="{ABC17472-A36B-483A-A180-B2811B923E13}" type="presOf" srcId="{555830CA-0B4F-480E-9C46-124666F9A491}" destId="{39ACFA7E-22ED-4FF9-8041-72828DD8F8D0}" srcOrd="0" destOrd="0" presId="urn:microsoft.com/office/officeart/2018/2/layout/IconLabelList"/>
    <dgm:cxn modelId="{AC596083-78A5-4515-B2FA-62D153AD72F9}" type="presOf" srcId="{D8D8C99D-C6FE-4F96-AB9D-5E0FD878DA1D}" destId="{7798A549-A907-4030-91A3-F53E54EC69DE}" srcOrd="0" destOrd="0" presId="urn:microsoft.com/office/officeart/2018/2/layout/IconLabelList"/>
    <dgm:cxn modelId="{2F65ACC7-7078-497F-868E-206AFE53E3BA}" type="presOf" srcId="{F226FF7F-32AB-4A78-B75A-E1EF0CEEA647}" destId="{CA0370AD-A501-4A7D-9F78-BB38CFD4E9C6}" srcOrd="0" destOrd="0" presId="urn:microsoft.com/office/officeart/2018/2/layout/IconLabelList"/>
    <dgm:cxn modelId="{B9243D98-1D5B-42B8-8498-C1C613699337}" type="presParOf" srcId="{CA0370AD-A501-4A7D-9F78-BB38CFD4E9C6}" destId="{BDF33CC8-C617-4B76-8279-5F483B0B5CD6}" srcOrd="0" destOrd="0" presId="urn:microsoft.com/office/officeart/2018/2/layout/IconLabelList"/>
    <dgm:cxn modelId="{14B79229-74A0-4B66-9257-45947168B9E0}" type="presParOf" srcId="{BDF33CC8-C617-4B76-8279-5F483B0B5CD6}" destId="{0294AE11-41D9-4C50-8665-1120DFDBE51A}" srcOrd="0" destOrd="0" presId="urn:microsoft.com/office/officeart/2018/2/layout/IconLabelList"/>
    <dgm:cxn modelId="{8073701E-5A66-4229-BE15-A01376379468}" type="presParOf" srcId="{BDF33CC8-C617-4B76-8279-5F483B0B5CD6}" destId="{4A432720-AA5D-40B7-B2B9-171FDF5C7633}" srcOrd="1" destOrd="0" presId="urn:microsoft.com/office/officeart/2018/2/layout/IconLabelList"/>
    <dgm:cxn modelId="{1FD3E062-7C77-440A-8AA6-BAF7D4334275}" type="presParOf" srcId="{BDF33CC8-C617-4B76-8279-5F483B0B5CD6}" destId="{7798A549-A907-4030-91A3-F53E54EC69DE}" srcOrd="2" destOrd="0" presId="urn:microsoft.com/office/officeart/2018/2/layout/IconLabelList"/>
    <dgm:cxn modelId="{9D6F049C-FEC7-4268-89E7-F41C43B2F0F8}" type="presParOf" srcId="{CA0370AD-A501-4A7D-9F78-BB38CFD4E9C6}" destId="{A094531D-2F9F-424E-9BC6-7CDF9E9D591B}" srcOrd="1" destOrd="0" presId="urn:microsoft.com/office/officeart/2018/2/layout/IconLabelList"/>
    <dgm:cxn modelId="{FB96233F-CE1F-4455-9149-89F45F576F85}" type="presParOf" srcId="{CA0370AD-A501-4A7D-9F78-BB38CFD4E9C6}" destId="{C26E6C92-A3D0-4549-A933-E124AB69CD4B}" srcOrd="2" destOrd="0" presId="urn:microsoft.com/office/officeart/2018/2/layout/IconLabelList"/>
    <dgm:cxn modelId="{4C4C107D-E005-49A9-923C-CAF83E05E28F}" type="presParOf" srcId="{C26E6C92-A3D0-4549-A933-E124AB69CD4B}" destId="{9FF79C28-D4AC-41FB-8FC5-F92A00E8C1FE}" srcOrd="0" destOrd="0" presId="urn:microsoft.com/office/officeart/2018/2/layout/IconLabelList"/>
    <dgm:cxn modelId="{5A36E666-0591-4EE7-B38F-C64650C12F3E}" type="presParOf" srcId="{C26E6C92-A3D0-4549-A933-E124AB69CD4B}" destId="{BA18EF4F-85FE-4DDC-9BBD-F740647D474D}" srcOrd="1" destOrd="0" presId="urn:microsoft.com/office/officeart/2018/2/layout/IconLabelList"/>
    <dgm:cxn modelId="{DD079025-A54B-4AF8-B9D3-21AF225D05FD}" type="presParOf" srcId="{C26E6C92-A3D0-4549-A933-E124AB69CD4B}" destId="{39ACFA7E-22ED-4FF9-8041-72828DD8F8D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1ECFB9-6DEB-484D-A11B-48F7AB01E8D6}">
      <dsp:nvSpPr>
        <dsp:cNvPr id="0" name=""/>
        <dsp:cNvSpPr/>
      </dsp:nvSpPr>
      <dsp:spPr>
        <a:xfrm>
          <a:off x="0" y="2124"/>
          <a:ext cx="6770688" cy="10768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49007C-C7EC-4807-B2C5-C47609E7AA2A}">
      <dsp:nvSpPr>
        <dsp:cNvPr id="0" name=""/>
        <dsp:cNvSpPr/>
      </dsp:nvSpPr>
      <dsp:spPr>
        <a:xfrm>
          <a:off x="325754" y="244421"/>
          <a:ext cx="592281" cy="5922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0DE15F-9F32-4358-9305-41A1E9D3ABD8}">
      <dsp:nvSpPr>
        <dsp:cNvPr id="0" name=""/>
        <dsp:cNvSpPr/>
      </dsp:nvSpPr>
      <dsp:spPr>
        <a:xfrm>
          <a:off x="1243790" y="2124"/>
          <a:ext cx="5526897" cy="1076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969" tIns="113969" rIns="113969" bIns="11396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Understand What Agile is</a:t>
          </a:r>
          <a:endParaRPr lang="en-US" sz="1900" kern="1200"/>
        </a:p>
      </dsp:txBody>
      <dsp:txXfrm>
        <a:off x="1243790" y="2124"/>
        <a:ext cx="5526897" cy="1076875"/>
      </dsp:txXfrm>
    </dsp:sp>
    <dsp:sp modelId="{7DF2A197-C5E9-4968-9635-FBC84E85DC38}">
      <dsp:nvSpPr>
        <dsp:cNvPr id="0" name=""/>
        <dsp:cNvSpPr/>
      </dsp:nvSpPr>
      <dsp:spPr>
        <a:xfrm>
          <a:off x="0" y="1348218"/>
          <a:ext cx="6770688" cy="10768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608227-D227-45EF-A151-A2B2EFEF96F2}">
      <dsp:nvSpPr>
        <dsp:cNvPr id="0" name=""/>
        <dsp:cNvSpPr/>
      </dsp:nvSpPr>
      <dsp:spPr>
        <a:xfrm>
          <a:off x="325754" y="1590515"/>
          <a:ext cx="592281" cy="5922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B6A7BB-BB14-456C-959F-D6A99CD58C62}">
      <dsp:nvSpPr>
        <dsp:cNvPr id="0" name=""/>
        <dsp:cNvSpPr/>
      </dsp:nvSpPr>
      <dsp:spPr>
        <a:xfrm>
          <a:off x="1243790" y="1348218"/>
          <a:ext cx="5526897" cy="1076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969" tIns="113969" rIns="113969" bIns="11396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Why you would want to use Agile for your Software Development Project</a:t>
          </a:r>
          <a:endParaRPr lang="en-US" sz="1900" kern="1200"/>
        </a:p>
      </dsp:txBody>
      <dsp:txXfrm>
        <a:off x="1243790" y="1348218"/>
        <a:ext cx="5526897" cy="1076875"/>
      </dsp:txXfrm>
    </dsp:sp>
    <dsp:sp modelId="{E0A8914B-9C73-4176-9DB0-FBE9E109A216}">
      <dsp:nvSpPr>
        <dsp:cNvPr id="0" name=""/>
        <dsp:cNvSpPr/>
      </dsp:nvSpPr>
      <dsp:spPr>
        <a:xfrm>
          <a:off x="0" y="2694312"/>
          <a:ext cx="6770688" cy="10768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765590-267F-43C0-9004-8FFBF3CDC8D4}">
      <dsp:nvSpPr>
        <dsp:cNvPr id="0" name=""/>
        <dsp:cNvSpPr/>
      </dsp:nvSpPr>
      <dsp:spPr>
        <a:xfrm>
          <a:off x="325754" y="2936609"/>
          <a:ext cx="592281" cy="5922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F2E433-3243-4762-A995-7537361E8341}">
      <dsp:nvSpPr>
        <dsp:cNvPr id="0" name=""/>
        <dsp:cNvSpPr/>
      </dsp:nvSpPr>
      <dsp:spPr>
        <a:xfrm>
          <a:off x="1243790" y="2694312"/>
          <a:ext cx="5526897" cy="1076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969" tIns="113969" rIns="113969" bIns="11396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Appreciate the concept of the Agile Manifesto</a:t>
          </a:r>
          <a:endParaRPr lang="en-US" sz="1900" kern="1200"/>
        </a:p>
      </dsp:txBody>
      <dsp:txXfrm>
        <a:off x="1243790" y="2694312"/>
        <a:ext cx="5526897" cy="1076875"/>
      </dsp:txXfrm>
    </dsp:sp>
    <dsp:sp modelId="{A8D0DA39-2FDE-4E9E-8CDA-F82A7F4AB84B}">
      <dsp:nvSpPr>
        <dsp:cNvPr id="0" name=""/>
        <dsp:cNvSpPr/>
      </dsp:nvSpPr>
      <dsp:spPr>
        <a:xfrm>
          <a:off x="0" y="4040406"/>
          <a:ext cx="6770688" cy="10768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26A02D-F0CD-4CE9-A564-9C29000A5C46}">
      <dsp:nvSpPr>
        <dsp:cNvPr id="0" name=""/>
        <dsp:cNvSpPr/>
      </dsp:nvSpPr>
      <dsp:spPr>
        <a:xfrm>
          <a:off x="325754" y="4282703"/>
          <a:ext cx="592281" cy="5922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3DD57A-8584-445E-9000-5D7F141C8BA4}">
      <dsp:nvSpPr>
        <dsp:cNvPr id="0" name=""/>
        <dsp:cNvSpPr/>
      </dsp:nvSpPr>
      <dsp:spPr>
        <a:xfrm>
          <a:off x="1243790" y="4040406"/>
          <a:ext cx="5526897" cy="1076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969" tIns="113969" rIns="113969" bIns="11396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Understand and use the 12 Agile Principles to support the Agile Manifesto and the Agile Framework.</a:t>
          </a:r>
          <a:endParaRPr lang="en-US" sz="1900" kern="1200" dirty="0"/>
        </a:p>
      </dsp:txBody>
      <dsp:txXfrm>
        <a:off x="1243790" y="4040406"/>
        <a:ext cx="5526897" cy="10768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EDA9F6-560B-4ED2-B841-AD54FCE8FE62}">
      <dsp:nvSpPr>
        <dsp:cNvPr id="0" name=""/>
        <dsp:cNvSpPr/>
      </dsp:nvSpPr>
      <dsp:spPr>
        <a:xfrm>
          <a:off x="0" y="469"/>
          <a:ext cx="6793457" cy="10984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21963F-2314-4C44-B3F7-0925C2B5357B}">
      <dsp:nvSpPr>
        <dsp:cNvPr id="0" name=""/>
        <dsp:cNvSpPr/>
      </dsp:nvSpPr>
      <dsp:spPr>
        <a:xfrm>
          <a:off x="332284" y="247622"/>
          <a:ext cx="604152" cy="6041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C080B-6FA2-45AB-BD4D-58B90E52145A}">
      <dsp:nvSpPr>
        <dsp:cNvPr id="0" name=""/>
        <dsp:cNvSpPr/>
      </dsp:nvSpPr>
      <dsp:spPr>
        <a:xfrm>
          <a:off x="1268721" y="469"/>
          <a:ext cx="5524735" cy="10984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254" tIns="116254" rIns="116254" bIns="116254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Agile is the most common software development methodology</a:t>
          </a:r>
          <a:endParaRPr lang="en-US" sz="2300" kern="1200" dirty="0"/>
        </a:p>
      </dsp:txBody>
      <dsp:txXfrm>
        <a:off x="1268721" y="469"/>
        <a:ext cx="5524735" cy="1098459"/>
      </dsp:txXfrm>
    </dsp:sp>
    <dsp:sp modelId="{87EDD6E1-64B6-47A3-9625-60FC8F91A09D}">
      <dsp:nvSpPr>
        <dsp:cNvPr id="0" name=""/>
        <dsp:cNvSpPr/>
      </dsp:nvSpPr>
      <dsp:spPr>
        <a:xfrm>
          <a:off x="0" y="1373544"/>
          <a:ext cx="6793457" cy="10984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A5FC8F-B77B-44D3-BAEC-1BB81B506B96}">
      <dsp:nvSpPr>
        <dsp:cNvPr id="0" name=""/>
        <dsp:cNvSpPr/>
      </dsp:nvSpPr>
      <dsp:spPr>
        <a:xfrm>
          <a:off x="332284" y="1620697"/>
          <a:ext cx="604152" cy="6041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A63D8F-B3EE-491C-8EAD-9B787148BE56}">
      <dsp:nvSpPr>
        <dsp:cNvPr id="0" name=""/>
        <dsp:cNvSpPr/>
      </dsp:nvSpPr>
      <dsp:spPr>
        <a:xfrm>
          <a:off x="1268721" y="1373544"/>
          <a:ext cx="5524735" cy="10984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254" tIns="116254" rIns="116254" bIns="116254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It is an evolutionary methodology</a:t>
          </a:r>
          <a:endParaRPr lang="en-US" sz="2300" kern="1200" dirty="0"/>
        </a:p>
      </dsp:txBody>
      <dsp:txXfrm>
        <a:off x="1268721" y="1373544"/>
        <a:ext cx="5524735" cy="1098459"/>
      </dsp:txXfrm>
    </dsp:sp>
    <dsp:sp modelId="{8DEEC7DA-FEC4-43A8-942D-4B30C70D6EDF}">
      <dsp:nvSpPr>
        <dsp:cNvPr id="0" name=""/>
        <dsp:cNvSpPr/>
      </dsp:nvSpPr>
      <dsp:spPr>
        <a:xfrm>
          <a:off x="0" y="2746618"/>
          <a:ext cx="6793457" cy="10984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0F532F-6CBB-4B06-97A8-5B38C6CF4E26}">
      <dsp:nvSpPr>
        <dsp:cNvPr id="0" name=""/>
        <dsp:cNvSpPr/>
      </dsp:nvSpPr>
      <dsp:spPr>
        <a:xfrm>
          <a:off x="332284" y="2993772"/>
          <a:ext cx="604152" cy="6041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9BCEAE-60E1-4B7C-A05F-DCFDBC2599FF}">
      <dsp:nvSpPr>
        <dsp:cNvPr id="0" name=""/>
        <dsp:cNvSpPr/>
      </dsp:nvSpPr>
      <dsp:spPr>
        <a:xfrm>
          <a:off x="1268721" y="2746618"/>
          <a:ext cx="5524735" cy="10984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254" tIns="116254" rIns="116254" bIns="116254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The software solution is developed through early prototype or iteration releases</a:t>
          </a:r>
          <a:endParaRPr lang="en-US" sz="2300" kern="1200"/>
        </a:p>
      </dsp:txBody>
      <dsp:txXfrm>
        <a:off x="1268721" y="2746618"/>
        <a:ext cx="5524735" cy="10984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DE9D52-D282-4911-96AD-628717CE7B3E}">
      <dsp:nvSpPr>
        <dsp:cNvPr id="0" name=""/>
        <dsp:cNvSpPr/>
      </dsp:nvSpPr>
      <dsp:spPr>
        <a:xfrm>
          <a:off x="878681" y="0"/>
          <a:ext cx="9958387" cy="5286375"/>
        </a:xfrm>
        <a:prstGeom prst="rightArrow">
          <a:avLst/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CA980C-3F44-4B18-B257-B05723B8B894}">
      <dsp:nvSpPr>
        <dsp:cNvPr id="0" name=""/>
        <dsp:cNvSpPr/>
      </dsp:nvSpPr>
      <dsp:spPr>
        <a:xfrm>
          <a:off x="73906" y="1545091"/>
          <a:ext cx="3231979" cy="219619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solidFill>
                <a:srgbClr val="004050"/>
              </a:solidFill>
              <a:latin typeface="+mn-lt"/>
              <a:cs typeface="Segoe UI" panose="020B0502040204020203" pitchFamily="34" charset="0"/>
            </a:rPr>
            <a:t>Values</a:t>
          </a:r>
          <a:endParaRPr lang="en-GB" sz="3800" kern="1200" dirty="0">
            <a:solidFill>
              <a:srgbClr val="004050"/>
            </a:solidFill>
            <a:latin typeface="+mn-lt"/>
          </a:endParaRPr>
        </a:p>
      </dsp:txBody>
      <dsp:txXfrm>
        <a:off x="181115" y="1652300"/>
        <a:ext cx="3017561" cy="1981774"/>
      </dsp:txXfrm>
    </dsp:sp>
    <dsp:sp modelId="{AF0F5F21-38DF-44A4-88CD-043F114186B5}">
      <dsp:nvSpPr>
        <dsp:cNvPr id="0" name=""/>
        <dsp:cNvSpPr/>
      </dsp:nvSpPr>
      <dsp:spPr>
        <a:xfrm>
          <a:off x="3831034" y="1762805"/>
          <a:ext cx="2865248" cy="1760764"/>
        </a:xfrm>
        <a:prstGeom prst="roundRect">
          <a:avLst/>
        </a:prstGeom>
        <a:solidFill>
          <a:schemeClr val="accent6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+mn-lt"/>
              <a:cs typeface="Segoe UI" panose="020B0502040204020203" pitchFamily="34" charset="0"/>
            </a:rPr>
            <a:t>Principles</a:t>
          </a:r>
          <a:endParaRPr lang="en-GB" sz="3800" kern="1200" dirty="0">
            <a:latin typeface="+mn-lt"/>
          </a:endParaRPr>
        </a:p>
      </dsp:txBody>
      <dsp:txXfrm>
        <a:off x="3916987" y="1848758"/>
        <a:ext cx="2693342" cy="1588858"/>
      </dsp:txXfrm>
    </dsp:sp>
    <dsp:sp modelId="{FED90EF3-E9F5-4095-8671-714AAF10ED7B}">
      <dsp:nvSpPr>
        <dsp:cNvPr id="0" name=""/>
        <dsp:cNvSpPr/>
      </dsp:nvSpPr>
      <dsp:spPr>
        <a:xfrm>
          <a:off x="7221432" y="1990531"/>
          <a:ext cx="2167235" cy="1305311"/>
        </a:xfrm>
        <a:prstGeom prst="roundRect">
          <a:avLst/>
        </a:prstGeom>
        <a:solidFill>
          <a:schemeClr val="accent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+mn-lt"/>
              <a:cs typeface="Segoe UI" panose="020B0502040204020203" pitchFamily="34" charset="0"/>
            </a:rPr>
            <a:t>Practices</a:t>
          </a:r>
          <a:endParaRPr lang="en-GB" sz="3800" kern="1200" dirty="0">
            <a:latin typeface="+mn-lt"/>
          </a:endParaRPr>
        </a:p>
      </dsp:txBody>
      <dsp:txXfrm>
        <a:off x="7285152" y="2054251"/>
        <a:ext cx="2039795" cy="1177871"/>
      </dsp:txXfrm>
    </dsp:sp>
    <dsp:sp modelId="{FA5D252E-8A73-470A-BF98-7A739B634AF5}">
      <dsp:nvSpPr>
        <dsp:cNvPr id="0" name=""/>
        <dsp:cNvSpPr/>
      </dsp:nvSpPr>
      <dsp:spPr>
        <a:xfrm>
          <a:off x="9913817" y="2072829"/>
          <a:ext cx="1728026" cy="1140715"/>
        </a:xfrm>
        <a:prstGeom prst="roundRect">
          <a:avLst/>
        </a:prstGeom>
        <a:solidFill>
          <a:schemeClr val="accent4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+mn-lt"/>
              <a:cs typeface="Segoe UI" panose="020B0502040204020203" pitchFamily="34" charset="0"/>
            </a:rPr>
            <a:t>Rules</a:t>
          </a:r>
          <a:endParaRPr lang="en-GB" sz="3800" kern="1200" dirty="0">
            <a:latin typeface="+mn-lt"/>
          </a:endParaRPr>
        </a:p>
      </dsp:txBody>
      <dsp:txXfrm>
        <a:off x="9969502" y="2128514"/>
        <a:ext cx="1616656" cy="10293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501752-D078-406C-B8CD-01845467159F}">
      <dsp:nvSpPr>
        <dsp:cNvPr id="0" name=""/>
        <dsp:cNvSpPr/>
      </dsp:nvSpPr>
      <dsp:spPr>
        <a:xfrm>
          <a:off x="0" y="138293"/>
          <a:ext cx="6770688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Requirements not well understood</a:t>
          </a:r>
          <a:endParaRPr lang="en-US" sz="2500" kern="1200" dirty="0"/>
        </a:p>
      </dsp:txBody>
      <dsp:txXfrm>
        <a:off x="29271" y="167564"/>
        <a:ext cx="6712146" cy="541083"/>
      </dsp:txXfrm>
    </dsp:sp>
    <dsp:sp modelId="{E4E5C372-CD27-4B37-BBDB-C506F5494791}">
      <dsp:nvSpPr>
        <dsp:cNvPr id="0" name=""/>
        <dsp:cNvSpPr/>
      </dsp:nvSpPr>
      <dsp:spPr>
        <a:xfrm>
          <a:off x="0" y="809918"/>
          <a:ext cx="6770688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Difficult to define and express what needed</a:t>
          </a:r>
          <a:endParaRPr lang="en-US" sz="2500" kern="1200" dirty="0"/>
        </a:p>
      </dsp:txBody>
      <dsp:txXfrm>
        <a:off x="29271" y="839189"/>
        <a:ext cx="6712146" cy="541083"/>
      </dsp:txXfrm>
    </dsp:sp>
    <dsp:sp modelId="{53A6EFD6-11B8-487B-83FE-062DD0B3D007}">
      <dsp:nvSpPr>
        <dsp:cNvPr id="0" name=""/>
        <dsp:cNvSpPr/>
      </dsp:nvSpPr>
      <dsp:spPr>
        <a:xfrm>
          <a:off x="0" y="1481543"/>
          <a:ext cx="6770688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Iterations uncover understanding</a:t>
          </a:r>
          <a:endParaRPr lang="en-US" sz="2500" kern="1200" dirty="0"/>
        </a:p>
      </dsp:txBody>
      <dsp:txXfrm>
        <a:off x="29271" y="1510814"/>
        <a:ext cx="6712146" cy="541083"/>
      </dsp:txXfrm>
    </dsp:sp>
    <dsp:sp modelId="{5C9D4510-8066-4C79-87A2-721C3352364B}">
      <dsp:nvSpPr>
        <dsp:cNvPr id="0" name=""/>
        <dsp:cNvSpPr/>
      </dsp:nvSpPr>
      <dsp:spPr>
        <a:xfrm>
          <a:off x="0" y="2153169"/>
          <a:ext cx="6770688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Demo working software to gather feedback</a:t>
          </a:r>
          <a:endParaRPr lang="en-US" sz="2500" kern="1200" dirty="0"/>
        </a:p>
      </dsp:txBody>
      <dsp:txXfrm>
        <a:off x="29271" y="2182440"/>
        <a:ext cx="6712146" cy="541083"/>
      </dsp:txXfrm>
    </dsp:sp>
    <dsp:sp modelId="{138AA258-47E7-4471-8D71-CCFEDC15565E}">
      <dsp:nvSpPr>
        <dsp:cNvPr id="0" name=""/>
        <dsp:cNvSpPr/>
      </dsp:nvSpPr>
      <dsp:spPr>
        <a:xfrm>
          <a:off x="0" y="2824794"/>
          <a:ext cx="6770688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Early delivery more important than completeness</a:t>
          </a:r>
          <a:endParaRPr lang="en-US" sz="2500" kern="1200" dirty="0"/>
        </a:p>
      </dsp:txBody>
      <dsp:txXfrm>
        <a:off x="29271" y="2854065"/>
        <a:ext cx="6712146" cy="541083"/>
      </dsp:txXfrm>
    </dsp:sp>
    <dsp:sp modelId="{83BE3DD8-C19A-4D60-B558-562D5418B764}">
      <dsp:nvSpPr>
        <dsp:cNvPr id="0" name=""/>
        <dsp:cNvSpPr/>
      </dsp:nvSpPr>
      <dsp:spPr>
        <a:xfrm>
          <a:off x="0" y="3496419"/>
          <a:ext cx="6770688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Early benefits – Justify funding £</a:t>
          </a:r>
          <a:endParaRPr lang="en-US" sz="2500" kern="1200" dirty="0"/>
        </a:p>
      </dsp:txBody>
      <dsp:txXfrm>
        <a:off x="29271" y="3525690"/>
        <a:ext cx="6712146" cy="541083"/>
      </dsp:txXfrm>
    </dsp:sp>
    <dsp:sp modelId="{CF4E840D-0A93-4FC4-9F8D-A1C551952D73}">
      <dsp:nvSpPr>
        <dsp:cNvPr id="0" name=""/>
        <dsp:cNvSpPr/>
      </dsp:nvSpPr>
      <dsp:spPr>
        <a:xfrm>
          <a:off x="0" y="4168044"/>
          <a:ext cx="6770688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Quick to market – High value features first</a:t>
          </a:r>
          <a:endParaRPr lang="en-US" sz="2500" kern="1200"/>
        </a:p>
      </dsp:txBody>
      <dsp:txXfrm>
        <a:off x="29271" y="4197315"/>
        <a:ext cx="6712146" cy="541083"/>
      </dsp:txXfrm>
    </dsp:sp>
    <dsp:sp modelId="{2566D8AD-1A0D-40BA-BD8A-A45C9DC34A78}">
      <dsp:nvSpPr>
        <dsp:cNvPr id="0" name=""/>
        <dsp:cNvSpPr/>
      </dsp:nvSpPr>
      <dsp:spPr>
        <a:xfrm>
          <a:off x="0" y="4839669"/>
          <a:ext cx="6770688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High business/technical risk. If not feasible stop!</a:t>
          </a:r>
          <a:endParaRPr lang="en-US" sz="2500" kern="1200" dirty="0"/>
        </a:p>
      </dsp:txBody>
      <dsp:txXfrm>
        <a:off x="29271" y="4868940"/>
        <a:ext cx="6712146" cy="5410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03A90F-24A8-4C36-B47C-E2EBEE10DB57}">
      <dsp:nvSpPr>
        <dsp:cNvPr id="0" name=""/>
        <dsp:cNvSpPr/>
      </dsp:nvSpPr>
      <dsp:spPr>
        <a:xfrm>
          <a:off x="145785" y="1027883"/>
          <a:ext cx="839701" cy="83970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ABE66D-B10B-4C82-935D-834A4A7B1BE6}">
      <dsp:nvSpPr>
        <dsp:cNvPr id="0" name=""/>
        <dsp:cNvSpPr/>
      </dsp:nvSpPr>
      <dsp:spPr>
        <a:xfrm>
          <a:off x="322122" y="1204221"/>
          <a:ext cx="487026" cy="4870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E91D97-6662-4B98-A833-853C84DA26CA}">
      <dsp:nvSpPr>
        <dsp:cNvPr id="0" name=""/>
        <dsp:cNvSpPr/>
      </dsp:nvSpPr>
      <dsp:spPr>
        <a:xfrm>
          <a:off x="1165422" y="1027883"/>
          <a:ext cx="1979296" cy="839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0" kern="1200" dirty="0"/>
            <a:t>Individuals and interactions over </a:t>
          </a:r>
          <a:r>
            <a:rPr lang="en-GB" sz="1600" b="1" i="0" kern="1200" dirty="0">
              <a:solidFill>
                <a:srgbClr val="FF0000"/>
              </a:solidFill>
            </a:rPr>
            <a:t>processes and tools</a:t>
          </a:r>
          <a:endParaRPr lang="en-US" sz="1600" b="1" kern="1200" dirty="0">
            <a:solidFill>
              <a:srgbClr val="FF0000"/>
            </a:solidFill>
          </a:endParaRPr>
        </a:p>
      </dsp:txBody>
      <dsp:txXfrm>
        <a:off x="1165422" y="1027883"/>
        <a:ext cx="1979296" cy="839701"/>
      </dsp:txXfrm>
    </dsp:sp>
    <dsp:sp modelId="{6D414192-B745-43B3-A0F6-C733F685112A}">
      <dsp:nvSpPr>
        <dsp:cNvPr id="0" name=""/>
        <dsp:cNvSpPr/>
      </dsp:nvSpPr>
      <dsp:spPr>
        <a:xfrm>
          <a:off x="3489596" y="1027883"/>
          <a:ext cx="839701" cy="83970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373AB5-5265-4551-84C2-7DBDAE0A3030}">
      <dsp:nvSpPr>
        <dsp:cNvPr id="0" name=""/>
        <dsp:cNvSpPr/>
      </dsp:nvSpPr>
      <dsp:spPr>
        <a:xfrm>
          <a:off x="3665934" y="1204221"/>
          <a:ext cx="487026" cy="4870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493F13-9379-4BE8-B4A5-66A85CAF037E}">
      <dsp:nvSpPr>
        <dsp:cNvPr id="0" name=""/>
        <dsp:cNvSpPr/>
      </dsp:nvSpPr>
      <dsp:spPr>
        <a:xfrm>
          <a:off x="4509234" y="1027883"/>
          <a:ext cx="1979296" cy="839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0" kern="1200" dirty="0"/>
            <a:t>Working software over </a:t>
          </a:r>
          <a:r>
            <a:rPr lang="en-GB" sz="1600" b="1" i="0" kern="1200" dirty="0">
              <a:solidFill>
                <a:srgbClr val="FF0000"/>
              </a:solidFill>
            </a:rPr>
            <a:t>comprehensive documentation</a:t>
          </a:r>
          <a:endParaRPr lang="en-US" sz="1600" b="1" kern="1200" dirty="0">
            <a:solidFill>
              <a:srgbClr val="FF0000"/>
            </a:solidFill>
          </a:endParaRPr>
        </a:p>
      </dsp:txBody>
      <dsp:txXfrm>
        <a:off x="4509234" y="1027883"/>
        <a:ext cx="1979296" cy="839701"/>
      </dsp:txXfrm>
    </dsp:sp>
    <dsp:sp modelId="{AA5C6F99-F72C-4213-AD74-1A973684AF1D}">
      <dsp:nvSpPr>
        <dsp:cNvPr id="0" name=""/>
        <dsp:cNvSpPr/>
      </dsp:nvSpPr>
      <dsp:spPr>
        <a:xfrm>
          <a:off x="145785" y="2632620"/>
          <a:ext cx="839701" cy="83970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694674-C9F7-424F-9538-6B67337ECF56}">
      <dsp:nvSpPr>
        <dsp:cNvPr id="0" name=""/>
        <dsp:cNvSpPr/>
      </dsp:nvSpPr>
      <dsp:spPr>
        <a:xfrm>
          <a:off x="322122" y="2808957"/>
          <a:ext cx="487026" cy="4870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AEB28-3552-4331-90FC-23FFC70E6B23}">
      <dsp:nvSpPr>
        <dsp:cNvPr id="0" name=""/>
        <dsp:cNvSpPr/>
      </dsp:nvSpPr>
      <dsp:spPr>
        <a:xfrm>
          <a:off x="1165422" y="2632620"/>
          <a:ext cx="1979296" cy="839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0" kern="1200" dirty="0"/>
            <a:t>Customer collaboration over </a:t>
          </a:r>
          <a:r>
            <a:rPr lang="en-GB" sz="1600" b="1" i="0" kern="1200" dirty="0">
              <a:solidFill>
                <a:srgbClr val="FF0000"/>
              </a:solidFill>
            </a:rPr>
            <a:t>contract negotiation</a:t>
          </a:r>
          <a:endParaRPr lang="en-US" sz="1600" b="1" kern="1200" dirty="0">
            <a:solidFill>
              <a:srgbClr val="FF0000"/>
            </a:solidFill>
          </a:endParaRPr>
        </a:p>
      </dsp:txBody>
      <dsp:txXfrm>
        <a:off x="1165422" y="2632620"/>
        <a:ext cx="1979296" cy="839701"/>
      </dsp:txXfrm>
    </dsp:sp>
    <dsp:sp modelId="{7F178982-DE05-431A-ADC7-3B88A11D8396}">
      <dsp:nvSpPr>
        <dsp:cNvPr id="0" name=""/>
        <dsp:cNvSpPr/>
      </dsp:nvSpPr>
      <dsp:spPr>
        <a:xfrm>
          <a:off x="3489596" y="2632620"/>
          <a:ext cx="839701" cy="83970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001258-6DF4-441D-928A-626DE1D2BAC0}">
      <dsp:nvSpPr>
        <dsp:cNvPr id="0" name=""/>
        <dsp:cNvSpPr/>
      </dsp:nvSpPr>
      <dsp:spPr>
        <a:xfrm>
          <a:off x="3665934" y="2808957"/>
          <a:ext cx="487026" cy="4870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FE0CA3-B0EE-464B-9050-7730841D00C2}">
      <dsp:nvSpPr>
        <dsp:cNvPr id="0" name=""/>
        <dsp:cNvSpPr/>
      </dsp:nvSpPr>
      <dsp:spPr>
        <a:xfrm>
          <a:off x="4509234" y="2632620"/>
          <a:ext cx="1979296" cy="839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0" kern="1200" dirty="0"/>
            <a:t>Responding to change over </a:t>
          </a:r>
          <a:br>
            <a:rPr lang="en-GB" sz="1600" b="1" i="0" kern="1200" dirty="0"/>
          </a:br>
          <a:r>
            <a:rPr lang="en-GB" sz="1600" b="1" i="0" kern="1200" dirty="0">
              <a:solidFill>
                <a:srgbClr val="FF0000"/>
              </a:solidFill>
            </a:rPr>
            <a:t>following a plan</a:t>
          </a:r>
          <a:endParaRPr lang="en-US" sz="1600" b="1" kern="1200" dirty="0">
            <a:solidFill>
              <a:srgbClr val="FF0000"/>
            </a:solidFill>
          </a:endParaRPr>
        </a:p>
      </dsp:txBody>
      <dsp:txXfrm>
        <a:off x="4509234" y="2632620"/>
        <a:ext cx="1979296" cy="83970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DAB686-E5B6-42C6-83AE-B3D83E87A0E6}">
      <dsp:nvSpPr>
        <dsp:cNvPr id="0" name=""/>
        <dsp:cNvSpPr/>
      </dsp:nvSpPr>
      <dsp:spPr>
        <a:xfrm rot="10800000">
          <a:off x="1519534" y="3136"/>
          <a:ext cx="5287879" cy="7504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950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Our highest priority is to satisfy the customer through early and continuous delivery of valuable software</a:t>
          </a:r>
          <a:endParaRPr lang="en-US" sz="1500" kern="1200" dirty="0"/>
        </a:p>
      </dsp:txBody>
      <dsp:txXfrm rot="10800000">
        <a:off x="1707159" y="3136"/>
        <a:ext cx="5100254" cy="750499"/>
      </dsp:txXfrm>
    </dsp:sp>
    <dsp:sp modelId="{5F126E4C-8E81-4F16-B1BF-8D997D246E34}">
      <dsp:nvSpPr>
        <dsp:cNvPr id="0" name=""/>
        <dsp:cNvSpPr/>
      </dsp:nvSpPr>
      <dsp:spPr>
        <a:xfrm>
          <a:off x="1144284" y="3136"/>
          <a:ext cx="750499" cy="7504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5247A9-BEE9-4FC2-AA93-CFE573B21AFE}">
      <dsp:nvSpPr>
        <dsp:cNvPr id="0" name=""/>
        <dsp:cNvSpPr/>
      </dsp:nvSpPr>
      <dsp:spPr>
        <a:xfrm rot="10800000">
          <a:off x="1519534" y="977666"/>
          <a:ext cx="5287879" cy="7504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950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Welcome changing requirements, even late in development. Agile processes harness change for the customer's competitive advantage</a:t>
          </a:r>
          <a:endParaRPr lang="en-US" sz="1500" kern="1200" dirty="0"/>
        </a:p>
      </dsp:txBody>
      <dsp:txXfrm rot="10800000">
        <a:off x="1707159" y="977666"/>
        <a:ext cx="5100254" cy="750499"/>
      </dsp:txXfrm>
    </dsp:sp>
    <dsp:sp modelId="{146B95BC-24BF-482C-AF23-7EB3C793CF2A}">
      <dsp:nvSpPr>
        <dsp:cNvPr id="0" name=""/>
        <dsp:cNvSpPr/>
      </dsp:nvSpPr>
      <dsp:spPr>
        <a:xfrm>
          <a:off x="1144284" y="977666"/>
          <a:ext cx="750499" cy="7504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C165A9-D811-4DB1-8A43-C586FDF9D67A}">
      <dsp:nvSpPr>
        <dsp:cNvPr id="0" name=""/>
        <dsp:cNvSpPr/>
      </dsp:nvSpPr>
      <dsp:spPr>
        <a:xfrm rot="10800000">
          <a:off x="1519534" y="1952195"/>
          <a:ext cx="5287879" cy="7504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950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Deliver working software frequently, from a couple of weeks to a couple of months, with a preference to the shorter timescale</a:t>
          </a:r>
          <a:endParaRPr lang="en-US" sz="1500" kern="1200" dirty="0"/>
        </a:p>
      </dsp:txBody>
      <dsp:txXfrm rot="10800000">
        <a:off x="1707159" y="1952195"/>
        <a:ext cx="5100254" cy="750499"/>
      </dsp:txXfrm>
    </dsp:sp>
    <dsp:sp modelId="{BE3AF05D-ED4D-4F84-974B-95EF700483A3}">
      <dsp:nvSpPr>
        <dsp:cNvPr id="0" name=""/>
        <dsp:cNvSpPr/>
      </dsp:nvSpPr>
      <dsp:spPr>
        <a:xfrm>
          <a:off x="1144284" y="1952195"/>
          <a:ext cx="750499" cy="7504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A1ECF6-C997-4640-8581-085ADF0C30FF}">
      <dsp:nvSpPr>
        <dsp:cNvPr id="0" name=""/>
        <dsp:cNvSpPr/>
      </dsp:nvSpPr>
      <dsp:spPr>
        <a:xfrm rot="10800000">
          <a:off x="1519534" y="2926725"/>
          <a:ext cx="5287879" cy="7504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950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Business people and developers must work together daily throughout the project</a:t>
          </a:r>
          <a:endParaRPr lang="en-US" sz="1500" kern="1200" dirty="0"/>
        </a:p>
      </dsp:txBody>
      <dsp:txXfrm rot="10800000">
        <a:off x="1707159" y="2926725"/>
        <a:ext cx="5100254" cy="750499"/>
      </dsp:txXfrm>
    </dsp:sp>
    <dsp:sp modelId="{F859C094-29E8-4E09-9AA6-54A4E745F915}">
      <dsp:nvSpPr>
        <dsp:cNvPr id="0" name=""/>
        <dsp:cNvSpPr/>
      </dsp:nvSpPr>
      <dsp:spPr>
        <a:xfrm>
          <a:off x="1144284" y="2926725"/>
          <a:ext cx="750499" cy="7504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4A9F80-DAE5-4F13-9D58-FA6CAF52D674}">
      <dsp:nvSpPr>
        <dsp:cNvPr id="0" name=""/>
        <dsp:cNvSpPr/>
      </dsp:nvSpPr>
      <dsp:spPr>
        <a:xfrm rot="10800000">
          <a:off x="1519534" y="3901254"/>
          <a:ext cx="5287879" cy="7504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950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Build projects around motivated individuals. Give them the environment and support they need, and trust them to get the job done</a:t>
          </a:r>
          <a:endParaRPr lang="en-US" sz="1500" kern="1200" dirty="0"/>
        </a:p>
      </dsp:txBody>
      <dsp:txXfrm rot="10800000">
        <a:off x="1707159" y="3901254"/>
        <a:ext cx="5100254" cy="750499"/>
      </dsp:txXfrm>
    </dsp:sp>
    <dsp:sp modelId="{0F5CA993-D321-45E8-ACE0-9EF11776FC12}">
      <dsp:nvSpPr>
        <dsp:cNvPr id="0" name=""/>
        <dsp:cNvSpPr/>
      </dsp:nvSpPr>
      <dsp:spPr>
        <a:xfrm>
          <a:off x="1144284" y="3901254"/>
          <a:ext cx="750499" cy="7504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540AD2-114F-4FEC-A605-EEB81936F494}">
      <dsp:nvSpPr>
        <dsp:cNvPr id="0" name=""/>
        <dsp:cNvSpPr/>
      </dsp:nvSpPr>
      <dsp:spPr>
        <a:xfrm rot="10800000">
          <a:off x="1519534" y="4875784"/>
          <a:ext cx="5287879" cy="7504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950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The most efficient and effective method of conveying information to and within a development team is face-to-face conversation</a:t>
          </a:r>
          <a:endParaRPr lang="en-US" sz="1500" kern="1200" dirty="0"/>
        </a:p>
      </dsp:txBody>
      <dsp:txXfrm rot="10800000">
        <a:off x="1707159" y="4875784"/>
        <a:ext cx="5100254" cy="750499"/>
      </dsp:txXfrm>
    </dsp:sp>
    <dsp:sp modelId="{64E49AA5-128B-4786-80B6-B70581E6552B}">
      <dsp:nvSpPr>
        <dsp:cNvPr id="0" name=""/>
        <dsp:cNvSpPr/>
      </dsp:nvSpPr>
      <dsp:spPr>
        <a:xfrm>
          <a:off x="1144284" y="4875784"/>
          <a:ext cx="750499" cy="7504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66079A-7581-4704-8ECA-343160C6FA37}">
      <dsp:nvSpPr>
        <dsp:cNvPr id="0" name=""/>
        <dsp:cNvSpPr/>
      </dsp:nvSpPr>
      <dsp:spPr>
        <a:xfrm rot="10800000">
          <a:off x="1599623" y="1765"/>
          <a:ext cx="5715182" cy="6403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37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Working software is the primary measure of progress</a:t>
          </a:r>
          <a:endParaRPr lang="en-US" sz="1400" b="1" kern="1200" dirty="0"/>
        </a:p>
      </dsp:txBody>
      <dsp:txXfrm rot="10800000">
        <a:off x="1759708" y="1765"/>
        <a:ext cx="5555097" cy="640341"/>
      </dsp:txXfrm>
    </dsp:sp>
    <dsp:sp modelId="{F85BA0FD-EE8E-4D8A-BF15-7125916AF302}">
      <dsp:nvSpPr>
        <dsp:cNvPr id="0" name=""/>
        <dsp:cNvSpPr/>
      </dsp:nvSpPr>
      <dsp:spPr>
        <a:xfrm>
          <a:off x="1279453" y="1765"/>
          <a:ext cx="640341" cy="6403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04C49C-A0E0-403A-A5F2-D528712F3CAB}">
      <dsp:nvSpPr>
        <dsp:cNvPr id="0" name=""/>
        <dsp:cNvSpPr/>
      </dsp:nvSpPr>
      <dsp:spPr>
        <a:xfrm rot="10800000">
          <a:off x="1599623" y="833253"/>
          <a:ext cx="5715182" cy="6403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37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Agile processes promote sustainable development. </a:t>
          </a:r>
          <a:br>
            <a:rPr lang="en-GB" sz="1400" b="1" kern="1200" dirty="0"/>
          </a:br>
          <a:r>
            <a:rPr lang="en-GB" sz="1400" b="1" kern="1200" dirty="0"/>
            <a:t>The sponsors, developers, and users should be able to maintain </a:t>
          </a:r>
          <a:br>
            <a:rPr lang="en-GB" sz="1400" b="1" kern="1200" dirty="0"/>
          </a:br>
          <a:r>
            <a:rPr lang="en-GB" sz="1400" b="1" kern="1200" dirty="0"/>
            <a:t>a constant pace indefinitely</a:t>
          </a:r>
          <a:endParaRPr lang="en-US" sz="1400" b="1" kern="1200" dirty="0"/>
        </a:p>
      </dsp:txBody>
      <dsp:txXfrm rot="10800000">
        <a:off x="1759708" y="833253"/>
        <a:ext cx="5555097" cy="640341"/>
      </dsp:txXfrm>
    </dsp:sp>
    <dsp:sp modelId="{82624D7F-FA74-4555-862A-3CDF4557C323}">
      <dsp:nvSpPr>
        <dsp:cNvPr id="0" name=""/>
        <dsp:cNvSpPr/>
      </dsp:nvSpPr>
      <dsp:spPr>
        <a:xfrm>
          <a:off x="1279453" y="833253"/>
          <a:ext cx="640341" cy="6403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83132D-2A30-496F-A6B8-045CCFACC1B1}">
      <dsp:nvSpPr>
        <dsp:cNvPr id="0" name=""/>
        <dsp:cNvSpPr/>
      </dsp:nvSpPr>
      <dsp:spPr>
        <a:xfrm rot="10800000">
          <a:off x="1599623" y="1664742"/>
          <a:ext cx="5715182" cy="6403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37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Continuous attention to technical excellence and good design enhances agility</a:t>
          </a:r>
          <a:endParaRPr lang="en-US" sz="1400" b="1" kern="1200" dirty="0"/>
        </a:p>
      </dsp:txBody>
      <dsp:txXfrm rot="10800000">
        <a:off x="1759708" y="1664742"/>
        <a:ext cx="5555097" cy="640341"/>
      </dsp:txXfrm>
    </dsp:sp>
    <dsp:sp modelId="{43B7CB1C-6C55-462B-A140-EBB4107694A9}">
      <dsp:nvSpPr>
        <dsp:cNvPr id="0" name=""/>
        <dsp:cNvSpPr/>
      </dsp:nvSpPr>
      <dsp:spPr>
        <a:xfrm>
          <a:off x="1279453" y="1664742"/>
          <a:ext cx="640341" cy="6403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8D8F24-2EB8-4487-95E5-89D0EF186542}">
      <dsp:nvSpPr>
        <dsp:cNvPr id="0" name=""/>
        <dsp:cNvSpPr/>
      </dsp:nvSpPr>
      <dsp:spPr>
        <a:xfrm rot="10800000">
          <a:off x="1599623" y="2496230"/>
          <a:ext cx="5715182" cy="6403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37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Simplicity – the art of maximising the amount of work not done – </a:t>
          </a:r>
          <a:br>
            <a:rPr lang="en-GB" sz="1400" b="1" kern="1200" dirty="0"/>
          </a:br>
          <a:r>
            <a:rPr lang="en-GB" sz="1400" b="1" kern="1200" dirty="0"/>
            <a:t>is essential</a:t>
          </a:r>
          <a:endParaRPr lang="en-US" sz="1400" b="1" kern="1200" dirty="0"/>
        </a:p>
      </dsp:txBody>
      <dsp:txXfrm rot="10800000">
        <a:off x="1759708" y="2496230"/>
        <a:ext cx="5555097" cy="640341"/>
      </dsp:txXfrm>
    </dsp:sp>
    <dsp:sp modelId="{74A8D4EC-B430-4701-8DB1-C8AB8B93E3E9}">
      <dsp:nvSpPr>
        <dsp:cNvPr id="0" name=""/>
        <dsp:cNvSpPr/>
      </dsp:nvSpPr>
      <dsp:spPr>
        <a:xfrm>
          <a:off x="1279453" y="2496230"/>
          <a:ext cx="640341" cy="6403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40E133-82E9-4CD6-96D0-0C602A36B96A}">
      <dsp:nvSpPr>
        <dsp:cNvPr id="0" name=""/>
        <dsp:cNvSpPr/>
      </dsp:nvSpPr>
      <dsp:spPr>
        <a:xfrm rot="10800000">
          <a:off x="1599623" y="3327718"/>
          <a:ext cx="5715182" cy="6403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37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The best architectures, requirements, and designs emerge</a:t>
          </a:r>
          <a:br>
            <a:rPr lang="en-GB" sz="1400" b="1" kern="1200" dirty="0"/>
          </a:br>
          <a:r>
            <a:rPr lang="en-GB" sz="1400" b="1" kern="1200" dirty="0"/>
            <a:t> from self-organising teams</a:t>
          </a:r>
          <a:endParaRPr lang="en-US" sz="1400" b="1" kern="1200" dirty="0"/>
        </a:p>
      </dsp:txBody>
      <dsp:txXfrm rot="10800000">
        <a:off x="1759708" y="3327718"/>
        <a:ext cx="5555097" cy="640341"/>
      </dsp:txXfrm>
    </dsp:sp>
    <dsp:sp modelId="{FD61739E-4872-4CF6-A771-B3C16CBB18DD}">
      <dsp:nvSpPr>
        <dsp:cNvPr id="0" name=""/>
        <dsp:cNvSpPr/>
      </dsp:nvSpPr>
      <dsp:spPr>
        <a:xfrm>
          <a:off x="1279453" y="3327718"/>
          <a:ext cx="640341" cy="6403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FDEDBD-D492-426D-8708-A004AB1E1088}">
      <dsp:nvSpPr>
        <dsp:cNvPr id="0" name=""/>
        <dsp:cNvSpPr/>
      </dsp:nvSpPr>
      <dsp:spPr>
        <a:xfrm rot="10800000">
          <a:off x="1599623" y="4159207"/>
          <a:ext cx="5715182" cy="6403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37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At regular intervals, the team reflects on how to become more effective, then tunes and adjusts its behaviour accordingly</a:t>
          </a:r>
          <a:endParaRPr lang="en-US" sz="1400" b="1" kern="1200" dirty="0"/>
        </a:p>
      </dsp:txBody>
      <dsp:txXfrm rot="10800000">
        <a:off x="1759708" y="4159207"/>
        <a:ext cx="5555097" cy="640341"/>
      </dsp:txXfrm>
    </dsp:sp>
    <dsp:sp modelId="{F70CD841-6634-4948-B536-CE3B6438BECD}">
      <dsp:nvSpPr>
        <dsp:cNvPr id="0" name=""/>
        <dsp:cNvSpPr/>
      </dsp:nvSpPr>
      <dsp:spPr>
        <a:xfrm>
          <a:off x="1279453" y="4159207"/>
          <a:ext cx="640341" cy="6403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580ADC-58F3-4AAD-BFBF-763878454AA6}">
      <dsp:nvSpPr>
        <dsp:cNvPr id="0" name=""/>
        <dsp:cNvSpPr/>
      </dsp:nvSpPr>
      <dsp:spPr>
        <a:xfrm>
          <a:off x="1309892" y="186086"/>
          <a:ext cx="666601" cy="6042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B939AB-85EE-4C2D-B85A-A71FB6CD31C1}">
      <dsp:nvSpPr>
        <dsp:cNvPr id="0" name=""/>
        <dsp:cNvSpPr/>
      </dsp:nvSpPr>
      <dsp:spPr>
        <a:xfrm>
          <a:off x="2125112" y="377238"/>
          <a:ext cx="2676510" cy="411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Understand What Agile is</a:t>
          </a:r>
          <a:endParaRPr lang="en-US" sz="2000" b="1" kern="1200" dirty="0"/>
        </a:p>
      </dsp:txBody>
      <dsp:txXfrm>
        <a:off x="2125112" y="377238"/>
        <a:ext cx="2676510" cy="411009"/>
      </dsp:txXfrm>
    </dsp:sp>
    <dsp:sp modelId="{ACFC6D18-911A-4A4B-B1D8-3AC3F4F23161}">
      <dsp:nvSpPr>
        <dsp:cNvPr id="0" name=""/>
        <dsp:cNvSpPr/>
      </dsp:nvSpPr>
      <dsp:spPr>
        <a:xfrm>
          <a:off x="1322021" y="1106816"/>
          <a:ext cx="421611" cy="4216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6DB13-7ADD-4D32-997E-4DA7523003E2}">
      <dsp:nvSpPr>
        <dsp:cNvPr id="0" name=""/>
        <dsp:cNvSpPr/>
      </dsp:nvSpPr>
      <dsp:spPr>
        <a:xfrm>
          <a:off x="2304072" y="1100093"/>
          <a:ext cx="4437234" cy="411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Can decide if  Agile is a go fit for your Software Development Project</a:t>
          </a:r>
          <a:endParaRPr lang="en-US" sz="1800" b="1" kern="1200" dirty="0"/>
        </a:p>
      </dsp:txBody>
      <dsp:txXfrm>
        <a:off x="2304072" y="1100093"/>
        <a:ext cx="4437234" cy="411009"/>
      </dsp:txXfrm>
    </dsp:sp>
    <dsp:sp modelId="{64CC4D57-0F08-4308-9C2F-5F3FAC71F480}">
      <dsp:nvSpPr>
        <dsp:cNvPr id="0" name=""/>
        <dsp:cNvSpPr/>
      </dsp:nvSpPr>
      <dsp:spPr>
        <a:xfrm>
          <a:off x="1246506" y="1858990"/>
          <a:ext cx="893284" cy="8674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C12953-F532-44FC-BA32-6A044EF41F01}">
      <dsp:nvSpPr>
        <dsp:cNvPr id="0" name=""/>
        <dsp:cNvSpPr/>
      </dsp:nvSpPr>
      <dsp:spPr>
        <a:xfrm>
          <a:off x="2093294" y="2118899"/>
          <a:ext cx="5253239" cy="411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Appreciate the concept of the Agile Manifesto</a:t>
          </a:r>
          <a:endParaRPr lang="en-US" sz="2000" b="1" kern="1200" dirty="0"/>
        </a:p>
      </dsp:txBody>
      <dsp:txXfrm>
        <a:off x="2093294" y="2118899"/>
        <a:ext cx="5253239" cy="411009"/>
      </dsp:txXfrm>
    </dsp:sp>
    <dsp:sp modelId="{3DE4E4D6-8C60-415C-A829-ECB426439442}">
      <dsp:nvSpPr>
        <dsp:cNvPr id="0" name=""/>
        <dsp:cNvSpPr/>
      </dsp:nvSpPr>
      <dsp:spPr>
        <a:xfrm>
          <a:off x="1229400" y="3172459"/>
          <a:ext cx="762656" cy="8642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BF225A-91F1-4133-86E8-BFCAA45F1A25}">
      <dsp:nvSpPr>
        <dsp:cNvPr id="0" name=""/>
        <dsp:cNvSpPr/>
      </dsp:nvSpPr>
      <dsp:spPr>
        <a:xfrm>
          <a:off x="1897357" y="3369964"/>
          <a:ext cx="5866731" cy="11006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Understand how the 12 Agile Principles to support the Agile Manifesto and the Agile Software Development Framework.</a:t>
          </a:r>
          <a:endParaRPr lang="en-US" sz="1800" b="1" kern="1200" dirty="0"/>
        </a:p>
      </dsp:txBody>
      <dsp:txXfrm>
        <a:off x="1897357" y="3369964"/>
        <a:ext cx="5866731" cy="110067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94AE11-41D9-4C50-8665-1120DFDBE51A}">
      <dsp:nvSpPr>
        <dsp:cNvPr id="0" name=""/>
        <dsp:cNvSpPr/>
      </dsp:nvSpPr>
      <dsp:spPr>
        <a:xfrm>
          <a:off x="810467" y="917691"/>
          <a:ext cx="1199812" cy="1199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98A549-A907-4030-91A3-F53E54EC69DE}">
      <dsp:nvSpPr>
        <dsp:cNvPr id="0" name=""/>
        <dsp:cNvSpPr/>
      </dsp:nvSpPr>
      <dsp:spPr>
        <a:xfrm>
          <a:off x="77248" y="2456471"/>
          <a:ext cx="266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/>
            <a:t>In Groups, complete Lab1.</a:t>
          </a:r>
          <a:endParaRPr lang="en-US" sz="2300" kern="1200" dirty="0"/>
        </a:p>
      </dsp:txBody>
      <dsp:txXfrm>
        <a:off x="77248" y="2456471"/>
        <a:ext cx="2666250" cy="720000"/>
      </dsp:txXfrm>
    </dsp:sp>
    <dsp:sp modelId="{9FF79C28-D4AC-41FB-8FC5-F92A00E8C1FE}">
      <dsp:nvSpPr>
        <dsp:cNvPr id="0" name=""/>
        <dsp:cNvSpPr/>
      </dsp:nvSpPr>
      <dsp:spPr>
        <a:xfrm>
          <a:off x="3943311" y="917691"/>
          <a:ext cx="1199812" cy="1199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ACFA7E-22ED-4FF9-8041-72828DD8F8D0}">
      <dsp:nvSpPr>
        <dsp:cNvPr id="0" name=""/>
        <dsp:cNvSpPr/>
      </dsp:nvSpPr>
      <dsp:spPr>
        <a:xfrm>
          <a:off x="3210092" y="2456471"/>
          <a:ext cx="266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/>
            <a:t>Duration 20 minutes</a:t>
          </a:r>
          <a:endParaRPr lang="en-US" sz="2300" kern="1200" dirty="0"/>
        </a:p>
      </dsp:txBody>
      <dsp:txXfrm>
        <a:off x="3210092" y="2456471"/>
        <a:ext cx="266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314034-5F47-46D9-B86C-722EAA158928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5CCD1B-BE93-4EA3-903D-9CF090574E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568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707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42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D9A57-AC29-1240-B133-692EEA4CA0B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90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054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2613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Important</a:t>
            </a:r>
            <a:r>
              <a:rPr lang="en-GB" baseline="0" dirty="0"/>
              <a:t> point!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9462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manifesto was developed in 2001 by 17 leading IT professionals who felt that IT development was failing to meet the growing challenges faced</a:t>
            </a:r>
            <a:r>
              <a:rPr lang="en-GB" baseline="0" dirty="0"/>
              <a:t> by business. This led to a whole new way of thinking about software development. Linear lifecycles fell out of favour and more evolutionary approaches like Scrum became more popular.</a:t>
            </a:r>
          </a:p>
          <a:p>
            <a:r>
              <a:rPr lang="en-GB" baseline="0" dirty="0"/>
              <a:t>The four values summarised the key points of their combined experience of developing software and helping others develop software. Explanations of each value are:</a:t>
            </a:r>
          </a:p>
          <a:p>
            <a:pPr marL="360000" lvl="1" indent="-180000">
              <a:buFont typeface="Arial" panose="020B0604020202020204" pitchFamily="34" charset="0"/>
              <a:buChar char="•"/>
            </a:pPr>
            <a:r>
              <a:rPr lang="en-GB" dirty="0"/>
              <a:t>Individuals and interactions - Self-organization and motivation of individuals and their interactions through co-location and pair programming are more important that a reliance on tools and processes.</a:t>
            </a:r>
          </a:p>
          <a:p>
            <a:pPr marL="360000" lvl="1" indent="-180000">
              <a:buFont typeface="Arial" panose="020B0604020202020204" pitchFamily="34" charset="0"/>
              <a:buChar char="•"/>
            </a:pPr>
            <a:r>
              <a:rPr lang="en-GB" dirty="0"/>
              <a:t>Working software - Actual software that works is more useful than documents about what the software will or can do.</a:t>
            </a:r>
          </a:p>
          <a:p>
            <a:pPr marL="360000" lvl="1" indent="-180000">
              <a:buFont typeface="Arial" panose="020B0604020202020204" pitchFamily="34" charset="0"/>
              <a:buChar char="•"/>
            </a:pPr>
            <a:r>
              <a:rPr lang="en-GB" dirty="0"/>
              <a:t>Customer collaboration – It is difficult, if not impossible, to specify the requirements fully at the start of the project, therefore continuous customer and stakeholder involvement throughout the project is key rather that defining and agreeing a contract.</a:t>
            </a:r>
          </a:p>
          <a:p>
            <a:pPr marL="360000" lvl="1" indent="-180000">
              <a:buFont typeface="Arial" panose="020B0604020202020204" pitchFamily="34" charset="0"/>
              <a:buChar char="•"/>
            </a:pPr>
            <a:r>
              <a:rPr lang="en-GB" dirty="0"/>
              <a:t>Responding to change - Agile development focuses on quick responses to change and continuous development instead of just sticking to the original plan.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5CCD1B-BE93-4EA3-903D-9CF090574E9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709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Agile Principles are a set of 12 guiding concepts to support project teams when implementing agile projects. The principles should be used to implement agile methodologies in projects. The first six</a:t>
            </a:r>
            <a:r>
              <a:rPr lang="en-GB" baseline="0" dirty="0"/>
              <a:t> principles are:</a:t>
            </a:r>
          </a:p>
          <a:p>
            <a:pPr marL="360000" lvl="1" indent="-180000">
              <a:buFont typeface="Arial" panose="020B0604020202020204" pitchFamily="34" charset="0"/>
              <a:buChar char="•"/>
            </a:pPr>
            <a:r>
              <a:rPr lang="en-GB" dirty="0"/>
              <a:t>Our highest priority is to satisfy the customer through early and continuous delivery of valuable software.</a:t>
            </a:r>
          </a:p>
          <a:p>
            <a:pPr marL="360000" lvl="1" indent="-180000">
              <a:buFont typeface="Arial" panose="020B0604020202020204" pitchFamily="34" charset="0"/>
              <a:buChar char="•"/>
            </a:pPr>
            <a:r>
              <a:rPr lang="en-GB" dirty="0"/>
              <a:t>Welcome changing requirements, even late in development. Agile processes harness change for the customer's competitive advantage.</a:t>
            </a:r>
          </a:p>
          <a:p>
            <a:pPr marL="360000" lvl="1" indent="-180000">
              <a:buFont typeface="Arial" panose="020B0604020202020204" pitchFamily="34" charset="0"/>
              <a:buChar char="•"/>
            </a:pPr>
            <a:r>
              <a:rPr lang="en-GB" dirty="0"/>
              <a:t>Deliver working software frequently, from a couple of weeks to a couple of months, with a preference to the shorter timescale.</a:t>
            </a:r>
          </a:p>
          <a:p>
            <a:pPr marL="360000" lvl="1" indent="-180000">
              <a:buFont typeface="Arial" panose="020B0604020202020204" pitchFamily="34" charset="0"/>
              <a:buChar char="•"/>
            </a:pPr>
            <a:r>
              <a:rPr lang="en-GB" dirty="0"/>
              <a:t>Business people and developers must work together daily throughout the project.</a:t>
            </a:r>
          </a:p>
          <a:p>
            <a:pPr marL="360000" lvl="1" indent="-180000">
              <a:buFont typeface="Arial" panose="020B0604020202020204" pitchFamily="34" charset="0"/>
              <a:buChar char="•"/>
            </a:pPr>
            <a:r>
              <a:rPr lang="en-GB" dirty="0"/>
              <a:t>Build projects around motivated individuals. Give them the environment and support they need, and trust them to get the job done.</a:t>
            </a:r>
          </a:p>
          <a:p>
            <a:pPr marL="360000" lvl="1" indent="-180000">
              <a:buFont typeface="Arial" panose="020B0604020202020204" pitchFamily="34" charset="0"/>
              <a:buChar char="•"/>
            </a:pPr>
            <a:r>
              <a:rPr lang="en-GB" dirty="0"/>
              <a:t>The most efficient and effective method of conveying information to and within a development team is face-to-face conversation.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5CCD1B-BE93-4EA3-903D-9CF090574E9E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433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second six principles</a:t>
            </a:r>
            <a:r>
              <a:rPr lang="en-GB" baseline="0" dirty="0"/>
              <a:t> are:</a:t>
            </a:r>
          </a:p>
          <a:p>
            <a:pPr marL="360000" lvl="1" indent="-180000">
              <a:buFont typeface="Arial" panose="020B0604020202020204" pitchFamily="34" charset="0"/>
              <a:buChar char="•"/>
            </a:pPr>
            <a:r>
              <a:rPr lang="en-GB" dirty="0"/>
              <a:t>Working software is the primary measure of progress.</a:t>
            </a:r>
          </a:p>
          <a:p>
            <a:pPr marL="360000" lvl="1" indent="-180000">
              <a:buFont typeface="Arial" panose="020B0604020202020204" pitchFamily="34" charset="0"/>
              <a:buChar char="•"/>
            </a:pPr>
            <a:r>
              <a:rPr lang="en-GB" dirty="0"/>
              <a:t>Agile processes promote sustainable development. The sponsors, developers, and users should be able to maintain a constant pace indefinitely.</a:t>
            </a:r>
          </a:p>
          <a:p>
            <a:pPr marL="360000" lvl="1" indent="-180000">
              <a:buFont typeface="Arial" panose="020B0604020202020204" pitchFamily="34" charset="0"/>
              <a:buChar char="•"/>
            </a:pPr>
            <a:r>
              <a:rPr lang="en-GB" dirty="0"/>
              <a:t>Continuous attention to technical excellence and good design enhances agility.</a:t>
            </a:r>
          </a:p>
          <a:p>
            <a:pPr marL="360000" lvl="1" indent="-180000">
              <a:buFont typeface="Arial" panose="020B0604020202020204" pitchFamily="34" charset="0"/>
              <a:buChar char="•"/>
            </a:pPr>
            <a:r>
              <a:rPr lang="en-GB" dirty="0"/>
              <a:t>Simplicity--the art of maximizing the amount of work not done--is essential.</a:t>
            </a:r>
          </a:p>
          <a:p>
            <a:pPr marL="360000" lvl="1" indent="-180000">
              <a:buFont typeface="Arial" panose="020B0604020202020204" pitchFamily="34" charset="0"/>
              <a:buChar char="•"/>
            </a:pPr>
            <a:r>
              <a:rPr lang="en-GB" dirty="0"/>
              <a:t>The best architectures, requirements, and designs emerge from self-organizing teams.</a:t>
            </a:r>
          </a:p>
          <a:p>
            <a:pPr marL="360000" lvl="1" indent="-180000">
              <a:buFont typeface="Arial" panose="020B0604020202020204" pitchFamily="34" charset="0"/>
              <a:buChar char="•"/>
            </a:pPr>
            <a:r>
              <a:rPr lang="en-GB" dirty="0"/>
              <a:t>At regular intervals, the team reflects on how to become more effective, then tunes and adjusts its behaviour accordingly.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5CCD1B-BE93-4EA3-903D-9CF090574E9E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2145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0" y="45720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303">
              <a:spcBef>
                <a:spcPts val="0"/>
              </a:spcBef>
              <a:defRPr/>
            </a:pPr>
            <a:r>
              <a:rPr lang="en-US" b="1" dirty="0"/>
              <a:t>Key Message:</a:t>
            </a:r>
          </a:p>
          <a:p>
            <a:pPr marL="171450" indent="-171450" defTabSz="914303">
              <a:spcBef>
                <a:spcPts val="0"/>
              </a:spcBef>
              <a:buFont typeface="Arial" charset="0"/>
              <a:buChar char="•"/>
              <a:defRPr/>
            </a:pPr>
            <a:r>
              <a:rPr lang="en-US" sz="11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many reasons why people adopt Agile the main ones are:</a:t>
            </a:r>
          </a:p>
          <a:p>
            <a:pPr marL="628650" lvl="1" indent="-171450" defTabSz="914303">
              <a:spcBef>
                <a:spcPts val="0"/>
              </a:spcBef>
              <a:buFont typeface="Arial" charset="0"/>
              <a:buChar char="•"/>
              <a:defRPr/>
            </a:pPr>
            <a:r>
              <a:rPr lang="en-US" sz="11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 Time to Market.</a:t>
            </a:r>
          </a:p>
          <a:p>
            <a:pPr marL="628650" lvl="1" indent="-171450" defTabSz="914303">
              <a:spcBef>
                <a:spcPts val="0"/>
              </a:spcBef>
              <a:buFont typeface="Arial" charset="0"/>
              <a:buChar char="•"/>
              <a:defRPr/>
            </a:pPr>
            <a:r>
              <a:rPr lang="en-US" sz="11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 the ability to respond to changing requirements.</a:t>
            </a:r>
          </a:p>
          <a:p>
            <a:pPr defTabSz="914303">
              <a:spcBef>
                <a:spcPts val="0"/>
              </a:spcBef>
              <a:defRPr/>
            </a:pPr>
            <a:endParaRPr lang="en-US" sz="11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04A1AE-F7A1-7842-A76C-0ECCCDB485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Scaled Agile, Inc.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544BDB-57C3-8449-9954-4EA56ABE6C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F0EB2F42-7EB3-426A-AE0F-BE645EFDC311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750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54180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827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FD7EF-5FB6-4B8C-86E6-D7EDCA6C9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ED3569-DD5B-4C8A-9DA4-87A4ECE6B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2A098-8427-4CC9-8B81-E6EA25837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E316-961A-4B1E-8DCC-220144016E2B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76E6B-23E9-495A-B080-EAFE1A5DF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ECDE5-E8C6-411E-84ED-763C7D9F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078E-B294-42E9-B3D4-142119F99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2287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A8B73-24A8-42C2-A20A-894B0D6E0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BDFEA-E4D3-49BD-8FB7-00A64F5F9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CEBEA-9F0D-4D2C-BB14-91F33AE06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E316-961A-4B1E-8DCC-220144016E2B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5487C-9230-40FC-B0E4-53E4B1DD7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D08CF-763A-489E-A9EF-D938FB50D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078E-B294-42E9-B3D4-142119F99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5797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E9444-E827-46BB-8D4C-ECF3F9ECD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70870-750C-44EC-AD35-A3E25977E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912AE-5671-4075-B21F-B1680F873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E316-961A-4B1E-8DCC-220144016E2B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C692E-7372-4D22-A0D6-AA436FF77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1A52A-CE45-4FEE-9440-0CF4B025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078E-B294-42E9-B3D4-142119F99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799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55256-BF6D-49D8-8917-E323A5D7B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A689C-BBC1-407B-A514-0BC35DAB6E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84291F-6049-487F-871E-5C3CC115D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F2F63B-50BF-41FC-80DD-136968823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E316-961A-4B1E-8DCC-220144016E2B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56EE5-7DC3-46C8-BB1B-161E2D43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1A7B6-3FC0-406C-9410-243A73515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078E-B294-42E9-B3D4-142119F99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529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005C4-64E1-4C76-B6ED-1A8F484ED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E877E-F4E4-4E87-A3DB-8BF719F04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CF1750-FC67-427B-ADCF-161CA9CE2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7E0913-DCB6-4CBA-9C90-622BF68B79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DBF17C-BBDA-4796-B658-1C358BCCDB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D673BF-7660-44F3-8DFC-087879DD2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E316-961A-4B1E-8DCC-220144016E2B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5ECD66-DADD-46B1-98BA-6D26F71B4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9BBF5E-E2DB-41F1-8C1D-389A89BD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078E-B294-42E9-B3D4-142119F99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90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6FD31-7329-4291-8B40-6879B3B51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05A433-880B-47D2-966A-D4EBE8890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E316-961A-4B1E-8DCC-220144016E2B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B50ECE-2225-4848-9C3C-881D78F7A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060C4-A798-4421-92E6-8D352FED7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078E-B294-42E9-B3D4-142119F99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59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A5FE27-8A20-4238-9027-56EA16478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E316-961A-4B1E-8DCC-220144016E2B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78CE69-CA45-4F01-808A-4CA79D10C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71BEA-0570-4B4E-86C2-C0AB9F440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078E-B294-42E9-B3D4-142119F99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162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7E93B-69AF-489D-8927-2B85F78E1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F6227-DDC1-44DA-94EB-F04BC5D50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C4D00-E822-4713-9132-BF976D888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E8BC8-CE7E-4093-8A20-81941BA8D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E316-961A-4B1E-8DCC-220144016E2B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0C6FF-4E33-4E79-B387-B46882E73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3FA9E-81EE-4B82-A5AF-4B54C4072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078E-B294-42E9-B3D4-142119F99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774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24855-2987-4C28-8A4D-493344788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3DEE1C-452B-48F4-9831-F26B9AE45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19AE6-3395-4A81-BB51-04ACFC4E0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3C7CC-4361-426A-BECA-F739D4773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E316-961A-4B1E-8DCC-220144016E2B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AA999-1B26-46C2-A4E3-D895341DD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BFB5E-2E4F-460E-B30F-449AF9CFB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078E-B294-42E9-B3D4-142119F99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961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9DC97-247B-463B-AF1E-B7DE29A2E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FF667-24B7-4664-BA3C-932A97EC7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C9FF5-F1EC-4481-B382-554071DE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E316-961A-4B1E-8DCC-220144016E2B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F906B-3821-40AA-B774-0AB328895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54B75-8726-4EEF-A85C-DCC95712F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078E-B294-42E9-B3D4-142119F99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507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7B7714-A629-47C6-94F9-0569BF456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79D77E-EBCF-4742-9E21-530B6A954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AD4EB-DCB8-43C9-A543-B06484294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E316-961A-4B1E-8DCC-220144016E2B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6705A-5B71-4A5E-B39D-62F4B4D46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7CC46-7DEE-438B-9850-53A23C54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078E-B294-42E9-B3D4-142119F99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696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1">
    <p:bg>
      <p:bgPr>
        <a:solidFill>
          <a:srgbClr val="03E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978A22-79ED-C346-B050-A5F64C0ACA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29" t="3699" r="30729" b="22632"/>
          <a:stretch/>
        </p:blipFill>
        <p:spPr>
          <a:xfrm>
            <a:off x="2848191" y="0"/>
            <a:ext cx="9343809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919999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1914129"/>
            <a:ext cx="3919999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cap="all" baseline="0"/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509568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2FEF35C1-44BF-B94B-A048-96124C64D190}"/>
              </a:ext>
            </a:extLst>
          </p:cNvPr>
          <p:cNvSpPr/>
          <p:nvPr userDrawn="1"/>
        </p:nvSpPr>
        <p:spPr>
          <a:xfrm>
            <a:off x="0" y="4310243"/>
            <a:ext cx="4407461" cy="227469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654564-8AAA-2B4B-A7F2-A093E969C4FB}"/>
              </a:ext>
            </a:extLst>
          </p:cNvPr>
          <p:cNvSpPr/>
          <p:nvPr userDrawn="1"/>
        </p:nvSpPr>
        <p:spPr>
          <a:xfrm>
            <a:off x="0" y="4903556"/>
            <a:ext cx="4407461" cy="227469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4179243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8251CB8-D58E-2E40-9211-8E4FCA38D5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</a:t>
            </a:r>
            <a:br>
              <a:rPr lang="en-US"/>
            </a:br>
            <a:r>
              <a:rPr lang="en-US"/>
              <a:t>edit slide title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8A86F5A-A513-9341-866D-7D9CDC084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31">
            <a:extLst>
              <a:ext uri="{FF2B5EF4-FFF2-40B4-BE49-F238E27FC236}">
                <a16:creationId xmlns:a16="http://schemas.microsoft.com/office/drawing/2014/main" id="{E51E3436-B16C-5F48-AA8A-C3F6719B5E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142367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</a:t>
            </a:r>
            <a:br>
              <a:rPr lang="en-US"/>
            </a:br>
            <a:r>
              <a:rPr lang="en-US"/>
              <a:t>edit slide title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1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956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0417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774198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03A14FE-D075-C54D-A7E3-E22DBF9333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846991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04356C-FBB8-4EA6-9EB7-0EDDA42DE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66A9A-B2B9-46F2-A226-00D19BD8E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D02D7-F9FC-448C-9DC4-A6B1460FE8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AE316-961A-4B1E-8DCC-220144016E2B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70EA6-788E-4D50-A93B-F9246191D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66EBA-B1E5-42EF-821C-CC50E0151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A078E-B294-42E9-B3D4-142119F99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194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setandbma.files.wordpress.com/2012/03/agile-17-authors.png?w=768&amp;h=579" TargetMode="Externa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image" Target="../media/image2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31.jpeg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What is</a:t>
            </a:r>
            <a:br>
              <a:rPr lang="en-US" sz="5400"/>
            </a:br>
            <a:r>
              <a:rPr lang="en-US" sz="5400"/>
              <a:t>agile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b="1" baseline="30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  <p:pic>
        <p:nvPicPr>
          <p:cNvPr id="17" name="Picture 6" descr="Person writing on a notepad">
            <a:extLst>
              <a:ext uri="{FF2B5EF4-FFF2-40B4-BE49-F238E27FC236}">
                <a16:creationId xmlns:a16="http://schemas.microsoft.com/office/drawing/2014/main" id="{8E050710-123B-7298-DECC-47FF5DDCDA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947" r="656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385299" y="5768975"/>
            <a:ext cx="5627171" cy="7058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Tx/>
              <a:buNone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4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4"/>
              </a:buBlip>
              <a:tabLst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4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4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1112600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87D213-9E2A-4040-B840-8E23FCC2B00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977503" y="773514"/>
            <a:ext cx="6770688" cy="5119407"/>
          </a:xfrm>
        </p:spPr>
        <p:txBody>
          <a:bodyPr/>
          <a:lstStyle/>
          <a:p>
            <a:pPr marL="342900" indent="-342900"/>
            <a:r>
              <a:rPr lang="en-GB" b="1" dirty="0"/>
              <a:t>Understand and explore the following topics</a:t>
            </a:r>
            <a:br>
              <a:rPr lang="en-GB" b="1" dirty="0"/>
            </a:br>
            <a:endParaRPr lang="en-GB" b="1" dirty="0"/>
          </a:p>
          <a:p>
            <a:pPr marL="457200" lvl="1" indent="-457200">
              <a:buSzPct val="115000"/>
              <a:buFont typeface="+mj-lt"/>
              <a:buAutoNum type="arabicPeriod"/>
            </a:pPr>
            <a:r>
              <a:rPr lang="en-GB" dirty="0"/>
              <a:t>What is Agile?</a:t>
            </a:r>
          </a:p>
          <a:p>
            <a:pPr marL="457200" lvl="1" indent="-457200">
              <a:buSzPct val="115000"/>
              <a:buFont typeface="+mj-lt"/>
              <a:buAutoNum type="arabicPeriod"/>
            </a:pPr>
            <a:r>
              <a:rPr lang="en-GB" dirty="0"/>
              <a:t>Agile Scrum</a:t>
            </a:r>
          </a:p>
          <a:p>
            <a:pPr marL="457200" lvl="1" indent="-457200">
              <a:buSzPct val="115000"/>
              <a:buFont typeface="+mj-lt"/>
              <a:buAutoNum type="arabicPeriod"/>
            </a:pPr>
            <a:r>
              <a:rPr lang="en-GB" dirty="0"/>
              <a:t>Agile Sprint</a:t>
            </a:r>
          </a:p>
          <a:p>
            <a:pPr marL="457200" lvl="1" indent="-457200">
              <a:buSzPct val="115000"/>
              <a:buFont typeface="+mj-lt"/>
              <a:buAutoNum type="arabicPeriod"/>
            </a:pPr>
            <a:r>
              <a:rPr lang="en-GB" dirty="0"/>
              <a:t>Agile Project Roles</a:t>
            </a:r>
          </a:p>
          <a:p>
            <a:pPr marL="457200" lvl="1" indent="-457200">
              <a:buSzPct val="115000"/>
              <a:buFont typeface="+mj-lt"/>
              <a:buAutoNum type="arabicPeriod"/>
            </a:pPr>
            <a:r>
              <a:rPr lang="en-GB" dirty="0"/>
              <a:t>User Stories</a:t>
            </a:r>
          </a:p>
          <a:p>
            <a:pPr marL="457200" lvl="1" indent="-457200">
              <a:buSzPct val="115000"/>
              <a:buFont typeface="+mj-lt"/>
              <a:buAutoNum type="arabicPeriod"/>
            </a:pPr>
            <a:r>
              <a:rPr lang="en-GB" dirty="0"/>
              <a:t>Agile Scrum Workflow</a:t>
            </a:r>
          </a:p>
          <a:p>
            <a:pPr marL="457200" lvl="1" indent="-457200">
              <a:buSzPct val="115000"/>
              <a:buFont typeface="+mj-lt"/>
              <a:buAutoNum type="arabicPeriod"/>
            </a:pPr>
            <a:r>
              <a:rPr lang="en-GB" dirty="0"/>
              <a:t>Agile Acceptance Criteria</a:t>
            </a:r>
          </a:p>
          <a:p>
            <a:pPr marL="457200" lvl="1" indent="-457200">
              <a:buSzPct val="115000"/>
              <a:buFont typeface="+mj-lt"/>
              <a:buAutoNum type="arabicPeriod"/>
            </a:pPr>
            <a:r>
              <a:rPr lang="en-GB" dirty="0"/>
              <a:t>Sprint Planning Meeting</a:t>
            </a:r>
          </a:p>
          <a:p>
            <a:pPr marL="457200" lvl="1" indent="-457200">
              <a:buSzPct val="115000"/>
              <a:buFont typeface="+mj-lt"/>
              <a:buAutoNum type="arabicPeriod"/>
            </a:pPr>
            <a:r>
              <a:rPr lang="en-GB" dirty="0"/>
              <a:t>The Sprint</a:t>
            </a:r>
          </a:p>
          <a:p>
            <a:pPr marL="457200" lvl="1" indent="-457200">
              <a:buSzPct val="115000"/>
              <a:buFont typeface="+mj-lt"/>
              <a:buAutoNum type="arabicPeriod"/>
            </a:pPr>
            <a:r>
              <a:rPr lang="en-GB" dirty="0"/>
              <a:t>The Sprint Review</a:t>
            </a:r>
          </a:p>
          <a:p>
            <a:pPr marL="457200" lvl="1" indent="-457200">
              <a:buSzPct val="115000"/>
              <a:buFont typeface="+mj-lt"/>
              <a:buAutoNum type="arabicPeriod"/>
            </a:pPr>
            <a:r>
              <a:rPr lang="en-GB" dirty="0"/>
              <a:t>The Sprint Retrospective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7310E9-735F-4387-8CC4-CDAC3B504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51D103-105D-47CA-8C64-B79B9708B8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Overall Course Objectives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58" y="2919965"/>
            <a:ext cx="1867983" cy="186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832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B8B528-8902-4E1E-AEA6-85452EC635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  <a:p>
            <a:r>
              <a:rPr lang="en-GB" dirty="0"/>
              <a:t>Of this session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B7F094E3-5321-95CA-3F87-A92CF155C2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5491839"/>
              </p:ext>
            </p:extLst>
          </p:nvPr>
        </p:nvGraphicFramePr>
        <p:xfrm>
          <a:off x="4906508" y="592339"/>
          <a:ext cx="6770688" cy="5119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8271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F60E69-9BB4-76FD-B242-AEC036F6CD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Before Agile</a:t>
            </a:r>
          </a:p>
          <a:p>
            <a:endParaRPr lang="en-GB" dirty="0"/>
          </a:p>
          <a:p>
            <a:r>
              <a:rPr lang="en-GB" dirty="0"/>
              <a:t>Waterfall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CB8E6-5E26-2306-E458-F786DEF6D5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89463" y="775217"/>
            <a:ext cx="6770688" cy="511940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Tons of documentation up front</a:t>
            </a:r>
          </a:p>
          <a:p>
            <a:pPr marL="465746" lvl="1" indent="-285750"/>
            <a:r>
              <a:rPr lang="en-GB" dirty="0"/>
              <a:t>Business requirements, </a:t>
            </a:r>
            <a:r>
              <a:rPr lang="en-GB" dirty="0">
                <a:solidFill>
                  <a:srgbClr val="4E4242"/>
                </a:solidFill>
                <a:latin typeface="museo-sans"/>
              </a:rPr>
              <a:t>A</a:t>
            </a:r>
            <a:r>
              <a:rPr lang="en-GB" b="0" i="0" dirty="0">
                <a:solidFill>
                  <a:srgbClr val="4E4242"/>
                </a:solidFill>
                <a:effectLst/>
                <a:latin typeface="museo-sans"/>
              </a:rPr>
              <a:t>pplication’s architecture</a:t>
            </a:r>
          </a:p>
          <a:p>
            <a:pPr marL="465746" lvl="1" indent="-285750"/>
            <a:r>
              <a:rPr lang="en-GB" dirty="0">
                <a:solidFill>
                  <a:srgbClr val="4E4242"/>
                </a:solidFill>
                <a:latin typeface="museo-sans"/>
              </a:rPr>
              <a:t>D</a:t>
            </a:r>
            <a:r>
              <a:rPr lang="en-GB" b="0" i="0" dirty="0">
                <a:solidFill>
                  <a:srgbClr val="4E4242"/>
                </a:solidFill>
                <a:effectLst/>
                <a:latin typeface="museo-sans"/>
              </a:rPr>
              <a:t>ata structures, </a:t>
            </a:r>
            <a:r>
              <a:rPr lang="en-GB" dirty="0">
                <a:solidFill>
                  <a:srgbClr val="4E4242"/>
                </a:solidFill>
                <a:latin typeface="museo-sans"/>
              </a:rPr>
              <a:t>F</a:t>
            </a:r>
            <a:r>
              <a:rPr lang="en-GB" b="0" i="0" dirty="0">
                <a:solidFill>
                  <a:srgbClr val="4E4242"/>
                </a:solidFill>
                <a:effectLst/>
                <a:latin typeface="museo-sans"/>
              </a:rPr>
              <a:t>unctional designs</a:t>
            </a:r>
          </a:p>
          <a:p>
            <a:pPr marL="465746" lvl="1" indent="-285750"/>
            <a:r>
              <a:rPr lang="en-GB" dirty="0">
                <a:solidFill>
                  <a:srgbClr val="4E4242"/>
                </a:solidFill>
                <a:latin typeface="museo-sans"/>
              </a:rPr>
              <a:t>U</a:t>
            </a:r>
            <a:r>
              <a:rPr lang="en-GB" b="0" i="0" dirty="0">
                <a:solidFill>
                  <a:srgbClr val="4E4242"/>
                </a:solidFill>
                <a:effectLst/>
                <a:latin typeface="museo-sans"/>
              </a:rPr>
              <a:t>ser interfaces, non-functional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No coding before all design docs are complete</a:t>
            </a:r>
          </a:p>
          <a:p>
            <a:pPr marL="465746" lvl="1" indent="-285750"/>
            <a:r>
              <a:rPr lang="en-GB" b="0" i="0" dirty="0">
                <a:solidFill>
                  <a:srgbClr val="4E4242"/>
                </a:solidFill>
                <a:effectLst/>
                <a:latin typeface="museo-sans"/>
              </a:rPr>
              <a:t>Then </a:t>
            </a:r>
            <a:r>
              <a:rPr lang="en-GB" dirty="0">
                <a:solidFill>
                  <a:srgbClr val="4E4242"/>
                </a:solidFill>
                <a:latin typeface="museo-sans"/>
              </a:rPr>
              <a:t>Tests and eventually d</a:t>
            </a:r>
            <a:r>
              <a:rPr lang="en-GB" b="0" i="0" dirty="0">
                <a:solidFill>
                  <a:srgbClr val="4E4242"/>
                </a:solidFill>
                <a:effectLst/>
                <a:latin typeface="museo-sans"/>
              </a:rPr>
              <a:t>eploy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4E4242"/>
                </a:solidFill>
                <a:latin typeface="museo-sans"/>
              </a:rPr>
              <a:t>Large teams needed, even for a small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4E4242"/>
                </a:solidFill>
                <a:effectLst/>
                <a:latin typeface="museo-sans"/>
              </a:rPr>
              <a:t>But it worked!</a:t>
            </a:r>
            <a:r>
              <a:rPr lang="en-GB" b="0" i="0" dirty="0">
                <a:solidFill>
                  <a:srgbClr val="4E4242"/>
                </a:solidFill>
                <a:effectLst/>
                <a:latin typeface="museo-sans"/>
              </a:rPr>
              <a:t> </a:t>
            </a:r>
          </a:p>
          <a:p>
            <a:pPr marL="465746" lvl="1" indent="-285750"/>
            <a:r>
              <a:rPr lang="en-GB" dirty="0">
                <a:solidFill>
                  <a:srgbClr val="4E4242"/>
                </a:solidFill>
                <a:latin typeface="museo-sans"/>
              </a:rPr>
              <a:t>Systems were large, </a:t>
            </a:r>
            <a:r>
              <a:rPr lang="en-GB" b="0" i="0" dirty="0">
                <a:solidFill>
                  <a:srgbClr val="4E4242"/>
                </a:solidFill>
                <a:effectLst/>
                <a:latin typeface="museo-sans"/>
              </a:rPr>
              <a:t>monolithic, clear outcome</a:t>
            </a:r>
          </a:p>
          <a:p>
            <a:pPr marL="465746" lvl="1" indent="-285750"/>
            <a:r>
              <a:rPr lang="en-GB" b="0" i="0" dirty="0">
                <a:solidFill>
                  <a:srgbClr val="4E4242"/>
                </a:solidFill>
                <a:effectLst/>
                <a:latin typeface="museo-sans"/>
              </a:rPr>
              <a:t>Requirements </a:t>
            </a:r>
            <a:r>
              <a:rPr lang="en-GB" dirty="0">
                <a:solidFill>
                  <a:srgbClr val="4E4242"/>
                </a:solidFill>
                <a:latin typeface="museo-sans"/>
              </a:rPr>
              <a:t>changed slowly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4E4242"/>
                </a:solidFill>
                <a:effectLst/>
                <a:latin typeface="museo-sans"/>
              </a:rPr>
              <a:t>We now require speed, flexibility in a changing world</a:t>
            </a:r>
            <a:br>
              <a:rPr lang="en-GB" b="1" i="0" dirty="0">
                <a:solidFill>
                  <a:srgbClr val="4E4242"/>
                </a:solidFill>
                <a:effectLst/>
                <a:latin typeface="museo-sans"/>
              </a:rPr>
            </a:br>
            <a:endParaRPr lang="en-GB" b="1" i="0" dirty="0">
              <a:solidFill>
                <a:srgbClr val="4E4242"/>
              </a:solidFill>
              <a:effectLst/>
              <a:latin typeface="museo-sa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787694-A222-373B-FCD3-1516CEB72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568" y="877759"/>
            <a:ext cx="1700631" cy="46789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ADD63E-7C13-4CFD-28CE-124387F18971}"/>
              </a:ext>
            </a:extLst>
          </p:cNvPr>
          <p:cNvSpPr txBox="1"/>
          <p:nvPr/>
        </p:nvSpPr>
        <p:spPr>
          <a:xfrm>
            <a:off x="5525490" y="5831854"/>
            <a:ext cx="4228109" cy="70788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Can you think of a project where</a:t>
            </a:r>
            <a:br>
              <a:rPr lang="en-GB" sz="2000" b="1" dirty="0"/>
            </a:br>
            <a:r>
              <a:rPr lang="en-GB" sz="2000" b="1" dirty="0"/>
              <a:t>this model would be suitable?</a:t>
            </a:r>
          </a:p>
        </p:txBody>
      </p:sp>
    </p:spTree>
    <p:extLst>
      <p:ext uri="{BB962C8B-B14F-4D97-AF65-F5344CB8AC3E}">
        <p14:creationId xmlns:p14="http://schemas.microsoft.com/office/powerpoint/2010/main" val="30317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GB" dirty="0"/>
              <a:t>Why Agile?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r>
              <a:rPr lang="en-GB" sz="2000"/>
              <a:t>The dynamic and fast-moving nature of the world today:</a:t>
            </a:r>
          </a:p>
          <a:p>
            <a:endParaRPr 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/>
              <a:t>V</a:t>
            </a:r>
            <a:r>
              <a:rPr lang="en-GB" sz="2000"/>
              <a:t>olatility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/>
              <a:t>U</a:t>
            </a:r>
            <a:r>
              <a:rPr lang="en-GB" sz="2000"/>
              <a:t>ncertainty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/>
              <a:t>C</a:t>
            </a:r>
            <a:r>
              <a:rPr lang="en-GB" sz="2000"/>
              <a:t>omplexity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/>
              <a:t>A</a:t>
            </a:r>
            <a:r>
              <a:rPr lang="en-GB" sz="2000"/>
              <a:t>mbiguity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/>
          </a:p>
          <a:p>
            <a:r>
              <a:rPr lang="en-GB" sz="2000"/>
              <a:t>In this environment, the assumption that a solution can be designed in detail up-front does not reflect reality.  </a:t>
            </a:r>
          </a:p>
          <a:p>
            <a:endParaRPr lang="en-GB" sz="2000"/>
          </a:p>
        </p:txBody>
      </p:sp>
      <p:pic>
        <p:nvPicPr>
          <p:cNvPr id="6" name="Picture 4" descr="Snow Globe art">
            <a:extLst>
              <a:ext uri="{FF2B5EF4-FFF2-40B4-BE49-F238E27FC236}">
                <a16:creationId xmlns:a16="http://schemas.microsoft.com/office/drawing/2014/main" id="{30111D94-4FC1-EAAE-77A5-B4F3198B5F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642" r="33043" b="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783027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>
                <a:latin typeface="+mj-lt"/>
              </a:rPr>
              <a:t>W</a:t>
            </a:r>
            <a:r>
              <a:rPr lang="en" dirty="0">
                <a:latin typeface="+mj-lt"/>
              </a:rPr>
              <a:t>hat is Agile</a:t>
            </a:r>
            <a:endParaRPr lang="en-GB" dirty="0">
              <a:latin typeface="+mj-lt"/>
            </a:endParaRPr>
          </a:p>
        </p:txBody>
      </p:sp>
      <p:graphicFrame>
        <p:nvGraphicFramePr>
          <p:cNvPr id="7" name="Text Placeholder 1">
            <a:extLst>
              <a:ext uri="{FF2B5EF4-FFF2-40B4-BE49-F238E27FC236}">
                <a16:creationId xmlns:a16="http://schemas.microsoft.com/office/drawing/2014/main" id="{28A05F09-0DCD-0E79-2DE0-7938FADBCE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7987770"/>
              </p:ext>
            </p:extLst>
          </p:nvPr>
        </p:nvGraphicFramePr>
        <p:xfrm>
          <a:off x="4966756" y="543573"/>
          <a:ext cx="6793457" cy="3845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1EFA8547-E6FC-4C7A-C916-34E62EDFDFED}"/>
              </a:ext>
            </a:extLst>
          </p:cNvPr>
          <p:cNvSpPr/>
          <p:nvPr/>
        </p:nvSpPr>
        <p:spPr>
          <a:xfrm>
            <a:off x="4859383" y="6087289"/>
            <a:ext cx="561703" cy="37882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254686-E9E1-2AFA-D0EB-3FDCEB98A5CF}"/>
              </a:ext>
            </a:extLst>
          </p:cNvPr>
          <p:cNvSpPr/>
          <p:nvPr/>
        </p:nvSpPr>
        <p:spPr>
          <a:xfrm>
            <a:off x="5595257" y="6100352"/>
            <a:ext cx="561703" cy="37882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506A94-1EB4-5458-F942-7FF07056725F}"/>
              </a:ext>
            </a:extLst>
          </p:cNvPr>
          <p:cNvSpPr/>
          <p:nvPr/>
        </p:nvSpPr>
        <p:spPr>
          <a:xfrm>
            <a:off x="5595256" y="5664924"/>
            <a:ext cx="561703" cy="37882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C0DA8A-A129-E8E8-43A4-CD0B02C3D567}"/>
              </a:ext>
            </a:extLst>
          </p:cNvPr>
          <p:cNvSpPr/>
          <p:nvPr/>
        </p:nvSpPr>
        <p:spPr>
          <a:xfrm>
            <a:off x="6331130" y="6100352"/>
            <a:ext cx="561703" cy="37882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441B9C-CA48-83B6-15CA-7FE4B681802E}"/>
              </a:ext>
            </a:extLst>
          </p:cNvPr>
          <p:cNvSpPr/>
          <p:nvPr/>
        </p:nvSpPr>
        <p:spPr>
          <a:xfrm>
            <a:off x="6331129" y="5664924"/>
            <a:ext cx="561703" cy="37882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E59965-D666-E3D1-A605-F9B380A0DFE3}"/>
              </a:ext>
            </a:extLst>
          </p:cNvPr>
          <p:cNvSpPr/>
          <p:nvPr/>
        </p:nvSpPr>
        <p:spPr>
          <a:xfrm>
            <a:off x="6331130" y="5233845"/>
            <a:ext cx="561703" cy="37882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68DEF2-BAAA-98E2-450A-F004CBC9B08E}"/>
              </a:ext>
            </a:extLst>
          </p:cNvPr>
          <p:cNvSpPr/>
          <p:nvPr/>
        </p:nvSpPr>
        <p:spPr>
          <a:xfrm>
            <a:off x="7071361" y="6109059"/>
            <a:ext cx="561703" cy="37882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CC05B4-27D2-120E-AC29-D237145C8D23}"/>
              </a:ext>
            </a:extLst>
          </p:cNvPr>
          <p:cNvSpPr/>
          <p:nvPr/>
        </p:nvSpPr>
        <p:spPr>
          <a:xfrm>
            <a:off x="7071360" y="5673631"/>
            <a:ext cx="561703" cy="37882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F058A2-5D40-5E1E-5E37-89704175B633}"/>
              </a:ext>
            </a:extLst>
          </p:cNvPr>
          <p:cNvSpPr/>
          <p:nvPr/>
        </p:nvSpPr>
        <p:spPr>
          <a:xfrm>
            <a:off x="7071361" y="5242552"/>
            <a:ext cx="561703" cy="37882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CD93F0-C73D-7686-CF5C-26444597DEBF}"/>
              </a:ext>
            </a:extLst>
          </p:cNvPr>
          <p:cNvSpPr/>
          <p:nvPr/>
        </p:nvSpPr>
        <p:spPr>
          <a:xfrm>
            <a:off x="7049592" y="4789711"/>
            <a:ext cx="561703" cy="37882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943CF980-58C1-0487-C532-28B4DDE688D5}"/>
              </a:ext>
            </a:extLst>
          </p:cNvPr>
          <p:cNvSpPr/>
          <p:nvPr/>
        </p:nvSpPr>
        <p:spPr>
          <a:xfrm>
            <a:off x="5290451" y="6139545"/>
            <a:ext cx="365760" cy="2612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326C377-6B89-7FFC-2CBF-06E0AD229B0F}"/>
              </a:ext>
            </a:extLst>
          </p:cNvPr>
          <p:cNvSpPr/>
          <p:nvPr/>
        </p:nvSpPr>
        <p:spPr>
          <a:xfrm>
            <a:off x="6030677" y="5769427"/>
            <a:ext cx="365760" cy="2612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B5B6ADB5-50EB-32FD-0165-7A33A2B6973B}"/>
              </a:ext>
            </a:extLst>
          </p:cNvPr>
          <p:cNvSpPr/>
          <p:nvPr/>
        </p:nvSpPr>
        <p:spPr>
          <a:xfrm>
            <a:off x="6775261" y="5325290"/>
            <a:ext cx="365760" cy="2612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7EC6ACCC-12C0-4303-7403-1E7096B3F132}"/>
              </a:ext>
            </a:extLst>
          </p:cNvPr>
          <p:cNvSpPr/>
          <p:nvPr/>
        </p:nvSpPr>
        <p:spPr>
          <a:xfrm>
            <a:off x="8164286" y="5849977"/>
            <a:ext cx="1593669" cy="378823"/>
          </a:xfrm>
          <a:prstGeom prst="wedgeRoundRectCallout">
            <a:avLst>
              <a:gd name="adj1" fmla="val -66735"/>
              <a:gd name="adj2" fmla="val -991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Iterative releases</a:t>
            </a:r>
          </a:p>
        </p:txBody>
      </p:sp>
    </p:spTree>
    <p:extLst>
      <p:ext uri="{BB962C8B-B14F-4D97-AF65-F5344CB8AC3E}">
        <p14:creationId xmlns:p14="http://schemas.microsoft.com/office/powerpoint/2010/main" val="3329272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EEB7CB-942D-7E9E-254D-25C46A3EA3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Evolutionary and waterfall comparison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6CE674-C7A3-04D6-D28A-A4C7F48D9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016" y="1018110"/>
            <a:ext cx="6770688" cy="15599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7E3496-1712-9A1C-6B2D-EB5DC4185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781" y="3019835"/>
            <a:ext cx="6765923" cy="16499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854D7D-5C52-C426-80DC-6E002E82D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356" y="6247861"/>
            <a:ext cx="25908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73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6A9CD3AA-5E5D-4F09-8EC7-D7973DD9B7E3}"/>
              </a:ext>
            </a:extLst>
          </p:cNvPr>
          <p:cNvGraphicFramePr>
            <a:graphicFrameLocks/>
          </p:cNvGraphicFramePr>
          <p:nvPr/>
        </p:nvGraphicFramePr>
        <p:xfrm>
          <a:off x="113016" y="1164994"/>
          <a:ext cx="11715750" cy="5286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itle 2">
            <a:extLst>
              <a:ext uri="{FF2B5EF4-FFF2-40B4-BE49-F238E27FC236}">
                <a16:creationId xmlns:a16="http://schemas.microsoft.com/office/drawing/2014/main" id="{E2CC098C-9048-45B6-9B93-3DE480F2F6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12850" y="379413"/>
            <a:ext cx="10594975" cy="51911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4050"/>
                </a:solidFill>
              </a:rPr>
              <a:t>What is important in Agile?</a:t>
            </a:r>
            <a:endParaRPr lang="en-GB" dirty="0">
              <a:solidFill>
                <a:srgbClr val="004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959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BEB914-65AB-4FE2-810D-2273568254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Why USE Agile?</a:t>
            </a:r>
          </a:p>
          <a:p>
            <a:r>
              <a:rPr lang="en-GB" dirty="0"/>
              <a:t>When to use Agile?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6F597B9F-A8EA-787C-CD6D-87837BB0F1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9434869"/>
              </p:ext>
            </p:extLst>
          </p:nvPr>
        </p:nvGraphicFramePr>
        <p:xfrm>
          <a:off x="4778719" y="713882"/>
          <a:ext cx="6770688" cy="5577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0573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C4684C-C132-B202-0EF5-98A4D0EBCD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Agile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02B530-C650-8556-AE8B-A0F160B84604}"/>
              </a:ext>
            </a:extLst>
          </p:cNvPr>
          <p:cNvSpPr txBox="1"/>
          <p:nvPr/>
        </p:nvSpPr>
        <p:spPr>
          <a:xfrm>
            <a:off x="4741607" y="579707"/>
            <a:ext cx="694965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Agile was Launched in </a:t>
            </a:r>
            <a:r>
              <a:rPr lang="en-GB" b="1" dirty="0"/>
              <a:t>2001</a:t>
            </a:r>
          </a:p>
          <a:p>
            <a:endParaRPr lang="en-GB" b="1" dirty="0"/>
          </a:p>
          <a:p>
            <a:r>
              <a:rPr lang="en-GB" dirty="0">
                <a:hlinkClick r:id="rId2"/>
              </a:rPr>
              <a:t>17 technologists </a:t>
            </a:r>
            <a:r>
              <a:rPr lang="en-GB" dirty="0"/>
              <a:t>formally drafted the </a:t>
            </a:r>
            <a:r>
              <a:rPr lang="en-GB" sz="2000" b="1" dirty="0"/>
              <a:t>Agile Manifesto </a:t>
            </a:r>
          </a:p>
          <a:p>
            <a:endParaRPr lang="en-GB" dirty="0"/>
          </a:p>
          <a:p>
            <a:r>
              <a:rPr lang="en-GB" sz="2400" b="1" dirty="0"/>
              <a:t>Devised 4 principles for agile software production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65D0D88-C9C7-4F46-10AA-67186BD85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209" y="2289098"/>
            <a:ext cx="5530798" cy="41679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2917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6519D8-8350-4A7F-A567-64E22BAFCC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The Agile manifesto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E0CAA-BDA1-42A5-930B-8510ADCCA5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6527" y="573237"/>
            <a:ext cx="6770688" cy="5119407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A software development framework is said to be agile if it abides by the </a:t>
            </a:r>
            <a:r>
              <a:rPr lang="en-GB" sz="2800" b="1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agile manifesto</a:t>
            </a:r>
            <a:r>
              <a:rPr lang="en-GB" sz="2800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.</a:t>
            </a:r>
            <a:endParaRPr lang="en-GB" sz="2800" dirty="0">
              <a:solidFill>
                <a:srgbClr val="212529"/>
              </a:solidFill>
              <a:ea typeface="Calibri" panose="020F050202020403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br>
              <a:rPr lang="en-US" sz="2000" dirty="0"/>
            </a:br>
            <a:r>
              <a:rPr lang="en-US" sz="2000" dirty="0"/>
              <a:t>“</a:t>
            </a:r>
            <a:r>
              <a:rPr lang="en-US" sz="2000" i="1" dirty="0"/>
              <a:t>We are uncovering better ways of developing software by doing it and helping others do it. Through this work we have come to value:</a:t>
            </a:r>
          </a:p>
          <a:p>
            <a:endParaRPr lang="en-GB" sz="2800" dirty="0">
              <a:solidFill>
                <a:srgbClr val="2E2D2C"/>
              </a:solidFill>
              <a:effectLst/>
              <a:ea typeface="Calibri" panose="020F0502020204030204" pitchFamily="34" charset="0"/>
            </a:endParaRPr>
          </a:p>
          <a:p>
            <a:endParaRPr lang="en-GB" dirty="0"/>
          </a:p>
          <a:p>
            <a:endParaRPr lang="en-GB" dirty="0"/>
          </a:p>
        </p:txBody>
      </p:sp>
      <p:graphicFrame>
        <p:nvGraphicFramePr>
          <p:cNvPr id="4" name="Text Placeholder 2">
            <a:extLst>
              <a:ext uri="{FF2B5EF4-FFF2-40B4-BE49-F238E27FC236}">
                <a16:creationId xmlns:a16="http://schemas.microsoft.com/office/drawing/2014/main" id="{C0BD6C14-676E-4470-2806-B5422E3E46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9717553"/>
              </p:ext>
            </p:extLst>
          </p:nvPr>
        </p:nvGraphicFramePr>
        <p:xfrm>
          <a:off x="5046408" y="2382373"/>
          <a:ext cx="6634316" cy="45002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62195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973B53-6EA2-4D6B-A14C-44D86293C6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Agile principles 1-6</a:t>
            </a:r>
          </a:p>
        </p:txBody>
      </p:sp>
      <p:graphicFrame>
        <p:nvGraphicFramePr>
          <p:cNvPr id="13" name="Text Placeholder 2">
            <a:extLst>
              <a:ext uri="{FF2B5EF4-FFF2-40B4-BE49-F238E27FC236}">
                <a16:creationId xmlns:a16="http://schemas.microsoft.com/office/drawing/2014/main" id="{81AE605B-7269-851A-CF18-B737D77BC9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2311483"/>
              </p:ext>
            </p:extLst>
          </p:nvPr>
        </p:nvGraphicFramePr>
        <p:xfrm>
          <a:off x="3926791" y="839972"/>
          <a:ext cx="7951698" cy="5629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60B737A-FA16-92F5-0C39-3D13B543ECF7}"/>
              </a:ext>
            </a:extLst>
          </p:cNvPr>
          <p:cNvSpPr txBox="1"/>
          <p:nvPr/>
        </p:nvSpPr>
        <p:spPr>
          <a:xfrm>
            <a:off x="4781006" y="203941"/>
            <a:ext cx="6374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We follow these principles: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E7CCF5-E613-0DD5-8D8F-D540F73DB1F9}"/>
              </a:ext>
            </a:extLst>
          </p:cNvPr>
          <p:cNvSpPr/>
          <p:nvPr/>
        </p:nvSpPr>
        <p:spPr>
          <a:xfrm>
            <a:off x="5108679" y="871587"/>
            <a:ext cx="732539" cy="72166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GB" b="1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E9E965E-42AC-0583-D956-4A297B12C08D}"/>
              </a:ext>
            </a:extLst>
          </p:cNvPr>
          <p:cNvSpPr/>
          <p:nvPr/>
        </p:nvSpPr>
        <p:spPr>
          <a:xfrm>
            <a:off x="5093498" y="1837346"/>
            <a:ext cx="732539" cy="72166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GB" b="1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CE6D701-6D4C-89D4-F291-0FB27245E40F}"/>
              </a:ext>
            </a:extLst>
          </p:cNvPr>
          <p:cNvSpPr/>
          <p:nvPr/>
        </p:nvSpPr>
        <p:spPr>
          <a:xfrm>
            <a:off x="5106561" y="2843186"/>
            <a:ext cx="732539" cy="72166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GB" b="1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0FCF61D-48D7-F241-4616-511996D8A9BE}"/>
              </a:ext>
            </a:extLst>
          </p:cNvPr>
          <p:cNvSpPr/>
          <p:nvPr/>
        </p:nvSpPr>
        <p:spPr>
          <a:xfrm>
            <a:off x="5106561" y="3783715"/>
            <a:ext cx="732539" cy="72166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GB" b="1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A4AACFD-DBC6-B1BF-D551-5F47E946647E}"/>
              </a:ext>
            </a:extLst>
          </p:cNvPr>
          <p:cNvSpPr/>
          <p:nvPr/>
        </p:nvSpPr>
        <p:spPr>
          <a:xfrm>
            <a:off x="5106561" y="4763431"/>
            <a:ext cx="732539" cy="72166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GB" b="1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190E6C1-A791-B6B9-2F2C-22112C3688A8}"/>
              </a:ext>
            </a:extLst>
          </p:cNvPr>
          <p:cNvSpPr/>
          <p:nvPr/>
        </p:nvSpPr>
        <p:spPr>
          <a:xfrm>
            <a:off x="5106561" y="5756209"/>
            <a:ext cx="732539" cy="72166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131117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D24F09-D0E7-48BF-9CD3-336492F7B4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Agile principles 7 - 12</a:t>
            </a:r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9709B38B-A8C5-4715-AE6A-66CF2412AC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4680768"/>
              </p:ext>
            </p:extLst>
          </p:nvPr>
        </p:nvGraphicFramePr>
        <p:xfrm>
          <a:off x="3710952" y="1349985"/>
          <a:ext cx="8594260" cy="4801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A409E43D-094F-CA16-0E12-6830251BF1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2217" y="3859660"/>
            <a:ext cx="584522" cy="6539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AE093B-FBDC-1C8C-55F7-D923AE80A9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1962" y="4713049"/>
            <a:ext cx="625033" cy="619246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50159D08-2B0E-4548-629A-868B88B45FFF}"/>
              </a:ext>
            </a:extLst>
          </p:cNvPr>
          <p:cNvSpPr/>
          <p:nvPr/>
        </p:nvSpPr>
        <p:spPr>
          <a:xfrm>
            <a:off x="5015120" y="5494952"/>
            <a:ext cx="732539" cy="72166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en-GB" b="1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D5B18C6-B074-A475-12E1-763CEEF9E1A2}"/>
              </a:ext>
            </a:extLst>
          </p:cNvPr>
          <p:cNvSpPr/>
          <p:nvPr/>
        </p:nvSpPr>
        <p:spPr>
          <a:xfrm>
            <a:off x="5010764" y="4667637"/>
            <a:ext cx="732539" cy="72166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  <a:endParaRPr lang="en-GB" b="1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716E61E-8C73-88CE-FCCD-3D53CD542831}"/>
              </a:ext>
            </a:extLst>
          </p:cNvPr>
          <p:cNvSpPr/>
          <p:nvPr/>
        </p:nvSpPr>
        <p:spPr>
          <a:xfrm>
            <a:off x="5010764" y="3818550"/>
            <a:ext cx="732539" cy="72166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en-GB" b="1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5B97DA9-39CE-EA52-A4F3-8B1A7217F558}"/>
              </a:ext>
            </a:extLst>
          </p:cNvPr>
          <p:cNvSpPr/>
          <p:nvPr/>
        </p:nvSpPr>
        <p:spPr>
          <a:xfrm>
            <a:off x="4983645" y="2989791"/>
            <a:ext cx="732539" cy="72166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GB" b="1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368F384-8F25-0677-CB9F-E9F860B9DD1E}"/>
              </a:ext>
            </a:extLst>
          </p:cNvPr>
          <p:cNvSpPr/>
          <p:nvPr/>
        </p:nvSpPr>
        <p:spPr>
          <a:xfrm>
            <a:off x="5010764" y="5516722"/>
            <a:ext cx="732539" cy="72166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en-GB" b="1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CFA2CBA-961B-1B2B-0D32-66DA22D5CCD8}"/>
              </a:ext>
            </a:extLst>
          </p:cNvPr>
          <p:cNvSpPr/>
          <p:nvPr/>
        </p:nvSpPr>
        <p:spPr>
          <a:xfrm>
            <a:off x="4997701" y="2172624"/>
            <a:ext cx="732539" cy="72166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GB" b="1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C22C86F-04D8-1D51-8730-A1AFA98946CE}"/>
              </a:ext>
            </a:extLst>
          </p:cNvPr>
          <p:cNvSpPr/>
          <p:nvPr/>
        </p:nvSpPr>
        <p:spPr>
          <a:xfrm>
            <a:off x="4997701" y="1336600"/>
            <a:ext cx="732539" cy="72166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984093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D6194-6986-47B2-A8BD-EBEA031EE3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Reasons for adopting Agile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4" r="19286"/>
          <a:stretch/>
        </p:blipFill>
        <p:spPr>
          <a:xfrm>
            <a:off x="243141" y="1629757"/>
            <a:ext cx="10896600" cy="48494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1999" y="5003918"/>
            <a:ext cx="3810001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133" dirty="0">
                <a:solidFill>
                  <a:schemeClr val="bg2">
                    <a:lumMod val="50000"/>
                  </a:schemeClr>
                </a:solidFill>
              </a:rPr>
              <a:t>Source: VersionOne 11</a:t>
            </a:r>
            <a:r>
              <a:rPr lang="en-US" sz="2133" baseline="30000" dirty="0">
                <a:solidFill>
                  <a:schemeClr val="bg2">
                    <a:lumMod val="50000"/>
                  </a:schemeClr>
                </a:solidFill>
              </a:rPr>
              <a:t>th</a:t>
            </a:r>
            <a:r>
              <a:rPr lang="en-US" sz="2133" dirty="0">
                <a:solidFill>
                  <a:schemeClr val="bg2">
                    <a:lumMod val="50000"/>
                  </a:schemeClr>
                </a:solidFill>
              </a:rPr>
              <a:t> </a:t>
            </a:r>
            <a:br>
              <a:rPr lang="en-US" sz="2133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133" dirty="0">
                <a:solidFill>
                  <a:schemeClr val="bg2">
                    <a:lumMod val="50000"/>
                  </a:schemeClr>
                </a:solidFill>
              </a:rPr>
              <a:t>Annual State of Agile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8246" y="6194597"/>
            <a:ext cx="5346676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67" i="1" dirty="0">
                <a:solidFill>
                  <a:schemeClr val="bg1">
                    <a:lumMod val="50000"/>
                  </a:schemeClr>
                </a:solidFill>
              </a:rPr>
              <a:t>Respondents were able to make multiple selections.</a:t>
            </a:r>
          </a:p>
        </p:txBody>
      </p:sp>
    </p:spTree>
    <p:extLst>
      <p:ext uri="{BB962C8B-B14F-4D97-AF65-F5344CB8AC3E}">
        <p14:creationId xmlns:p14="http://schemas.microsoft.com/office/powerpoint/2010/main" val="765095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84784" y="1349985"/>
            <a:ext cx="4053104" cy="2751999"/>
          </a:xfrm>
        </p:spPr>
        <p:txBody>
          <a:bodyPr/>
          <a:lstStyle/>
          <a:p>
            <a:r>
              <a:rPr lang="en" sz="3400" spc="-150" dirty="0">
                <a:latin typeface="+mj-lt"/>
              </a:rPr>
              <a:t>Review</a:t>
            </a:r>
            <a:endParaRPr lang="en-GB" sz="34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D6E3E7-02BC-0C4A-ADEA-08A0C50BC61A}"/>
              </a:ext>
            </a:extLst>
          </p:cNvPr>
          <p:cNvSpPr txBox="1"/>
          <p:nvPr/>
        </p:nvSpPr>
        <p:spPr>
          <a:xfrm>
            <a:off x="5747657" y="3099460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25000" lnSpcReduction="20000"/>
          </a:bodyPr>
          <a:lstStyle/>
          <a:p>
            <a:pPr algn="l"/>
            <a:endParaRPr lang="en-US"/>
          </a:p>
        </p:txBody>
      </p:sp>
      <p:pic>
        <p:nvPicPr>
          <p:cNvPr id="2050" name="Picture 2" descr="Reviews - Web Sites: Recommended - Research Guides at Thrift Library">
            <a:extLst>
              <a:ext uri="{FF2B5EF4-FFF2-40B4-BE49-F238E27FC236}">
                <a16:creationId xmlns:a16="http://schemas.microsoft.com/office/drawing/2014/main" id="{82EA5ABD-BA40-CD9D-E2EB-65E7ED29C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474" y="122077"/>
            <a:ext cx="1539810" cy="1539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54" name="Text Placeholder 1">
            <a:extLst>
              <a:ext uri="{FF2B5EF4-FFF2-40B4-BE49-F238E27FC236}">
                <a16:creationId xmlns:a16="http://schemas.microsoft.com/office/drawing/2014/main" id="{A995B12F-5328-1A0E-05BE-FEAA2678B9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8510890"/>
              </p:ext>
            </p:extLst>
          </p:nvPr>
        </p:nvGraphicFramePr>
        <p:xfrm>
          <a:off x="3835351" y="1349986"/>
          <a:ext cx="7842840" cy="5119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2BCA80E-A35B-9881-EECE-04D56B50690F}"/>
              </a:ext>
            </a:extLst>
          </p:cNvPr>
          <p:cNvSpPr txBox="1"/>
          <p:nvPr/>
        </p:nvSpPr>
        <p:spPr>
          <a:xfrm>
            <a:off x="4598126" y="496387"/>
            <a:ext cx="16447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/>
              <a:t>You now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41115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55AAE2-2DE9-4D28-A804-5D33B8E491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  <p:graphicFrame>
        <p:nvGraphicFramePr>
          <p:cNvPr id="9" name="Text Placeholder 6">
            <a:extLst>
              <a:ext uri="{FF2B5EF4-FFF2-40B4-BE49-F238E27FC236}">
                <a16:creationId xmlns:a16="http://schemas.microsoft.com/office/drawing/2014/main" id="{A446C43E-9E8D-31BE-E048-B422590F1F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1986369"/>
              </p:ext>
            </p:extLst>
          </p:nvPr>
        </p:nvGraphicFramePr>
        <p:xfrm>
          <a:off x="5037137" y="1349984"/>
          <a:ext cx="5953591" cy="4094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32256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4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E06051D1-531F-4324-BA52-AC3382DB7A5F}">
  <we:reference id="wa104379997" version="2.0.0.0" store="en-US" storeType="OMEX"/>
  <we:alternateReferences>
    <we:reference id="wa104379997" version="2.0.0.0" store="WA104379997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9173316-C0F0-4393-A312-14F8B6525A76}">
  <we:reference id="wa104380510" version="1.0.0.3" store="en-US" storeType="OMEX"/>
  <we:alternateReferences>
    <we:reference id="wa104380510" version="1.0.0.3" store="WA104380510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3562A7F8CAFB43942423E6A5E04770" ma:contentTypeVersion="7" ma:contentTypeDescription="Create a new document." ma:contentTypeScope="" ma:versionID="d0e8e795b8a8d4266e7f4576f77b80ea">
  <xsd:schema xmlns:xsd="http://www.w3.org/2001/XMLSchema" xmlns:xs="http://www.w3.org/2001/XMLSchema" xmlns:p="http://schemas.microsoft.com/office/2006/metadata/properties" xmlns:ns2="dfd82559-97a2-4871-a676-597bf1b13ee5" targetNamespace="http://schemas.microsoft.com/office/2006/metadata/properties" ma:root="true" ma:fieldsID="6a00af95b1079ccfaed25b0f57987d55" ns2:_="">
    <xsd:import namespace="dfd82559-97a2-4871-a676-597bf1b13e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d82559-97a2-4871-a676-597bf1b13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D593565-576B-4CC6-AA3E-2592E5286C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d82559-97a2-4871-a676-597bf1b13e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037D6C3-C52F-4CDB-A2CB-C73FD35CC25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A4E8A2-DA65-4330-8BCD-EE8D566AA5A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1211</Words>
  <Application>Microsoft Office PowerPoint</Application>
  <PresentationFormat>Widescreen</PresentationFormat>
  <Paragraphs>157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Krana Fat B</vt:lpstr>
      <vt:lpstr>Montserrat</vt:lpstr>
      <vt:lpstr>Montserrat Black</vt:lpstr>
      <vt:lpstr>museo-sans</vt:lpstr>
      <vt:lpstr>Office Theme</vt:lpstr>
      <vt:lpstr>What is agile</vt:lpstr>
      <vt:lpstr>PowerPoint Presentation</vt:lpstr>
      <vt:lpstr>PowerPoint Presentation</vt:lpstr>
      <vt:lpstr>PowerPoint Presentation</vt:lpstr>
      <vt:lpstr>Why Agile?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MarkAndrew Rogers</dc:creator>
  <cp:lastModifiedBy>mike baradaran</cp:lastModifiedBy>
  <cp:revision>25</cp:revision>
  <dcterms:created xsi:type="dcterms:W3CDTF">2022-01-31T12:15:50Z</dcterms:created>
  <dcterms:modified xsi:type="dcterms:W3CDTF">2023-11-27T23:18:09Z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0x010100753562A7F8CAFB43942423E6A5E04770</vt:lpwstr>
  </property>
</Properties>
</file>