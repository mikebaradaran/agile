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462" r:id="rId5"/>
    <p:sldId id="757" r:id="rId6"/>
    <p:sldId id="759" r:id="rId7"/>
    <p:sldId id="760" r:id="rId8"/>
    <p:sldId id="761" r:id="rId9"/>
    <p:sldId id="762" r:id="rId10"/>
    <p:sldId id="763" r:id="rId11"/>
    <p:sldId id="764" r:id="rId12"/>
    <p:sldId id="765" r:id="rId13"/>
    <p:sldId id="766" r:id="rId14"/>
    <p:sldId id="758" r:id="rId15"/>
    <p:sldId id="4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78D02-A06B-4CF9-9087-E25D3E8C8E0B}" v="4" dt="2022-02-02T12:53:17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9B078D02-A06B-4CF9-9087-E25D3E8C8E0B}"/>
    <pc:docChg chg="undo custSel addSld delSld modSld">
      <pc:chgData name="MarkAndrew Rogers" userId="fbd1f26338c9b5ce" providerId="LiveId" clId="{9B078D02-A06B-4CF9-9087-E25D3E8C8E0B}" dt="2022-02-02T14:40:12.535" v="1403" actId="20577"/>
      <pc:docMkLst>
        <pc:docMk/>
      </pc:docMkLst>
      <pc:sldChg chg="del">
        <pc:chgData name="MarkAndrew Rogers" userId="fbd1f26338c9b5ce" providerId="LiveId" clId="{9B078D02-A06B-4CF9-9087-E25D3E8C8E0B}" dt="2022-02-02T10:49:13.346" v="0" actId="47"/>
        <pc:sldMkLst>
          <pc:docMk/>
          <pc:sldMk cId="2306223813" sldId="256"/>
        </pc:sldMkLst>
      </pc:sldChg>
      <pc:sldChg chg="modSp mod">
        <pc:chgData name="MarkAndrew Rogers" userId="fbd1f26338c9b5ce" providerId="LiveId" clId="{9B078D02-A06B-4CF9-9087-E25D3E8C8E0B}" dt="2022-02-02T14:40:12.535" v="1403" actId="20577"/>
        <pc:sldMkLst>
          <pc:docMk/>
          <pc:sldMk cId="1932256695" sldId="456"/>
        </pc:sldMkLst>
        <pc:spChg chg="mod">
          <ac:chgData name="MarkAndrew Rogers" userId="fbd1f26338c9b5ce" providerId="LiveId" clId="{9B078D02-A06B-4CF9-9087-E25D3E8C8E0B}" dt="2022-02-02T14:40:12.535" v="1403" actId="20577"/>
          <ac:spMkLst>
            <pc:docMk/>
            <pc:sldMk cId="1932256695" sldId="456"/>
            <ac:spMk id="7" creationId="{CCC4AE2F-C0E8-473D-9D53-77A9DA3BEA1F}"/>
          </ac:spMkLst>
        </pc:spChg>
      </pc:sldChg>
      <pc:sldChg chg="modSp mod">
        <pc:chgData name="MarkAndrew Rogers" userId="fbd1f26338c9b5ce" providerId="LiveId" clId="{9B078D02-A06B-4CF9-9087-E25D3E8C8E0B}" dt="2022-02-02T10:49:34.927" v="33" actId="20577"/>
        <pc:sldMkLst>
          <pc:docMk/>
          <pc:sldMk cId="1112600258" sldId="462"/>
        </pc:sldMkLst>
        <pc:spChg chg="mod">
          <ac:chgData name="MarkAndrew Rogers" userId="fbd1f26338c9b5ce" providerId="LiveId" clId="{9B078D02-A06B-4CF9-9087-E25D3E8C8E0B}" dt="2022-02-02T10:49:34.927" v="33" actId="20577"/>
          <ac:spMkLst>
            <pc:docMk/>
            <pc:sldMk cId="1112600258" sldId="462"/>
            <ac:spMk id="3" creationId="{00000000-0000-0000-0000-000000000000}"/>
          </ac:spMkLst>
        </pc:spChg>
      </pc:sldChg>
      <pc:sldChg chg="modSp mod">
        <pc:chgData name="MarkAndrew Rogers" userId="fbd1f26338c9b5ce" providerId="LiveId" clId="{9B078D02-A06B-4CF9-9087-E25D3E8C8E0B}" dt="2022-02-02T10:51:13.676" v="176" actId="20577"/>
        <pc:sldMkLst>
          <pc:docMk/>
          <pc:sldMk cId="2018271411" sldId="757"/>
        </pc:sldMkLst>
        <pc:spChg chg="mod">
          <ac:chgData name="MarkAndrew Rogers" userId="fbd1f26338c9b5ce" providerId="LiveId" clId="{9B078D02-A06B-4CF9-9087-E25D3E8C8E0B}" dt="2022-02-02T10:51:13.676" v="176" actId="20577"/>
          <ac:spMkLst>
            <pc:docMk/>
            <pc:sldMk cId="2018271411" sldId="757"/>
            <ac:spMk id="3" creationId="{31F2E46C-A09C-4D8F-8B86-51C97198AA44}"/>
          </ac:spMkLst>
        </pc:spChg>
      </pc:sldChg>
      <pc:sldChg chg="modSp mod">
        <pc:chgData name="MarkAndrew Rogers" userId="fbd1f26338c9b5ce" providerId="LiveId" clId="{9B078D02-A06B-4CF9-9087-E25D3E8C8E0B}" dt="2022-02-02T11:57:17.882" v="225" actId="20577"/>
        <pc:sldMkLst>
          <pc:docMk/>
          <pc:sldMk cId="539948588" sldId="758"/>
        </pc:sldMkLst>
        <pc:spChg chg="mod">
          <ac:chgData name="MarkAndrew Rogers" userId="fbd1f26338c9b5ce" providerId="LiveId" clId="{9B078D02-A06B-4CF9-9087-E25D3E8C8E0B}" dt="2022-02-02T11:56:49.049" v="192" actId="20577"/>
          <ac:spMkLst>
            <pc:docMk/>
            <pc:sldMk cId="539948588" sldId="758"/>
            <ac:spMk id="2" creationId="{35B8B528-8902-4E1E-AEA6-85452EC63540}"/>
          </ac:spMkLst>
        </pc:spChg>
        <pc:spChg chg="mod">
          <ac:chgData name="MarkAndrew Rogers" userId="fbd1f26338c9b5ce" providerId="LiveId" clId="{9B078D02-A06B-4CF9-9087-E25D3E8C8E0B}" dt="2022-02-02T11:57:17.882" v="225" actId="20577"/>
          <ac:spMkLst>
            <pc:docMk/>
            <pc:sldMk cId="539948588" sldId="758"/>
            <ac:spMk id="3" creationId="{31F2E46C-A09C-4D8F-8B86-51C97198AA44}"/>
          </ac:spMkLst>
        </pc:spChg>
      </pc:sldChg>
      <pc:sldChg chg="addSp modSp new mod">
        <pc:chgData name="MarkAndrew Rogers" userId="fbd1f26338c9b5ce" providerId="LiveId" clId="{9B078D02-A06B-4CF9-9087-E25D3E8C8E0B}" dt="2022-02-02T12:04:42.889" v="437" actId="1076"/>
        <pc:sldMkLst>
          <pc:docMk/>
          <pc:sldMk cId="2608140714" sldId="759"/>
        </pc:sldMkLst>
        <pc:spChg chg="mod">
          <ac:chgData name="MarkAndrew Rogers" userId="fbd1f26338c9b5ce" providerId="LiveId" clId="{9B078D02-A06B-4CF9-9087-E25D3E8C8E0B}" dt="2022-02-02T11:58:32.848" v="247" actId="20577"/>
          <ac:spMkLst>
            <pc:docMk/>
            <pc:sldMk cId="2608140714" sldId="759"/>
            <ac:spMk id="2" creationId="{11B3DDF1-6998-48E9-982B-075186FFE147}"/>
          </ac:spMkLst>
        </pc:spChg>
        <pc:spChg chg="mod">
          <ac:chgData name="MarkAndrew Rogers" userId="fbd1f26338c9b5ce" providerId="LiveId" clId="{9B078D02-A06B-4CF9-9087-E25D3E8C8E0B}" dt="2022-02-02T12:04:30.498" v="436" actId="255"/>
          <ac:spMkLst>
            <pc:docMk/>
            <pc:sldMk cId="2608140714" sldId="759"/>
            <ac:spMk id="3" creationId="{1058D711-8289-4A55-95F9-7EC8C4548B96}"/>
          </ac:spMkLst>
        </pc:spChg>
        <pc:graphicFrameChg chg="add mod modGraphic">
          <ac:chgData name="MarkAndrew Rogers" userId="fbd1f26338c9b5ce" providerId="LiveId" clId="{9B078D02-A06B-4CF9-9087-E25D3E8C8E0B}" dt="2022-02-02T12:04:42.889" v="437" actId="1076"/>
          <ac:graphicFrameMkLst>
            <pc:docMk/>
            <pc:sldMk cId="2608140714" sldId="759"/>
            <ac:graphicFrameMk id="4" creationId="{48718F0C-4D57-4E6B-A0DE-127B7E21C820}"/>
          </ac:graphicFrameMkLst>
        </pc:graphicFrameChg>
      </pc:sldChg>
      <pc:sldChg chg="modSp new mod">
        <pc:chgData name="MarkAndrew Rogers" userId="fbd1f26338c9b5ce" providerId="LiveId" clId="{9B078D02-A06B-4CF9-9087-E25D3E8C8E0B}" dt="2022-02-02T12:11:31.455" v="611" actId="20577"/>
        <pc:sldMkLst>
          <pc:docMk/>
          <pc:sldMk cId="1392933847" sldId="760"/>
        </pc:sldMkLst>
        <pc:spChg chg="mod">
          <ac:chgData name="MarkAndrew Rogers" userId="fbd1f26338c9b5ce" providerId="LiveId" clId="{9B078D02-A06B-4CF9-9087-E25D3E8C8E0B}" dt="2022-02-02T12:06:58.768" v="453" actId="20577"/>
          <ac:spMkLst>
            <pc:docMk/>
            <pc:sldMk cId="1392933847" sldId="760"/>
            <ac:spMk id="2" creationId="{97EC32B4-E1BF-4DFF-A891-CAA1018D0110}"/>
          </ac:spMkLst>
        </pc:spChg>
        <pc:spChg chg="mod">
          <ac:chgData name="MarkAndrew Rogers" userId="fbd1f26338c9b5ce" providerId="LiveId" clId="{9B078D02-A06B-4CF9-9087-E25D3E8C8E0B}" dt="2022-02-02T12:11:31.455" v="611" actId="20577"/>
          <ac:spMkLst>
            <pc:docMk/>
            <pc:sldMk cId="1392933847" sldId="760"/>
            <ac:spMk id="3" creationId="{CFE233B4-D092-4F53-A585-06AE875035D7}"/>
          </ac:spMkLst>
        </pc:spChg>
      </pc:sldChg>
      <pc:sldChg chg="modSp new mod">
        <pc:chgData name="MarkAndrew Rogers" userId="fbd1f26338c9b5ce" providerId="LiveId" clId="{9B078D02-A06B-4CF9-9087-E25D3E8C8E0B}" dt="2022-02-02T12:16:27.708" v="883" actId="20577"/>
        <pc:sldMkLst>
          <pc:docMk/>
          <pc:sldMk cId="90505080" sldId="761"/>
        </pc:sldMkLst>
        <pc:spChg chg="mod">
          <ac:chgData name="MarkAndrew Rogers" userId="fbd1f26338c9b5ce" providerId="LiveId" clId="{9B078D02-A06B-4CF9-9087-E25D3E8C8E0B}" dt="2022-02-02T12:13:01.843" v="626" actId="20577"/>
          <ac:spMkLst>
            <pc:docMk/>
            <pc:sldMk cId="90505080" sldId="761"/>
            <ac:spMk id="2" creationId="{FD953135-E4B0-4A7D-9F2C-C3795D36F578}"/>
          </ac:spMkLst>
        </pc:spChg>
        <pc:spChg chg="mod">
          <ac:chgData name="MarkAndrew Rogers" userId="fbd1f26338c9b5ce" providerId="LiveId" clId="{9B078D02-A06B-4CF9-9087-E25D3E8C8E0B}" dt="2022-02-02T12:16:27.708" v="883" actId="20577"/>
          <ac:spMkLst>
            <pc:docMk/>
            <pc:sldMk cId="90505080" sldId="761"/>
            <ac:spMk id="3" creationId="{A2F9D97D-EDD4-424B-8B47-29B5B74D0790}"/>
          </ac:spMkLst>
        </pc:spChg>
      </pc:sldChg>
      <pc:sldChg chg="modSp new mod">
        <pc:chgData name="MarkAndrew Rogers" userId="fbd1f26338c9b5ce" providerId="LiveId" clId="{9B078D02-A06B-4CF9-9087-E25D3E8C8E0B}" dt="2022-02-02T12:47:23.584" v="1006" actId="12"/>
        <pc:sldMkLst>
          <pc:docMk/>
          <pc:sldMk cId="886014790" sldId="762"/>
        </pc:sldMkLst>
        <pc:spChg chg="mod">
          <ac:chgData name="MarkAndrew Rogers" userId="fbd1f26338c9b5ce" providerId="LiveId" clId="{9B078D02-A06B-4CF9-9087-E25D3E8C8E0B}" dt="2022-02-02T12:16:55.098" v="889" actId="20577"/>
          <ac:spMkLst>
            <pc:docMk/>
            <pc:sldMk cId="886014790" sldId="762"/>
            <ac:spMk id="2" creationId="{2DEB9796-E845-40FA-9AC3-50F4D98C4FFF}"/>
          </ac:spMkLst>
        </pc:spChg>
        <pc:spChg chg="mod">
          <ac:chgData name="MarkAndrew Rogers" userId="fbd1f26338c9b5ce" providerId="LiveId" clId="{9B078D02-A06B-4CF9-9087-E25D3E8C8E0B}" dt="2022-02-02T12:47:23.584" v="1006" actId="12"/>
          <ac:spMkLst>
            <pc:docMk/>
            <pc:sldMk cId="886014790" sldId="762"/>
            <ac:spMk id="3" creationId="{FF68C23C-BF7D-4888-AE58-97FF458A3B30}"/>
          </ac:spMkLst>
        </pc:spChg>
      </pc:sldChg>
      <pc:sldChg chg="modSp new mod">
        <pc:chgData name="MarkAndrew Rogers" userId="fbd1f26338c9b5ce" providerId="LiveId" clId="{9B078D02-A06B-4CF9-9087-E25D3E8C8E0B}" dt="2022-02-02T12:50:38.515" v="1277" actId="20577"/>
        <pc:sldMkLst>
          <pc:docMk/>
          <pc:sldMk cId="1361591315" sldId="763"/>
        </pc:sldMkLst>
        <pc:spChg chg="mod">
          <ac:chgData name="MarkAndrew Rogers" userId="fbd1f26338c9b5ce" providerId="LiveId" clId="{9B078D02-A06B-4CF9-9087-E25D3E8C8E0B}" dt="2022-02-02T12:47:42.926" v="1011" actId="20577"/>
          <ac:spMkLst>
            <pc:docMk/>
            <pc:sldMk cId="1361591315" sldId="763"/>
            <ac:spMk id="2" creationId="{B71604EC-2549-4AAB-8933-0EA64AF1E3D1}"/>
          </ac:spMkLst>
        </pc:spChg>
        <pc:spChg chg="mod">
          <ac:chgData name="MarkAndrew Rogers" userId="fbd1f26338c9b5ce" providerId="LiveId" clId="{9B078D02-A06B-4CF9-9087-E25D3E8C8E0B}" dt="2022-02-02T12:50:38.515" v="1277" actId="20577"/>
          <ac:spMkLst>
            <pc:docMk/>
            <pc:sldMk cId="1361591315" sldId="763"/>
            <ac:spMk id="3" creationId="{2AE768AE-FE60-462C-A7C7-29F2DD74EAF2}"/>
          </ac:spMkLst>
        </pc:spChg>
      </pc:sldChg>
      <pc:sldChg chg="modSp new mod">
        <pc:chgData name="MarkAndrew Rogers" userId="fbd1f26338c9b5ce" providerId="LiveId" clId="{9B078D02-A06B-4CF9-9087-E25D3E8C8E0B}" dt="2022-02-02T12:52:38.483" v="1401" actId="20577"/>
        <pc:sldMkLst>
          <pc:docMk/>
          <pc:sldMk cId="190497504" sldId="764"/>
        </pc:sldMkLst>
        <pc:spChg chg="mod">
          <ac:chgData name="MarkAndrew Rogers" userId="fbd1f26338c9b5ce" providerId="LiveId" clId="{9B078D02-A06B-4CF9-9087-E25D3E8C8E0B}" dt="2022-02-02T12:51:01.540" v="1284" actId="20577"/>
          <ac:spMkLst>
            <pc:docMk/>
            <pc:sldMk cId="190497504" sldId="764"/>
            <ac:spMk id="2" creationId="{FFFF1CCA-9550-46B8-81D0-1CD03D835CDF}"/>
          </ac:spMkLst>
        </pc:spChg>
        <pc:spChg chg="mod">
          <ac:chgData name="MarkAndrew Rogers" userId="fbd1f26338c9b5ce" providerId="LiveId" clId="{9B078D02-A06B-4CF9-9087-E25D3E8C8E0B}" dt="2022-02-02T12:52:38.483" v="1401" actId="20577"/>
          <ac:spMkLst>
            <pc:docMk/>
            <pc:sldMk cId="190497504" sldId="764"/>
            <ac:spMk id="3" creationId="{32C76F84-3135-4213-AACC-4AE11FFA101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85114B-24A6-469F-9561-E650E1B4596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CFA1E1-8CB9-4BE6-8D36-B65E98DDF1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Set up Trello</a:t>
          </a:r>
          <a:endParaRPr lang="en-US" sz="2000"/>
        </a:p>
      </dgm:t>
    </dgm:pt>
    <dgm:pt modelId="{E728D205-C1FC-444F-95C2-8E9C4DAA98CA}" type="parTrans" cxnId="{4C07AF65-C954-407B-A2FF-80BFBC6122D7}">
      <dgm:prSet/>
      <dgm:spPr/>
      <dgm:t>
        <a:bodyPr/>
        <a:lstStyle/>
        <a:p>
          <a:endParaRPr lang="en-US" sz="1600"/>
        </a:p>
      </dgm:t>
    </dgm:pt>
    <dgm:pt modelId="{A6E741A2-A502-45C7-A1EF-22F3B2542CC7}" type="sibTrans" cxnId="{4C07AF65-C954-407B-A2FF-80BFBC6122D7}">
      <dgm:prSet/>
      <dgm:spPr/>
      <dgm:t>
        <a:bodyPr/>
        <a:lstStyle/>
        <a:p>
          <a:endParaRPr lang="en-US" sz="1600"/>
        </a:p>
      </dgm:t>
    </dgm:pt>
    <dgm:pt modelId="{E556BE56-FB53-4B08-8480-6867490BE0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Create a simple workflow</a:t>
          </a:r>
          <a:endParaRPr lang="en-US" sz="2000"/>
        </a:p>
      </dgm:t>
    </dgm:pt>
    <dgm:pt modelId="{A272EA21-3B96-4C05-83DF-0A79E621C482}" type="parTrans" cxnId="{7AFF2D45-D1F7-475E-A8BC-EFCA62F8C9D5}">
      <dgm:prSet/>
      <dgm:spPr/>
      <dgm:t>
        <a:bodyPr/>
        <a:lstStyle/>
        <a:p>
          <a:endParaRPr lang="en-US" sz="1600"/>
        </a:p>
      </dgm:t>
    </dgm:pt>
    <dgm:pt modelId="{17F1EB5B-B95C-4245-83AF-446CFA7A3041}" type="sibTrans" cxnId="{7AFF2D45-D1F7-475E-A8BC-EFCA62F8C9D5}">
      <dgm:prSet/>
      <dgm:spPr/>
      <dgm:t>
        <a:bodyPr/>
        <a:lstStyle/>
        <a:p>
          <a:endParaRPr lang="en-US" sz="1600"/>
        </a:p>
      </dgm:t>
    </dgm:pt>
    <dgm:pt modelId="{A98A5DEC-9E1B-406D-B4DC-9084458B2B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Add User Stories to the Product Backlog</a:t>
          </a:r>
          <a:endParaRPr lang="en-US" sz="2000" dirty="0"/>
        </a:p>
      </dgm:t>
    </dgm:pt>
    <dgm:pt modelId="{1DDAD698-3CC5-4A18-B330-E5A044E0F437}" type="parTrans" cxnId="{0257D6BC-019B-49C7-8EA9-1FAF759DD4FE}">
      <dgm:prSet/>
      <dgm:spPr/>
      <dgm:t>
        <a:bodyPr/>
        <a:lstStyle/>
        <a:p>
          <a:endParaRPr lang="en-US" sz="1600"/>
        </a:p>
      </dgm:t>
    </dgm:pt>
    <dgm:pt modelId="{75D49B48-4E1B-4E3D-A7F0-8E6E15DA857C}" type="sibTrans" cxnId="{0257D6BC-019B-49C7-8EA9-1FAF759DD4FE}">
      <dgm:prSet/>
      <dgm:spPr/>
      <dgm:t>
        <a:bodyPr/>
        <a:lstStyle/>
        <a:p>
          <a:endParaRPr lang="en-US" sz="1600"/>
        </a:p>
      </dgm:t>
    </dgm:pt>
    <dgm:pt modelId="{99DD7A53-3EA7-4951-A11F-7D19F1D5319A}" type="pres">
      <dgm:prSet presAssocID="{2385114B-24A6-469F-9561-E650E1B45969}" presName="root" presStyleCnt="0">
        <dgm:presLayoutVars>
          <dgm:dir/>
          <dgm:resizeHandles val="exact"/>
        </dgm:presLayoutVars>
      </dgm:prSet>
      <dgm:spPr/>
    </dgm:pt>
    <dgm:pt modelId="{2BD24A23-7BDF-4236-8808-B55AD8650A4A}" type="pres">
      <dgm:prSet presAssocID="{C3CFA1E1-8CB9-4BE6-8D36-B65E98DDF199}" presName="compNode" presStyleCnt="0"/>
      <dgm:spPr/>
    </dgm:pt>
    <dgm:pt modelId="{EAE8C019-C097-4E65-B987-5DD8989A68D3}" type="pres">
      <dgm:prSet presAssocID="{C3CFA1E1-8CB9-4BE6-8D36-B65E98DDF199}" presName="bgRect" presStyleLbl="bgShp" presStyleIdx="0" presStyleCnt="3"/>
      <dgm:spPr/>
    </dgm:pt>
    <dgm:pt modelId="{E36D18EB-4254-48F7-9D96-F4F403FF208C}" type="pres">
      <dgm:prSet presAssocID="{C3CFA1E1-8CB9-4BE6-8D36-B65E98DDF1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E4ADA1EE-B87F-4916-BB0A-8B16430E1450}" type="pres">
      <dgm:prSet presAssocID="{C3CFA1E1-8CB9-4BE6-8D36-B65E98DDF199}" presName="spaceRect" presStyleCnt="0"/>
      <dgm:spPr/>
    </dgm:pt>
    <dgm:pt modelId="{470C7EBB-A500-4543-9212-45E322A4F7DF}" type="pres">
      <dgm:prSet presAssocID="{C3CFA1E1-8CB9-4BE6-8D36-B65E98DDF199}" presName="parTx" presStyleLbl="revTx" presStyleIdx="0" presStyleCnt="3">
        <dgm:presLayoutVars>
          <dgm:chMax val="0"/>
          <dgm:chPref val="0"/>
        </dgm:presLayoutVars>
      </dgm:prSet>
      <dgm:spPr/>
    </dgm:pt>
    <dgm:pt modelId="{72C15697-7221-4B3F-8EB4-EC65A63961FF}" type="pres">
      <dgm:prSet presAssocID="{A6E741A2-A502-45C7-A1EF-22F3B2542CC7}" presName="sibTrans" presStyleCnt="0"/>
      <dgm:spPr/>
    </dgm:pt>
    <dgm:pt modelId="{5DB87AE3-FA4D-48AF-A37C-D48EDE1F896E}" type="pres">
      <dgm:prSet presAssocID="{E556BE56-FB53-4B08-8480-6867490BE064}" presName="compNode" presStyleCnt="0"/>
      <dgm:spPr/>
    </dgm:pt>
    <dgm:pt modelId="{CF4413A4-6C41-4713-AB28-1330FE270388}" type="pres">
      <dgm:prSet presAssocID="{E556BE56-FB53-4B08-8480-6867490BE064}" presName="bgRect" presStyleLbl="bgShp" presStyleIdx="1" presStyleCnt="3"/>
      <dgm:spPr/>
    </dgm:pt>
    <dgm:pt modelId="{DDAA0CD7-6265-4B19-9A27-66942BA2A732}" type="pres">
      <dgm:prSet presAssocID="{E556BE56-FB53-4B08-8480-6867490BE0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kchain with solid fill"/>
        </a:ext>
      </dgm:extLst>
    </dgm:pt>
    <dgm:pt modelId="{FB938004-D854-4D51-BDE1-77D9D6C8D554}" type="pres">
      <dgm:prSet presAssocID="{E556BE56-FB53-4B08-8480-6867490BE064}" presName="spaceRect" presStyleCnt="0"/>
      <dgm:spPr/>
    </dgm:pt>
    <dgm:pt modelId="{402339D8-250B-4C75-A952-48C5925F252F}" type="pres">
      <dgm:prSet presAssocID="{E556BE56-FB53-4B08-8480-6867490BE064}" presName="parTx" presStyleLbl="revTx" presStyleIdx="1" presStyleCnt="3">
        <dgm:presLayoutVars>
          <dgm:chMax val="0"/>
          <dgm:chPref val="0"/>
        </dgm:presLayoutVars>
      </dgm:prSet>
      <dgm:spPr/>
    </dgm:pt>
    <dgm:pt modelId="{88AB8F32-CEAF-4F95-9C07-526AE172D5B0}" type="pres">
      <dgm:prSet presAssocID="{17F1EB5B-B95C-4245-83AF-446CFA7A3041}" presName="sibTrans" presStyleCnt="0"/>
      <dgm:spPr/>
    </dgm:pt>
    <dgm:pt modelId="{68E43788-8A68-4025-9C98-B429E0274B72}" type="pres">
      <dgm:prSet presAssocID="{A98A5DEC-9E1B-406D-B4DC-9084458B2BE6}" presName="compNode" presStyleCnt="0"/>
      <dgm:spPr/>
    </dgm:pt>
    <dgm:pt modelId="{2E08D4BA-DF77-49EC-96E0-2B7F2DC09AFF}" type="pres">
      <dgm:prSet presAssocID="{A98A5DEC-9E1B-406D-B4DC-9084458B2BE6}" presName="bgRect" presStyleLbl="bgShp" presStyleIdx="2" presStyleCnt="3" custLinFactNeighborY="-1141"/>
      <dgm:spPr/>
    </dgm:pt>
    <dgm:pt modelId="{E0B706EF-243F-4622-B89E-404C6377D6CD}" type="pres">
      <dgm:prSet presAssocID="{A98A5DEC-9E1B-406D-B4DC-9084458B2B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E9A6904-D517-429F-BEA6-E3AD0F258045}" type="pres">
      <dgm:prSet presAssocID="{A98A5DEC-9E1B-406D-B4DC-9084458B2BE6}" presName="spaceRect" presStyleCnt="0"/>
      <dgm:spPr/>
    </dgm:pt>
    <dgm:pt modelId="{354EB4E6-787D-4776-9526-F218C8134F06}" type="pres">
      <dgm:prSet presAssocID="{A98A5DEC-9E1B-406D-B4DC-9084458B2BE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AFF2D45-D1F7-475E-A8BC-EFCA62F8C9D5}" srcId="{2385114B-24A6-469F-9561-E650E1B45969}" destId="{E556BE56-FB53-4B08-8480-6867490BE064}" srcOrd="1" destOrd="0" parTransId="{A272EA21-3B96-4C05-83DF-0A79E621C482}" sibTransId="{17F1EB5B-B95C-4245-83AF-446CFA7A3041}"/>
    <dgm:cxn modelId="{4C07AF65-C954-407B-A2FF-80BFBC6122D7}" srcId="{2385114B-24A6-469F-9561-E650E1B45969}" destId="{C3CFA1E1-8CB9-4BE6-8D36-B65E98DDF199}" srcOrd="0" destOrd="0" parTransId="{E728D205-C1FC-444F-95C2-8E9C4DAA98CA}" sibTransId="{A6E741A2-A502-45C7-A1EF-22F3B2542CC7}"/>
    <dgm:cxn modelId="{E69C427F-ED72-43C9-B23C-E8ADF78F4269}" type="presOf" srcId="{A98A5DEC-9E1B-406D-B4DC-9084458B2BE6}" destId="{354EB4E6-787D-4776-9526-F218C8134F06}" srcOrd="0" destOrd="0" presId="urn:microsoft.com/office/officeart/2018/2/layout/IconVerticalSolidList"/>
    <dgm:cxn modelId="{E0E75A9B-16CF-4F14-9440-9F1EC56C6037}" type="presOf" srcId="{2385114B-24A6-469F-9561-E650E1B45969}" destId="{99DD7A53-3EA7-4951-A11F-7D19F1D5319A}" srcOrd="0" destOrd="0" presId="urn:microsoft.com/office/officeart/2018/2/layout/IconVerticalSolidList"/>
    <dgm:cxn modelId="{97AFAEAA-DD2F-411E-AE62-7F254ED2E979}" type="presOf" srcId="{C3CFA1E1-8CB9-4BE6-8D36-B65E98DDF199}" destId="{470C7EBB-A500-4543-9212-45E322A4F7DF}" srcOrd="0" destOrd="0" presId="urn:microsoft.com/office/officeart/2018/2/layout/IconVerticalSolidList"/>
    <dgm:cxn modelId="{0257D6BC-019B-49C7-8EA9-1FAF759DD4FE}" srcId="{2385114B-24A6-469F-9561-E650E1B45969}" destId="{A98A5DEC-9E1B-406D-B4DC-9084458B2BE6}" srcOrd="2" destOrd="0" parTransId="{1DDAD698-3CC5-4A18-B330-E5A044E0F437}" sibTransId="{75D49B48-4E1B-4E3D-A7F0-8E6E15DA857C}"/>
    <dgm:cxn modelId="{23982FD3-E7B4-4684-B54E-B270F1730DDF}" type="presOf" srcId="{E556BE56-FB53-4B08-8480-6867490BE064}" destId="{402339D8-250B-4C75-A952-48C5925F252F}" srcOrd="0" destOrd="0" presId="urn:microsoft.com/office/officeart/2018/2/layout/IconVerticalSolidList"/>
    <dgm:cxn modelId="{784A828A-4E23-4243-8B69-5D8A049AC918}" type="presParOf" srcId="{99DD7A53-3EA7-4951-A11F-7D19F1D5319A}" destId="{2BD24A23-7BDF-4236-8808-B55AD8650A4A}" srcOrd="0" destOrd="0" presId="urn:microsoft.com/office/officeart/2018/2/layout/IconVerticalSolidList"/>
    <dgm:cxn modelId="{12B7EB68-D19A-4A4F-BF88-7A38C0915F41}" type="presParOf" srcId="{2BD24A23-7BDF-4236-8808-B55AD8650A4A}" destId="{EAE8C019-C097-4E65-B987-5DD8989A68D3}" srcOrd="0" destOrd="0" presId="urn:microsoft.com/office/officeart/2018/2/layout/IconVerticalSolidList"/>
    <dgm:cxn modelId="{B482AE64-95D3-4FEA-831D-75E8275D93E4}" type="presParOf" srcId="{2BD24A23-7BDF-4236-8808-B55AD8650A4A}" destId="{E36D18EB-4254-48F7-9D96-F4F403FF208C}" srcOrd="1" destOrd="0" presId="urn:microsoft.com/office/officeart/2018/2/layout/IconVerticalSolidList"/>
    <dgm:cxn modelId="{6A3B77DE-A72D-4050-8B82-9E510D34FC1A}" type="presParOf" srcId="{2BD24A23-7BDF-4236-8808-B55AD8650A4A}" destId="{E4ADA1EE-B87F-4916-BB0A-8B16430E1450}" srcOrd="2" destOrd="0" presId="urn:microsoft.com/office/officeart/2018/2/layout/IconVerticalSolidList"/>
    <dgm:cxn modelId="{FE889EC0-54B7-4A4E-82FE-E8A2068D5380}" type="presParOf" srcId="{2BD24A23-7BDF-4236-8808-B55AD8650A4A}" destId="{470C7EBB-A500-4543-9212-45E322A4F7DF}" srcOrd="3" destOrd="0" presId="urn:microsoft.com/office/officeart/2018/2/layout/IconVerticalSolidList"/>
    <dgm:cxn modelId="{BA84B4CD-84CA-43F0-A664-AF82792FECD8}" type="presParOf" srcId="{99DD7A53-3EA7-4951-A11F-7D19F1D5319A}" destId="{72C15697-7221-4B3F-8EB4-EC65A63961FF}" srcOrd="1" destOrd="0" presId="urn:microsoft.com/office/officeart/2018/2/layout/IconVerticalSolidList"/>
    <dgm:cxn modelId="{079BDBD7-E7C5-4B3B-BBDE-7569A5BD501A}" type="presParOf" srcId="{99DD7A53-3EA7-4951-A11F-7D19F1D5319A}" destId="{5DB87AE3-FA4D-48AF-A37C-D48EDE1F896E}" srcOrd="2" destOrd="0" presId="urn:microsoft.com/office/officeart/2018/2/layout/IconVerticalSolidList"/>
    <dgm:cxn modelId="{DFC902F1-B158-4C03-BB41-55E8B2A73558}" type="presParOf" srcId="{5DB87AE3-FA4D-48AF-A37C-D48EDE1F896E}" destId="{CF4413A4-6C41-4713-AB28-1330FE270388}" srcOrd="0" destOrd="0" presId="urn:microsoft.com/office/officeart/2018/2/layout/IconVerticalSolidList"/>
    <dgm:cxn modelId="{28E684B6-8644-4A7A-A966-7629364213DD}" type="presParOf" srcId="{5DB87AE3-FA4D-48AF-A37C-D48EDE1F896E}" destId="{DDAA0CD7-6265-4B19-9A27-66942BA2A732}" srcOrd="1" destOrd="0" presId="urn:microsoft.com/office/officeart/2018/2/layout/IconVerticalSolidList"/>
    <dgm:cxn modelId="{F941BFAB-9852-4B78-86A2-8F742C467C22}" type="presParOf" srcId="{5DB87AE3-FA4D-48AF-A37C-D48EDE1F896E}" destId="{FB938004-D854-4D51-BDE1-77D9D6C8D554}" srcOrd="2" destOrd="0" presId="urn:microsoft.com/office/officeart/2018/2/layout/IconVerticalSolidList"/>
    <dgm:cxn modelId="{113DDE86-7330-4ABC-809A-E62EC0D4F4B5}" type="presParOf" srcId="{5DB87AE3-FA4D-48AF-A37C-D48EDE1F896E}" destId="{402339D8-250B-4C75-A952-48C5925F252F}" srcOrd="3" destOrd="0" presId="urn:microsoft.com/office/officeart/2018/2/layout/IconVerticalSolidList"/>
    <dgm:cxn modelId="{359CD978-8145-4DD8-866C-7D7453E5F158}" type="presParOf" srcId="{99DD7A53-3EA7-4951-A11F-7D19F1D5319A}" destId="{88AB8F32-CEAF-4F95-9C07-526AE172D5B0}" srcOrd="3" destOrd="0" presId="urn:microsoft.com/office/officeart/2018/2/layout/IconVerticalSolidList"/>
    <dgm:cxn modelId="{0E7AE8CE-D937-440B-AA93-269D163C09FA}" type="presParOf" srcId="{99DD7A53-3EA7-4951-A11F-7D19F1D5319A}" destId="{68E43788-8A68-4025-9C98-B429E0274B72}" srcOrd="4" destOrd="0" presId="urn:microsoft.com/office/officeart/2018/2/layout/IconVerticalSolidList"/>
    <dgm:cxn modelId="{68144129-5FBD-448E-A2B9-9EF88E2A367C}" type="presParOf" srcId="{68E43788-8A68-4025-9C98-B429E0274B72}" destId="{2E08D4BA-DF77-49EC-96E0-2B7F2DC09AFF}" srcOrd="0" destOrd="0" presId="urn:microsoft.com/office/officeart/2018/2/layout/IconVerticalSolidList"/>
    <dgm:cxn modelId="{38D7204A-D4FD-4821-82D5-FE0ED5005E11}" type="presParOf" srcId="{68E43788-8A68-4025-9C98-B429E0274B72}" destId="{E0B706EF-243F-4622-B89E-404C6377D6CD}" srcOrd="1" destOrd="0" presId="urn:microsoft.com/office/officeart/2018/2/layout/IconVerticalSolidList"/>
    <dgm:cxn modelId="{9F03181F-6193-47E6-8C93-E28B60A98B3A}" type="presParOf" srcId="{68E43788-8A68-4025-9C98-B429E0274B72}" destId="{DE9A6904-D517-429F-BEA6-E3AD0F258045}" srcOrd="2" destOrd="0" presId="urn:microsoft.com/office/officeart/2018/2/layout/IconVerticalSolidList"/>
    <dgm:cxn modelId="{0643C5F6-39EE-4E4E-A97C-42833FD3A15A}" type="presParOf" srcId="{68E43788-8A68-4025-9C98-B429E0274B72}" destId="{354EB4E6-787D-4776-9526-F218C8134F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0C67EA-90CB-4938-A6D4-C2B46888DDE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DED8FB-359E-469F-8364-C567DB0FB33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Product Backlog is a list of all features, enhancements and fixes to be made to the product in future releases</a:t>
          </a:r>
          <a:endParaRPr lang="en-US" dirty="0"/>
        </a:p>
      </dgm:t>
    </dgm:pt>
    <dgm:pt modelId="{FE857C97-21BE-46DD-A642-71043774D558}" type="parTrans" cxnId="{376BA242-2595-4A51-B65B-C859D2BB4E60}">
      <dgm:prSet/>
      <dgm:spPr/>
      <dgm:t>
        <a:bodyPr/>
        <a:lstStyle/>
        <a:p>
          <a:endParaRPr lang="en-US"/>
        </a:p>
      </dgm:t>
    </dgm:pt>
    <dgm:pt modelId="{B99DF64A-799A-4FD8-9DCE-8F35B96A0785}" type="sibTrans" cxnId="{376BA242-2595-4A51-B65B-C859D2BB4E60}">
      <dgm:prSet/>
      <dgm:spPr/>
      <dgm:t>
        <a:bodyPr/>
        <a:lstStyle/>
        <a:p>
          <a:endParaRPr lang="en-US"/>
        </a:p>
      </dgm:t>
    </dgm:pt>
    <dgm:pt modelId="{1880E49E-F941-455E-B96A-E286F967830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feature in this list may need to have a priority, acceptance criteria providing The Definition of Ready State</a:t>
          </a:r>
          <a:endParaRPr lang="en-US"/>
        </a:p>
      </dgm:t>
    </dgm:pt>
    <dgm:pt modelId="{29057832-0E90-4EE0-8F02-00DCCC92665C}" type="parTrans" cxnId="{D52CDA15-7A3A-40C5-B2F4-B329B0BF7F18}">
      <dgm:prSet/>
      <dgm:spPr/>
      <dgm:t>
        <a:bodyPr/>
        <a:lstStyle/>
        <a:p>
          <a:endParaRPr lang="en-US"/>
        </a:p>
      </dgm:t>
    </dgm:pt>
    <dgm:pt modelId="{46B19422-C1F9-4BA9-B61F-A618316AA366}" type="sibTrans" cxnId="{D52CDA15-7A3A-40C5-B2F4-B329B0BF7F18}">
      <dgm:prSet/>
      <dgm:spPr/>
      <dgm:t>
        <a:bodyPr/>
        <a:lstStyle/>
        <a:p>
          <a:endParaRPr lang="en-US"/>
        </a:p>
      </dgm:t>
    </dgm:pt>
    <dgm:pt modelId="{AD4E8905-0B9C-4F7C-A2F3-A9E90AE5E8EB}" type="pres">
      <dgm:prSet presAssocID="{3B0C67EA-90CB-4938-A6D4-C2B46888DDEB}" presName="root" presStyleCnt="0">
        <dgm:presLayoutVars>
          <dgm:dir/>
          <dgm:resizeHandles val="exact"/>
        </dgm:presLayoutVars>
      </dgm:prSet>
      <dgm:spPr/>
    </dgm:pt>
    <dgm:pt modelId="{64808949-6883-436D-BBB7-96F78F5843EB}" type="pres">
      <dgm:prSet presAssocID="{E5DED8FB-359E-469F-8364-C567DB0FB330}" presName="compNode" presStyleCnt="0"/>
      <dgm:spPr/>
    </dgm:pt>
    <dgm:pt modelId="{5153EB3C-6E11-4C1B-A618-D64AEB634691}" type="pres">
      <dgm:prSet presAssocID="{E5DED8FB-359E-469F-8364-C567DB0FB330}" presName="bgRect" presStyleLbl="bgShp" presStyleIdx="0" presStyleCnt="2"/>
      <dgm:spPr/>
    </dgm:pt>
    <dgm:pt modelId="{B4FF2482-EA2A-461F-81D8-F8EE43543381}" type="pres">
      <dgm:prSet presAssocID="{E5DED8FB-359E-469F-8364-C567DB0FB3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63AC7F1-3027-47EE-8122-0F211EBDC286}" type="pres">
      <dgm:prSet presAssocID="{E5DED8FB-359E-469F-8364-C567DB0FB330}" presName="spaceRect" presStyleCnt="0"/>
      <dgm:spPr/>
    </dgm:pt>
    <dgm:pt modelId="{67243547-B2E2-4DE7-AA92-A21EA10FAD7F}" type="pres">
      <dgm:prSet presAssocID="{E5DED8FB-359E-469F-8364-C567DB0FB330}" presName="parTx" presStyleLbl="revTx" presStyleIdx="0" presStyleCnt="2">
        <dgm:presLayoutVars>
          <dgm:chMax val="0"/>
          <dgm:chPref val="0"/>
        </dgm:presLayoutVars>
      </dgm:prSet>
      <dgm:spPr/>
    </dgm:pt>
    <dgm:pt modelId="{FED75184-0DE8-4C2A-B9F1-F4AACBA7BA1B}" type="pres">
      <dgm:prSet presAssocID="{B99DF64A-799A-4FD8-9DCE-8F35B96A0785}" presName="sibTrans" presStyleCnt="0"/>
      <dgm:spPr/>
    </dgm:pt>
    <dgm:pt modelId="{573F5964-F427-4E1D-B01F-26EE5214000D}" type="pres">
      <dgm:prSet presAssocID="{1880E49E-F941-455E-B96A-E286F967830A}" presName="compNode" presStyleCnt="0"/>
      <dgm:spPr/>
    </dgm:pt>
    <dgm:pt modelId="{7E5F3D71-7682-495C-B2D6-6801F251AA06}" type="pres">
      <dgm:prSet presAssocID="{1880E49E-F941-455E-B96A-E286F967830A}" presName="bgRect" presStyleLbl="bgShp" presStyleIdx="1" presStyleCnt="2"/>
      <dgm:spPr/>
    </dgm:pt>
    <dgm:pt modelId="{EB285A03-AB61-4909-AEC5-9C585C42C6CF}" type="pres">
      <dgm:prSet presAssocID="{1880E49E-F941-455E-B96A-E286F96783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65767DA2-7259-4049-A1C5-7BCC68DEBBA9}" type="pres">
      <dgm:prSet presAssocID="{1880E49E-F941-455E-B96A-E286F967830A}" presName="spaceRect" presStyleCnt="0"/>
      <dgm:spPr/>
    </dgm:pt>
    <dgm:pt modelId="{C6198090-8CEA-44A6-BE18-0E3CA12798AB}" type="pres">
      <dgm:prSet presAssocID="{1880E49E-F941-455E-B96A-E286F967830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52CDA15-7A3A-40C5-B2F4-B329B0BF7F18}" srcId="{3B0C67EA-90CB-4938-A6D4-C2B46888DDEB}" destId="{1880E49E-F941-455E-B96A-E286F967830A}" srcOrd="1" destOrd="0" parTransId="{29057832-0E90-4EE0-8F02-00DCCC92665C}" sibTransId="{46B19422-C1F9-4BA9-B61F-A618316AA366}"/>
    <dgm:cxn modelId="{376BA242-2595-4A51-B65B-C859D2BB4E60}" srcId="{3B0C67EA-90CB-4938-A6D4-C2B46888DDEB}" destId="{E5DED8FB-359E-469F-8364-C567DB0FB330}" srcOrd="0" destOrd="0" parTransId="{FE857C97-21BE-46DD-A642-71043774D558}" sibTransId="{B99DF64A-799A-4FD8-9DCE-8F35B96A0785}"/>
    <dgm:cxn modelId="{1843BF4E-99A4-41A7-A8C2-36066C13EC64}" type="presOf" srcId="{E5DED8FB-359E-469F-8364-C567DB0FB330}" destId="{67243547-B2E2-4DE7-AA92-A21EA10FAD7F}" srcOrd="0" destOrd="0" presId="urn:microsoft.com/office/officeart/2018/2/layout/IconVerticalSolidList"/>
    <dgm:cxn modelId="{8E15127C-3772-4C0D-82A1-EA905BC5364C}" type="presOf" srcId="{3B0C67EA-90CB-4938-A6D4-C2B46888DDEB}" destId="{AD4E8905-0B9C-4F7C-A2F3-A9E90AE5E8EB}" srcOrd="0" destOrd="0" presId="urn:microsoft.com/office/officeart/2018/2/layout/IconVerticalSolidList"/>
    <dgm:cxn modelId="{DEF1ADAD-DF92-4018-B092-BD028D588592}" type="presOf" srcId="{1880E49E-F941-455E-B96A-E286F967830A}" destId="{C6198090-8CEA-44A6-BE18-0E3CA12798AB}" srcOrd="0" destOrd="0" presId="urn:microsoft.com/office/officeart/2018/2/layout/IconVerticalSolidList"/>
    <dgm:cxn modelId="{795D96A6-90BD-49F5-9B8F-625516389CF5}" type="presParOf" srcId="{AD4E8905-0B9C-4F7C-A2F3-A9E90AE5E8EB}" destId="{64808949-6883-436D-BBB7-96F78F5843EB}" srcOrd="0" destOrd="0" presId="urn:microsoft.com/office/officeart/2018/2/layout/IconVerticalSolidList"/>
    <dgm:cxn modelId="{D93B47E5-A328-443C-B063-F196A070FF64}" type="presParOf" srcId="{64808949-6883-436D-BBB7-96F78F5843EB}" destId="{5153EB3C-6E11-4C1B-A618-D64AEB634691}" srcOrd="0" destOrd="0" presId="urn:microsoft.com/office/officeart/2018/2/layout/IconVerticalSolidList"/>
    <dgm:cxn modelId="{6A3017C1-16FF-4C7B-8D39-E40175437E05}" type="presParOf" srcId="{64808949-6883-436D-BBB7-96F78F5843EB}" destId="{B4FF2482-EA2A-461F-81D8-F8EE43543381}" srcOrd="1" destOrd="0" presId="urn:microsoft.com/office/officeart/2018/2/layout/IconVerticalSolidList"/>
    <dgm:cxn modelId="{44DB46FF-DE23-4B49-B013-85D9E630BB03}" type="presParOf" srcId="{64808949-6883-436D-BBB7-96F78F5843EB}" destId="{363AC7F1-3027-47EE-8122-0F211EBDC286}" srcOrd="2" destOrd="0" presId="urn:microsoft.com/office/officeart/2018/2/layout/IconVerticalSolidList"/>
    <dgm:cxn modelId="{A8A5E2F7-A69D-47A0-AA6E-CD88BC5B2E29}" type="presParOf" srcId="{64808949-6883-436D-BBB7-96F78F5843EB}" destId="{67243547-B2E2-4DE7-AA92-A21EA10FAD7F}" srcOrd="3" destOrd="0" presId="urn:microsoft.com/office/officeart/2018/2/layout/IconVerticalSolidList"/>
    <dgm:cxn modelId="{CBFF10EF-2C25-43BC-9DE3-AC71E9A9C25C}" type="presParOf" srcId="{AD4E8905-0B9C-4F7C-A2F3-A9E90AE5E8EB}" destId="{FED75184-0DE8-4C2A-B9F1-F4AACBA7BA1B}" srcOrd="1" destOrd="0" presId="urn:microsoft.com/office/officeart/2018/2/layout/IconVerticalSolidList"/>
    <dgm:cxn modelId="{0AC20414-78EB-439D-99D4-788F8ED85A50}" type="presParOf" srcId="{AD4E8905-0B9C-4F7C-A2F3-A9E90AE5E8EB}" destId="{573F5964-F427-4E1D-B01F-26EE5214000D}" srcOrd="2" destOrd="0" presId="urn:microsoft.com/office/officeart/2018/2/layout/IconVerticalSolidList"/>
    <dgm:cxn modelId="{06DFA807-38DD-479F-95E6-339A36CAD293}" type="presParOf" srcId="{573F5964-F427-4E1D-B01F-26EE5214000D}" destId="{7E5F3D71-7682-495C-B2D6-6801F251AA06}" srcOrd="0" destOrd="0" presId="urn:microsoft.com/office/officeart/2018/2/layout/IconVerticalSolidList"/>
    <dgm:cxn modelId="{D28A1863-E0B4-445C-BECB-D14E9EB35CCB}" type="presParOf" srcId="{573F5964-F427-4E1D-B01F-26EE5214000D}" destId="{EB285A03-AB61-4909-AEC5-9C585C42C6CF}" srcOrd="1" destOrd="0" presId="urn:microsoft.com/office/officeart/2018/2/layout/IconVerticalSolidList"/>
    <dgm:cxn modelId="{DEEAA555-4B16-4B1A-9944-54F3FEE7BC3A}" type="presParOf" srcId="{573F5964-F427-4E1D-B01F-26EE5214000D}" destId="{65767DA2-7259-4049-A1C5-7BCC68DEBBA9}" srcOrd="2" destOrd="0" presId="urn:microsoft.com/office/officeart/2018/2/layout/IconVerticalSolidList"/>
    <dgm:cxn modelId="{BB460382-83AB-4BD5-B98C-1BBBDA67F64B}" type="presParOf" srcId="{573F5964-F427-4E1D-B01F-26EE5214000D}" destId="{C6198090-8CEA-44A6-BE18-0E3CA12798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3C3DC8-36FF-478C-BBBF-749314093F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1A2E73-EBAC-4326-8EC3-00F871F77FA8}">
      <dgm:prSet/>
      <dgm:spPr/>
      <dgm:t>
        <a:bodyPr/>
        <a:lstStyle/>
        <a:p>
          <a:r>
            <a:rPr lang="en-GB" dirty="0"/>
            <a:t>The sprint backlog is the set of product backlog features selected for inclusion in the sprint</a:t>
          </a:r>
          <a:endParaRPr lang="en-US" dirty="0"/>
        </a:p>
      </dgm:t>
    </dgm:pt>
    <dgm:pt modelId="{C50DB66E-36F0-4CE2-B351-C4F58E7C1862}" type="parTrans" cxnId="{C24E4B4D-C5EC-4399-AC7E-E4F28F4A12BC}">
      <dgm:prSet/>
      <dgm:spPr/>
      <dgm:t>
        <a:bodyPr/>
        <a:lstStyle/>
        <a:p>
          <a:endParaRPr lang="en-US"/>
        </a:p>
      </dgm:t>
    </dgm:pt>
    <dgm:pt modelId="{C19573BA-08D7-4EC3-BB27-595A6894C381}" type="sibTrans" cxnId="{C24E4B4D-C5EC-4399-AC7E-E4F28F4A12BC}">
      <dgm:prSet/>
      <dgm:spPr/>
      <dgm:t>
        <a:bodyPr/>
        <a:lstStyle/>
        <a:p>
          <a:endParaRPr lang="en-US"/>
        </a:p>
      </dgm:t>
    </dgm:pt>
    <dgm:pt modelId="{77F54CC6-F5FB-4A1B-A01F-4DDD9E962DBB}">
      <dgm:prSet/>
      <dgm:spPr/>
      <dgm:t>
        <a:bodyPr/>
        <a:lstStyle/>
        <a:p>
          <a:r>
            <a:rPr lang="en-GB" dirty="0"/>
            <a:t>They are </a:t>
          </a:r>
          <a:r>
            <a:rPr lang="en-GB" dirty="0" err="1">
              <a:solidFill>
                <a:srgbClr val="C00000"/>
              </a:solidFill>
            </a:rPr>
            <a:t>DoR</a:t>
          </a:r>
          <a:r>
            <a:rPr lang="en-GB" dirty="0"/>
            <a:t> (Definition of Ready) and have their acceptance criteria and any other information required.</a:t>
          </a:r>
          <a:endParaRPr lang="en-US" dirty="0"/>
        </a:p>
      </dgm:t>
    </dgm:pt>
    <dgm:pt modelId="{5876B921-94B9-49A6-8C60-425F6DB680DB}" type="parTrans" cxnId="{99C60B2B-BD3C-4B42-99EE-C05F7B5A36D8}">
      <dgm:prSet/>
      <dgm:spPr/>
      <dgm:t>
        <a:bodyPr/>
        <a:lstStyle/>
        <a:p>
          <a:endParaRPr lang="en-US"/>
        </a:p>
      </dgm:t>
    </dgm:pt>
    <dgm:pt modelId="{0B56C4F8-1CF9-4BB9-8968-BDA01CD48CBB}" type="sibTrans" cxnId="{99C60B2B-BD3C-4B42-99EE-C05F7B5A36D8}">
      <dgm:prSet/>
      <dgm:spPr/>
      <dgm:t>
        <a:bodyPr/>
        <a:lstStyle/>
        <a:p>
          <a:endParaRPr lang="en-US"/>
        </a:p>
      </dgm:t>
    </dgm:pt>
    <dgm:pt modelId="{D7523479-0C6B-499F-853B-EFB179110D21}">
      <dgm:prSet/>
      <dgm:spPr/>
      <dgm:t>
        <a:bodyPr/>
        <a:lstStyle/>
        <a:p>
          <a:r>
            <a:rPr lang="en-GB" dirty="0"/>
            <a:t>The development team, scrum master and product owner  have selected these features which they believe can be developed within the sprint timeframe</a:t>
          </a:r>
          <a:endParaRPr lang="en-US" dirty="0"/>
        </a:p>
      </dgm:t>
    </dgm:pt>
    <dgm:pt modelId="{FD111C59-B1C5-401C-B3FB-E85CDD2397D0}" type="parTrans" cxnId="{F4373BF2-5032-41C2-9EE5-FB8677E7A453}">
      <dgm:prSet/>
      <dgm:spPr/>
      <dgm:t>
        <a:bodyPr/>
        <a:lstStyle/>
        <a:p>
          <a:endParaRPr lang="en-US"/>
        </a:p>
      </dgm:t>
    </dgm:pt>
    <dgm:pt modelId="{DD6B1C24-F32A-4983-B6D8-CEA49B445994}" type="sibTrans" cxnId="{F4373BF2-5032-41C2-9EE5-FB8677E7A453}">
      <dgm:prSet/>
      <dgm:spPr/>
      <dgm:t>
        <a:bodyPr/>
        <a:lstStyle/>
        <a:p>
          <a:endParaRPr lang="en-US"/>
        </a:p>
      </dgm:t>
    </dgm:pt>
    <dgm:pt modelId="{2F1FA316-9C5E-41AF-9225-54479E3EDFE7}" type="pres">
      <dgm:prSet presAssocID="{B63C3DC8-36FF-478C-BBBF-749314093F8B}" presName="vert0" presStyleCnt="0">
        <dgm:presLayoutVars>
          <dgm:dir/>
          <dgm:animOne val="branch"/>
          <dgm:animLvl val="lvl"/>
        </dgm:presLayoutVars>
      </dgm:prSet>
      <dgm:spPr/>
    </dgm:pt>
    <dgm:pt modelId="{C06DE9A7-3B69-49A8-A6CA-5A708ED389C8}" type="pres">
      <dgm:prSet presAssocID="{681A2E73-EBAC-4326-8EC3-00F871F77FA8}" presName="thickLine" presStyleLbl="alignNode1" presStyleIdx="0" presStyleCnt="3"/>
      <dgm:spPr/>
    </dgm:pt>
    <dgm:pt modelId="{69013500-7EB1-4E5E-911E-61880B1B90D1}" type="pres">
      <dgm:prSet presAssocID="{681A2E73-EBAC-4326-8EC3-00F871F77FA8}" presName="horz1" presStyleCnt="0"/>
      <dgm:spPr/>
    </dgm:pt>
    <dgm:pt modelId="{D3083630-353C-4DD1-8311-993C499CFF7F}" type="pres">
      <dgm:prSet presAssocID="{681A2E73-EBAC-4326-8EC3-00F871F77FA8}" presName="tx1" presStyleLbl="revTx" presStyleIdx="0" presStyleCnt="3"/>
      <dgm:spPr/>
    </dgm:pt>
    <dgm:pt modelId="{724BFC22-A458-4914-8DBF-6DD1BFAF16A2}" type="pres">
      <dgm:prSet presAssocID="{681A2E73-EBAC-4326-8EC3-00F871F77FA8}" presName="vert1" presStyleCnt="0"/>
      <dgm:spPr/>
    </dgm:pt>
    <dgm:pt modelId="{3EC4F43C-57AC-45EC-81C0-328955D7D6C3}" type="pres">
      <dgm:prSet presAssocID="{77F54CC6-F5FB-4A1B-A01F-4DDD9E962DBB}" presName="thickLine" presStyleLbl="alignNode1" presStyleIdx="1" presStyleCnt="3"/>
      <dgm:spPr/>
    </dgm:pt>
    <dgm:pt modelId="{29C73E64-BD64-444F-9622-BEC99C961F74}" type="pres">
      <dgm:prSet presAssocID="{77F54CC6-F5FB-4A1B-A01F-4DDD9E962DBB}" presName="horz1" presStyleCnt="0"/>
      <dgm:spPr/>
    </dgm:pt>
    <dgm:pt modelId="{766D7074-5C19-4A26-B0B4-D3C15797C4D6}" type="pres">
      <dgm:prSet presAssocID="{77F54CC6-F5FB-4A1B-A01F-4DDD9E962DBB}" presName="tx1" presStyleLbl="revTx" presStyleIdx="1" presStyleCnt="3"/>
      <dgm:spPr/>
    </dgm:pt>
    <dgm:pt modelId="{0A2D4080-EDA1-4D57-AD9A-44D94F098CAD}" type="pres">
      <dgm:prSet presAssocID="{77F54CC6-F5FB-4A1B-A01F-4DDD9E962DBB}" presName="vert1" presStyleCnt="0"/>
      <dgm:spPr/>
    </dgm:pt>
    <dgm:pt modelId="{13D03B95-07E6-4537-BF8F-FAD8BCD18CD1}" type="pres">
      <dgm:prSet presAssocID="{D7523479-0C6B-499F-853B-EFB179110D21}" presName="thickLine" presStyleLbl="alignNode1" presStyleIdx="2" presStyleCnt="3"/>
      <dgm:spPr/>
    </dgm:pt>
    <dgm:pt modelId="{8BB79C62-7A64-4FB2-A5C0-DA6A48726B8C}" type="pres">
      <dgm:prSet presAssocID="{D7523479-0C6B-499F-853B-EFB179110D21}" presName="horz1" presStyleCnt="0"/>
      <dgm:spPr/>
    </dgm:pt>
    <dgm:pt modelId="{A75804FC-4DC0-4B82-9384-BA9B93F03B0C}" type="pres">
      <dgm:prSet presAssocID="{D7523479-0C6B-499F-853B-EFB179110D21}" presName="tx1" presStyleLbl="revTx" presStyleIdx="2" presStyleCnt="3"/>
      <dgm:spPr/>
    </dgm:pt>
    <dgm:pt modelId="{0522894C-D548-4C7D-8250-E02862347FFA}" type="pres">
      <dgm:prSet presAssocID="{D7523479-0C6B-499F-853B-EFB179110D21}" presName="vert1" presStyleCnt="0"/>
      <dgm:spPr/>
    </dgm:pt>
  </dgm:ptLst>
  <dgm:cxnLst>
    <dgm:cxn modelId="{99C60B2B-BD3C-4B42-99EE-C05F7B5A36D8}" srcId="{B63C3DC8-36FF-478C-BBBF-749314093F8B}" destId="{77F54CC6-F5FB-4A1B-A01F-4DDD9E962DBB}" srcOrd="1" destOrd="0" parTransId="{5876B921-94B9-49A6-8C60-425F6DB680DB}" sibTransId="{0B56C4F8-1CF9-4BB9-8968-BDA01CD48CBB}"/>
    <dgm:cxn modelId="{C0838D2B-89DC-4308-9B06-6111582AB52D}" type="presOf" srcId="{D7523479-0C6B-499F-853B-EFB179110D21}" destId="{A75804FC-4DC0-4B82-9384-BA9B93F03B0C}" srcOrd="0" destOrd="0" presId="urn:microsoft.com/office/officeart/2008/layout/LinedList"/>
    <dgm:cxn modelId="{ED875A35-0710-432B-8F92-9843847EB33B}" type="presOf" srcId="{77F54CC6-F5FB-4A1B-A01F-4DDD9E962DBB}" destId="{766D7074-5C19-4A26-B0B4-D3C15797C4D6}" srcOrd="0" destOrd="0" presId="urn:microsoft.com/office/officeart/2008/layout/LinedList"/>
    <dgm:cxn modelId="{C24E4B4D-C5EC-4399-AC7E-E4F28F4A12BC}" srcId="{B63C3DC8-36FF-478C-BBBF-749314093F8B}" destId="{681A2E73-EBAC-4326-8EC3-00F871F77FA8}" srcOrd="0" destOrd="0" parTransId="{C50DB66E-36F0-4CE2-B351-C4F58E7C1862}" sibTransId="{C19573BA-08D7-4EC3-BB27-595A6894C381}"/>
    <dgm:cxn modelId="{96804775-6836-4730-B42D-F118213731D4}" type="presOf" srcId="{681A2E73-EBAC-4326-8EC3-00F871F77FA8}" destId="{D3083630-353C-4DD1-8311-993C499CFF7F}" srcOrd="0" destOrd="0" presId="urn:microsoft.com/office/officeart/2008/layout/LinedList"/>
    <dgm:cxn modelId="{71C78CCB-356F-4771-A63A-AFB6CDAF1701}" type="presOf" srcId="{B63C3DC8-36FF-478C-BBBF-749314093F8B}" destId="{2F1FA316-9C5E-41AF-9225-54479E3EDFE7}" srcOrd="0" destOrd="0" presId="urn:microsoft.com/office/officeart/2008/layout/LinedList"/>
    <dgm:cxn modelId="{F4373BF2-5032-41C2-9EE5-FB8677E7A453}" srcId="{B63C3DC8-36FF-478C-BBBF-749314093F8B}" destId="{D7523479-0C6B-499F-853B-EFB179110D21}" srcOrd="2" destOrd="0" parTransId="{FD111C59-B1C5-401C-B3FB-E85CDD2397D0}" sibTransId="{DD6B1C24-F32A-4983-B6D8-CEA49B445994}"/>
    <dgm:cxn modelId="{762F5B2A-F510-463E-A4AE-1CFC3F410A9E}" type="presParOf" srcId="{2F1FA316-9C5E-41AF-9225-54479E3EDFE7}" destId="{C06DE9A7-3B69-49A8-A6CA-5A708ED389C8}" srcOrd="0" destOrd="0" presId="urn:microsoft.com/office/officeart/2008/layout/LinedList"/>
    <dgm:cxn modelId="{0EDA48B3-0C8F-4518-86BE-96F731A91641}" type="presParOf" srcId="{2F1FA316-9C5E-41AF-9225-54479E3EDFE7}" destId="{69013500-7EB1-4E5E-911E-61880B1B90D1}" srcOrd="1" destOrd="0" presId="urn:microsoft.com/office/officeart/2008/layout/LinedList"/>
    <dgm:cxn modelId="{5EACFF7D-E1C4-4B5D-94C8-6DCACD1F94D7}" type="presParOf" srcId="{69013500-7EB1-4E5E-911E-61880B1B90D1}" destId="{D3083630-353C-4DD1-8311-993C499CFF7F}" srcOrd="0" destOrd="0" presId="urn:microsoft.com/office/officeart/2008/layout/LinedList"/>
    <dgm:cxn modelId="{7D12D1E7-4306-4460-B434-A6DCBFD01E97}" type="presParOf" srcId="{69013500-7EB1-4E5E-911E-61880B1B90D1}" destId="{724BFC22-A458-4914-8DBF-6DD1BFAF16A2}" srcOrd="1" destOrd="0" presId="urn:microsoft.com/office/officeart/2008/layout/LinedList"/>
    <dgm:cxn modelId="{21B3423F-2EB5-486F-9AD9-5EB0998EF6F8}" type="presParOf" srcId="{2F1FA316-9C5E-41AF-9225-54479E3EDFE7}" destId="{3EC4F43C-57AC-45EC-81C0-328955D7D6C3}" srcOrd="2" destOrd="0" presId="urn:microsoft.com/office/officeart/2008/layout/LinedList"/>
    <dgm:cxn modelId="{C3A4DA6A-C4E3-492A-BED5-1AF217EA7D17}" type="presParOf" srcId="{2F1FA316-9C5E-41AF-9225-54479E3EDFE7}" destId="{29C73E64-BD64-444F-9622-BEC99C961F74}" srcOrd="3" destOrd="0" presId="urn:microsoft.com/office/officeart/2008/layout/LinedList"/>
    <dgm:cxn modelId="{71E96C98-CC72-427A-87D5-EAE0313AC740}" type="presParOf" srcId="{29C73E64-BD64-444F-9622-BEC99C961F74}" destId="{766D7074-5C19-4A26-B0B4-D3C15797C4D6}" srcOrd="0" destOrd="0" presId="urn:microsoft.com/office/officeart/2008/layout/LinedList"/>
    <dgm:cxn modelId="{60B7FC02-7FC3-4AF8-871B-A112FA47EEA9}" type="presParOf" srcId="{29C73E64-BD64-444F-9622-BEC99C961F74}" destId="{0A2D4080-EDA1-4D57-AD9A-44D94F098CAD}" srcOrd="1" destOrd="0" presId="urn:microsoft.com/office/officeart/2008/layout/LinedList"/>
    <dgm:cxn modelId="{7EF6DAE6-746F-4CE5-B6B4-4677A1F22125}" type="presParOf" srcId="{2F1FA316-9C5E-41AF-9225-54479E3EDFE7}" destId="{13D03B95-07E6-4537-BF8F-FAD8BCD18CD1}" srcOrd="4" destOrd="0" presId="urn:microsoft.com/office/officeart/2008/layout/LinedList"/>
    <dgm:cxn modelId="{9E95E71C-9596-40E8-A026-59BCE6D98A2D}" type="presParOf" srcId="{2F1FA316-9C5E-41AF-9225-54479E3EDFE7}" destId="{8BB79C62-7A64-4FB2-A5C0-DA6A48726B8C}" srcOrd="5" destOrd="0" presId="urn:microsoft.com/office/officeart/2008/layout/LinedList"/>
    <dgm:cxn modelId="{211D3525-A32F-46D1-80B9-D50D5BCCCEB5}" type="presParOf" srcId="{8BB79C62-7A64-4FB2-A5C0-DA6A48726B8C}" destId="{A75804FC-4DC0-4B82-9384-BA9B93F03B0C}" srcOrd="0" destOrd="0" presId="urn:microsoft.com/office/officeart/2008/layout/LinedList"/>
    <dgm:cxn modelId="{F9056FD5-01E6-4C32-881C-EF975A749C5C}" type="presParOf" srcId="{8BB79C62-7A64-4FB2-A5C0-DA6A48726B8C}" destId="{0522894C-D548-4C7D-8250-E02862347F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B9658F-FFA5-4A26-83A7-94FF2A98A2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15CEBE-1D8E-4166-ACC0-1381727DE9F3}">
      <dgm:prSet/>
      <dgm:spPr/>
      <dgm:t>
        <a:bodyPr/>
        <a:lstStyle/>
        <a:p>
          <a:r>
            <a:rPr lang="en-GB" dirty="0"/>
            <a:t>A feature is moved to the Done List when the feature is </a:t>
          </a:r>
          <a:br>
            <a:rPr lang="en-GB" dirty="0"/>
          </a:br>
          <a:r>
            <a:rPr lang="en-GB" dirty="0"/>
            <a:t>in a state of DoD (Definition of Done)</a:t>
          </a:r>
          <a:endParaRPr lang="en-US" dirty="0"/>
        </a:p>
      </dgm:t>
    </dgm:pt>
    <dgm:pt modelId="{BAC482D5-9951-4BCA-AB82-A1FBCFB0FE4A}" type="parTrans" cxnId="{B5887C3C-EDED-4162-83B2-EB718BF9322A}">
      <dgm:prSet/>
      <dgm:spPr/>
      <dgm:t>
        <a:bodyPr/>
        <a:lstStyle/>
        <a:p>
          <a:endParaRPr lang="en-US"/>
        </a:p>
      </dgm:t>
    </dgm:pt>
    <dgm:pt modelId="{698310F7-D587-4183-B75C-2369AA52E2EA}" type="sibTrans" cxnId="{B5887C3C-EDED-4162-83B2-EB718BF9322A}">
      <dgm:prSet/>
      <dgm:spPr/>
      <dgm:t>
        <a:bodyPr/>
        <a:lstStyle/>
        <a:p>
          <a:endParaRPr lang="en-US"/>
        </a:p>
      </dgm:t>
    </dgm:pt>
    <dgm:pt modelId="{96EFD2AA-85B8-4053-8B13-7223ED01E73D}">
      <dgm:prSet/>
      <dgm:spPr/>
      <dgm:t>
        <a:bodyPr/>
        <a:lstStyle/>
        <a:p>
          <a:r>
            <a:rPr lang="en-GB"/>
            <a:t>It has been developed</a:t>
          </a:r>
          <a:endParaRPr lang="en-US"/>
        </a:p>
      </dgm:t>
    </dgm:pt>
    <dgm:pt modelId="{E08CDAAC-E988-43E4-966A-75250FA70B73}" type="parTrans" cxnId="{E7F4CE6C-4AB8-4159-9B6A-66089DF72BEE}">
      <dgm:prSet/>
      <dgm:spPr/>
      <dgm:t>
        <a:bodyPr/>
        <a:lstStyle/>
        <a:p>
          <a:endParaRPr lang="en-US"/>
        </a:p>
      </dgm:t>
    </dgm:pt>
    <dgm:pt modelId="{96B8B0E5-8924-4472-A37C-0736FE27E7EE}" type="sibTrans" cxnId="{E7F4CE6C-4AB8-4159-9B6A-66089DF72BEE}">
      <dgm:prSet/>
      <dgm:spPr/>
      <dgm:t>
        <a:bodyPr/>
        <a:lstStyle/>
        <a:p>
          <a:endParaRPr lang="en-US"/>
        </a:p>
      </dgm:t>
    </dgm:pt>
    <dgm:pt modelId="{0DDEB4DF-6234-46E7-9EAA-86F1F5BEFF30}">
      <dgm:prSet/>
      <dgm:spPr/>
      <dgm:t>
        <a:bodyPr/>
        <a:lstStyle/>
        <a:p>
          <a:r>
            <a:rPr lang="en-GB"/>
            <a:t>It has been tested</a:t>
          </a:r>
          <a:endParaRPr lang="en-US"/>
        </a:p>
      </dgm:t>
    </dgm:pt>
    <dgm:pt modelId="{576FA7D8-0DE4-42B0-8E79-C13E6502D4E1}" type="parTrans" cxnId="{0105F304-057F-48B1-9765-BF40A00CBB99}">
      <dgm:prSet/>
      <dgm:spPr/>
      <dgm:t>
        <a:bodyPr/>
        <a:lstStyle/>
        <a:p>
          <a:endParaRPr lang="en-US"/>
        </a:p>
      </dgm:t>
    </dgm:pt>
    <dgm:pt modelId="{064E9386-7566-4F7B-A13A-423675F6DF4C}" type="sibTrans" cxnId="{0105F304-057F-48B1-9765-BF40A00CBB99}">
      <dgm:prSet/>
      <dgm:spPr/>
      <dgm:t>
        <a:bodyPr/>
        <a:lstStyle/>
        <a:p>
          <a:endParaRPr lang="en-US"/>
        </a:p>
      </dgm:t>
    </dgm:pt>
    <dgm:pt modelId="{4CB118D1-2563-45C0-9CBB-95DC04484811}">
      <dgm:prSet/>
      <dgm:spPr/>
      <dgm:t>
        <a:bodyPr/>
        <a:lstStyle/>
        <a:p>
          <a:r>
            <a:rPr lang="en-GB"/>
            <a:t>It has passed acceptance testing</a:t>
          </a:r>
          <a:endParaRPr lang="en-US"/>
        </a:p>
      </dgm:t>
    </dgm:pt>
    <dgm:pt modelId="{D2BFABCA-EBCE-4319-B522-70CB60DA61DA}" type="parTrans" cxnId="{1A89E37D-CD05-4A28-9D49-BB82D2E2B486}">
      <dgm:prSet/>
      <dgm:spPr/>
      <dgm:t>
        <a:bodyPr/>
        <a:lstStyle/>
        <a:p>
          <a:endParaRPr lang="en-US"/>
        </a:p>
      </dgm:t>
    </dgm:pt>
    <dgm:pt modelId="{854E87CB-1C59-45EC-94AD-6FCC720567D7}" type="sibTrans" cxnId="{1A89E37D-CD05-4A28-9D49-BB82D2E2B486}">
      <dgm:prSet/>
      <dgm:spPr/>
      <dgm:t>
        <a:bodyPr/>
        <a:lstStyle/>
        <a:p>
          <a:endParaRPr lang="en-US"/>
        </a:p>
      </dgm:t>
    </dgm:pt>
    <dgm:pt modelId="{7907E4C6-5BBB-4432-BCE8-4E315BA34C73}">
      <dgm:prSet/>
      <dgm:spPr/>
      <dgm:t>
        <a:bodyPr/>
        <a:lstStyle/>
        <a:p>
          <a:r>
            <a:rPr lang="en-GB" dirty="0"/>
            <a:t>It is ready to be included in an update to the application</a:t>
          </a:r>
          <a:endParaRPr lang="en-US" dirty="0"/>
        </a:p>
      </dgm:t>
    </dgm:pt>
    <dgm:pt modelId="{1684F2D8-F172-4073-A239-3AED30EB8390}" type="parTrans" cxnId="{398A3582-7CC8-420F-8465-8058657680F4}">
      <dgm:prSet/>
      <dgm:spPr/>
      <dgm:t>
        <a:bodyPr/>
        <a:lstStyle/>
        <a:p>
          <a:endParaRPr lang="en-US"/>
        </a:p>
      </dgm:t>
    </dgm:pt>
    <dgm:pt modelId="{BCF6B4C4-2858-4754-A468-4507E1E7B26E}" type="sibTrans" cxnId="{398A3582-7CC8-420F-8465-8058657680F4}">
      <dgm:prSet/>
      <dgm:spPr/>
      <dgm:t>
        <a:bodyPr/>
        <a:lstStyle/>
        <a:p>
          <a:endParaRPr lang="en-US"/>
        </a:p>
      </dgm:t>
    </dgm:pt>
    <dgm:pt modelId="{969238BB-0427-4312-A759-04D7C9CAA588}" type="pres">
      <dgm:prSet presAssocID="{53B9658F-FFA5-4A26-83A7-94FF2A98A218}" presName="linear" presStyleCnt="0">
        <dgm:presLayoutVars>
          <dgm:animLvl val="lvl"/>
          <dgm:resizeHandles val="exact"/>
        </dgm:presLayoutVars>
      </dgm:prSet>
      <dgm:spPr/>
    </dgm:pt>
    <dgm:pt modelId="{A6109BA2-570C-4656-AE7B-F7D99991966E}" type="pres">
      <dgm:prSet presAssocID="{2815CEBE-1D8E-4166-ACC0-1381727DE9F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2BB309-A9E6-42E4-9202-72418D77A862}" type="pres">
      <dgm:prSet presAssocID="{698310F7-D587-4183-B75C-2369AA52E2EA}" presName="spacer" presStyleCnt="0"/>
      <dgm:spPr/>
    </dgm:pt>
    <dgm:pt modelId="{40CC06D3-0192-4852-AF8C-5B40D2C9495B}" type="pres">
      <dgm:prSet presAssocID="{96EFD2AA-85B8-4053-8B13-7223ED01E7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99CA1B7-4201-4F14-8032-638FA288F4FB}" type="pres">
      <dgm:prSet presAssocID="{96B8B0E5-8924-4472-A37C-0736FE27E7EE}" presName="spacer" presStyleCnt="0"/>
      <dgm:spPr/>
    </dgm:pt>
    <dgm:pt modelId="{60CFC78B-1A18-45A0-A85A-75C969639E96}" type="pres">
      <dgm:prSet presAssocID="{0DDEB4DF-6234-46E7-9EAA-86F1F5BEFF3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6576AE-07AB-4E52-A195-53A2B83AF79B}" type="pres">
      <dgm:prSet presAssocID="{064E9386-7566-4F7B-A13A-423675F6DF4C}" presName="spacer" presStyleCnt="0"/>
      <dgm:spPr/>
    </dgm:pt>
    <dgm:pt modelId="{51015E7F-049E-4058-8510-3EFEFAC3F32A}" type="pres">
      <dgm:prSet presAssocID="{4CB118D1-2563-45C0-9CBB-95DC044848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B69B0E-FE56-4852-86EC-F2C2E00A3786}" type="pres">
      <dgm:prSet presAssocID="{854E87CB-1C59-45EC-94AD-6FCC720567D7}" presName="spacer" presStyleCnt="0"/>
      <dgm:spPr/>
    </dgm:pt>
    <dgm:pt modelId="{5B376ED3-00C0-4B45-9DB6-363C94708F65}" type="pres">
      <dgm:prSet presAssocID="{7907E4C6-5BBB-4432-BCE8-4E315BA34C73}" presName="parentText" presStyleLbl="node1" presStyleIdx="4" presStyleCnt="5" custLinFactNeighborX="-137">
        <dgm:presLayoutVars>
          <dgm:chMax val="0"/>
          <dgm:bulletEnabled val="1"/>
        </dgm:presLayoutVars>
      </dgm:prSet>
      <dgm:spPr/>
    </dgm:pt>
  </dgm:ptLst>
  <dgm:cxnLst>
    <dgm:cxn modelId="{0105F304-057F-48B1-9765-BF40A00CBB99}" srcId="{53B9658F-FFA5-4A26-83A7-94FF2A98A218}" destId="{0DDEB4DF-6234-46E7-9EAA-86F1F5BEFF30}" srcOrd="2" destOrd="0" parTransId="{576FA7D8-0DE4-42B0-8E79-C13E6502D4E1}" sibTransId="{064E9386-7566-4F7B-A13A-423675F6DF4C}"/>
    <dgm:cxn modelId="{2A90B01B-F14C-4CA6-94C7-A21AFC137771}" type="presOf" srcId="{96EFD2AA-85B8-4053-8B13-7223ED01E73D}" destId="{40CC06D3-0192-4852-AF8C-5B40D2C9495B}" srcOrd="0" destOrd="0" presId="urn:microsoft.com/office/officeart/2005/8/layout/vList2"/>
    <dgm:cxn modelId="{B5887C3C-EDED-4162-83B2-EB718BF9322A}" srcId="{53B9658F-FFA5-4A26-83A7-94FF2A98A218}" destId="{2815CEBE-1D8E-4166-ACC0-1381727DE9F3}" srcOrd="0" destOrd="0" parTransId="{BAC482D5-9951-4BCA-AB82-A1FBCFB0FE4A}" sibTransId="{698310F7-D587-4183-B75C-2369AA52E2EA}"/>
    <dgm:cxn modelId="{79A92347-5EFF-4CD4-A078-4DF63E71E198}" type="presOf" srcId="{7907E4C6-5BBB-4432-BCE8-4E315BA34C73}" destId="{5B376ED3-00C0-4B45-9DB6-363C94708F65}" srcOrd="0" destOrd="0" presId="urn:microsoft.com/office/officeart/2005/8/layout/vList2"/>
    <dgm:cxn modelId="{E7F4CE6C-4AB8-4159-9B6A-66089DF72BEE}" srcId="{53B9658F-FFA5-4A26-83A7-94FF2A98A218}" destId="{96EFD2AA-85B8-4053-8B13-7223ED01E73D}" srcOrd="1" destOrd="0" parTransId="{E08CDAAC-E988-43E4-966A-75250FA70B73}" sibTransId="{96B8B0E5-8924-4472-A37C-0736FE27E7EE}"/>
    <dgm:cxn modelId="{1A89E37D-CD05-4A28-9D49-BB82D2E2B486}" srcId="{53B9658F-FFA5-4A26-83A7-94FF2A98A218}" destId="{4CB118D1-2563-45C0-9CBB-95DC04484811}" srcOrd="3" destOrd="0" parTransId="{D2BFABCA-EBCE-4319-B522-70CB60DA61DA}" sibTransId="{854E87CB-1C59-45EC-94AD-6FCC720567D7}"/>
    <dgm:cxn modelId="{398A3582-7CC8-420F-8465-8058657680F4}" srcId="{53B9658F-FFA5-4A26-83A7-94FF2A98A218}" destId="{7907E4C6-5BBB-4432-BCE8-4E315BA34C73}" srcOrd="4" destOrd="0" parTransId="{1684F2D8-F172-4073-A239-3AED30EB8390}" sibTransId="{BCF6B4C4-2858-4754-A468-4507E1E7B26E}"/>
    <dgm:cxn modelId="{666E17A6-4CB7-4E01-A004-A19D5DA332B2}" type="presOf" srcId="{2815CEBE-1D8E-4166-ACC0-1381727DE9F3}" destId="{A6109BA2-570C-4656-AE7B-F7D99991966E}" srcOrd="0" destOrd="0" presId="urn:microsoft.com/office/officeart/2005/8/layout/vList2"/>
    <dgm:cxn modelId="{C8C410AD-C922-4DFD-8AEC-FDC26F56F732}" type="presOf" srcId="{4CB118D1-2563-45C0-9CBB-95DC04484811}" destId="{51015E7F-049E-4058-8510-3EFEFAC3F32A}" srcOrd="0" destOrd="0" presId="urn:microsoft.com/office/officeart/2005/8/layout/vList2"/>
    <dgm:cxn modelId="{E0D617BE-40FC-460D-8B42-26F0B1A6F764}" type="presOf" srcId="{53B9658F-FFA5-4A26-83A7-94FF2A98A218}" destId="{969238BB-0427-4312-A759-04D7C9CAA588}" srcOrd="0" destOrd="0" presId="urn:microsoft.com/office/officeart/2005/8/layout/vList2"/>
    <dgm:cxn modelId="{E7A0C2F0-1289-46E4-9D7D-0FF17959F046}" type="presOf" srcId="{0DDEB4DF-6234-46E7-9EAA-86F1F5BEFF30}" destId="{60CFC78B-1A18-45A0-A85A-75C969639E96}" srcOrd="0" destOrd="0" presId="urn:microsoft.com/office/officeart/2005/8/layout/vList2"/>
    <dgm:cxn modelId="{A1FB04A5-81DB-491A-82C1-8ACF38E26EE9}" type="presParOf" srcId="{969238BB-0427-4312-A759-04D7C9CAA588}" destId="{A6109BA2-570C-4656-AE7B-F7D99991966E}" srcOrd="0" destOrd="0" presId="urn:microsoft.com/office/officeart/2005/8/layout/vList2"/>
    <dgm:cxn modelId="{6B7F7063-9D8D-4988-B02F-489A829E43CD}" type="presParOf" srcId="{969238BB-0427-4312-A759-04D7C9CAA588}" destId="{112BB309-A9E6-42E4-9202-72418D77A862}" srcOrd="1" destOrd="0" presId="urn:microsoft.com/office/officeart/2005/8/layout/vList2"/>
    <dgm:cxn modelId="{6C3A080A-13F1-43F9-8550-6CA006A94742}" type="presParOf" srcId="{969238BB-0427-4312-A759-04D7C9CAA588}" destId="{40CC06D3-0192-4852-AF8C-5B40D2C9495B}" srcOrd="2" destOrd="0" presId="urn:microsoft.com/office/officeart/2005/8/layout/vList2"/>
    <dgm:cxn modelId="{87FB2AAD-59F2-4430-A0C5-0E04F7F04B12}" type="presParOf" srcId="{969238BB-0427-4312-A759-04D7C9CAA588}" destId="{399CA1B7-4201-4F14-8032-638FA288F4FB}" srcOrd="3" destOrd="0" presId="urn:microsoft.com/office/officeart/2005/8/layout/vList2"/>
    <dgm:cxn modelId="{CF515FE9-A8F1-47E3-972E-3CC6673C0ED9}" type="presParOf" srcId="{969238BB-0427-4312-A759-04D7C9CAA588}" destId="{60CFC78B-1A18-45A0-A85A-75C969639E96}" srcOrd="4" destOrd="0" presId="urn:microsoft.com/office/officeart/2005/8/layout/vList2"/>
    <dgm:cxn modelId="{7E80DCB3-A3A0-4BC0-8043-52023B148FAD}" type="presParOf" srcId="{969238BB-0427-4312-A759-04D7C9CAA588}" destId="{406576AE-07AB-4E52-A195-53A2B83AF79B}" srcOrd="5" destOrd="0" presId="urn:microsoft.com/office/officeart/2005/8/layout/vList2"/>
    <dgm:cxn modelId="{60646A60-75A3-4F75-A827-B4D86B58F3EF}" type="presParOf" srcId="{969238BB-0427-4312-A759-04D7C9CAA588}" destId="{51015E7F-049E-4058-8510-3EFEFAC3F32A}" srcOrd="6" destOrd="0" presId="urn:microsoft.com/office/officeart/2005/8/layout/vList2"/>
    <dgm:cxn modelId="{B44DA23D-AC8F-4F56-B163-1AE2ADBB2BF8}" type="presParOf" srcId="{969238BB-0427-4312-A759-04D7C9CAA588}" destId="{8FB69B0E-FE56-4852-86EC-F2C2E00A3786}" srcOrd="7" destOrd="0" presId="urn:microsoft.com/office/officeart/2005/8/layout/vList2"/>
    <dgm:cxn modelId="{CB4240B5-C971-4FC4-A041-9C6B28A4D0D6}" type="presParOf" srcId="{969238BB-0427-4312-A759-04D7C9CAA588}" destId="{5B376ED3-00C0-4B45-9DB6-363C94708F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388BE8-5110-4E2F-9964-2E4811F185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85A7EC-09AD-40A9-B125-40355B87AF0A}">
      <dgm:prSet custT="1"/>
      <dgm:spPr/>
      <dgm:t>
        <a:bodyPr/>
        <a:lstStyle/>
        <a:p>
          <a:r>
            <a:rPr lang="en-GB" sz="1800"/>
            <a:t>Create a Workspace first and then add a </a:t>
          </a:r>
          <a:r>
            <a:rPr lang="en-GB" sz="1800" b="1"/>
            <a:t>Board</a:t>
          </a:r>
          <a:endParaRPr lang="en-US" sz="1800"/>
        </a:p>
      </dgm:t>
    </dgm:pt>
    <dgm:pt modelId="{9DF52A92-D549-48B8-9E40-730BB45A008E}" type="parTrans" cxnId="{01A45BBE-659B-4E85-A3BE-7E2E955B4BFE}">
      <dgm:prSet/>
      <dgm:spPr/>
      <dgm:t>
        <a:bodyPr/>
        <a:lstStyle/>
        <a:p>
          <a:endParaRPr lang="en-US" sz="2400"/>
        </a:p>
      </dgm:t>
    </dgm:pt>
    <dgm:pt modelId="{E3A43B4A-3B8A-45F0-969F-ABF8122908C4}" type="sibTrans" cxnId="{01A45BBE-659B-4E85-A3BE-7E2E955B4BFE}">
      <dgm:prSet/>
      <dgm:spPr/>
      <dgm:t>
        <a:bodyPr/>
        <a:lstStyle/>
        <a:p>
          <a:endParaRPr lang="en-US" sz="2400"/>
        </a:p>
      </dgm:t>
    </dgm:pt>
    <dgm:pt modelId="{15A257BC-2A87-4A16-B5C2-FF56D2DBC67D}">
      <dgm:prSet custT="1"/>
      <dgm:spPr/>
      <dgm:t>
        <a:bodyPr/>
        <a:lstStyle/>
        <a:p>
          <a:r>
            <a:rPr lang="en-GB" sz="1800"/>
            <a:t>A </a:t>
          </a:r>
          <a:r>
            <a:rPr lang="en-GB" sz="1800" b="1"/>
            <a:t>Board</a:t>
          </a:r>
          <a:r>
            <a:rPr lang="en-GB" sz="1800"/>
            <a:t> can have many </a:t>
          </a:r>
          <a:r>
            <a:rPr lang="en-GB" sz="1800" b="1"/>
            <a:t>Cards</a:t>
          </a:r>
          <a:endParaRPr lang="en-US" sz="1800"/>
        </a:p>
      </dgm:t>
    </dgm:pt>
    <dgm:pt modelId="{65723173-77EA-44FE-B5E3-08770E43CB3E}" type="parTrans" cxnId="{638B8FF1-D125-43CF-9C76-C0965AD74809}">
      <dgm:prSet/>
      <dgm:spPr/>
      <dgm:t>
        <a:bodyPr/>
        <a:lstStyle/>
        <a:p>
          <a:endParaRPr lang="en-US" sz="2400"/>
        </a:p>
      </dgm:t>
    </dgm:pt>
    <dgm:pt modelId="{052DA882-AB6D-410E-ACFB-61D16164021D}" type="sibTrans" cxnId="{638B8FF1-D125-43CF-9C76-C0965AD74809}">
      <dgm:prSet/>
      <dgm:spPr/>
      <dgm:t>
        <a:bodyPr/>
        <a:lstStyle/>
        <a:p>
          <a:endParaRPr lang="en-US" sz="2400"/>
        </a:p>
      </dgm:t>
    </dgm:pt>
    <dgm:pt modelId="{7D2FD739-6989-42C4-ACE1-CD2D15FCC7BF}">
      <dgm:prSet custT="1"/>
      <dgm:spPr/>
      <dgm:t>
        <a:bodyPr/>
        <a:lstStyle/>
        <a:p>
          <a:r>
            <a:rPr lang="en-GB" sz="1800"/>
            <a:t>A Card can move between Lists (use drag-drop)</a:t>
          </a:r>
          <a:endParaRPr lang="en-US" sz="1800"/>
        </a:p>
      </dgm:t>
    </dgm:pt>
    <dgm:pt modelId="{94B9C193-4DE1-43BC-B947-C6466F232E45}" type="parTrans" cxnId="{FDC3BF24-6685-46A7-AC5A-A88E829B2CE1}">
      <dgm:prSet/>
      <dgm:spPr/>
      <dgm:t>
        <a:bodyPr/>
        <a:lstStyle/>
        <a:p>
          <a:endParaRPr lang="en-US" sz="2400"/>
        </a:p>
      </dgm:t>
    </dgm:pt>
    <dgm:pt modelId="{DE4E6EA3-F484-49CB-80CD-EE6804B85A16}" type="sibTrans" cxnId="{FDC3BF24-6685-46A7-AC5A-A88E829B2CE1}">
      <dgm:prSet/>
      <dgm:spPr/>
      <dgm:t>
        <a:bodyPr/>
        <a:lstStyle/>
        <a:p>
          <a:endParaRPr lang="en-US" sz="2400"/>
        </a:p>
      </dgm:t>
    </dgm:pt>
    <dgm:pt modelId="{11A9520F-D7DE-4275-8F2C-69EA9DFAA0A1}">
      <dgm:prSet custT="1"/>
      <dgm:spPr/>
      <dgm:t>
        <a:bodyPr/>
        <a:lstStyle/>
        <a:p>
          <a:r>
            <a:rPr lang="en-GB" sz="1800"/>
            <a:t>Board is either private or public</a:t>
          </a:r>
          <a:endParaRPr lang="en-US" sz="1800"/>
        </a:p>
      </dgm:t>
    </dgm:pt>
    <dgm:pt modelId="{1B5A27AE-D265-4BCA-80E1-FFAA01376E0A}" type="parTrans" cxnId="{F99A02F2-815E-4BE6-B126-C4D1D12674DB}">
      <dgm:prSet/>
      <dgm:spPr/>
      <dgm:t>
        <a:bodyPr/>
        <a:lstStyle/>
        <a:p>
          <a:endParaRPr lang="en-US" sz="2400"/>
        </a:p>
      </dgm:t>
    </dgm:pt>
    <dgm:pt modelId="{C490E53E-2960-4A7E-AB9B-4600F20F02AA}" type="sibTrans" cxnId="{F99A02F2-815E-4BE6-B126-C4D1D12674DB}">
      <dgm:prSet/>
      <dgm:spPr/>
      <dgm:t>
        <a:bodyPr/>
        <a:lstStyle/>
        <a:p>
          <a:endParaRPr lang="en-US" sz="2400"/>
        </a:p>
      </dgm:t>
    </dgm:pt>
    <dgm:pt modelId="{E812E2CB-2AB9-4644-A1E0-006C59FFE51A}">
      <dgm:prSet custT="1"/>
      <dgm:spPr/>
      <dgm:t>
        <a:bodyPr/>
        <a:lstStyle/>
        <a:p>
          <a:r>
            <a:rPr lang="en-GB" sz="1800" dirty="0"/>
            <a:t>Public boards can be viewed by anyone but can only be edited by authorized members</a:t>
          </a:r>
          <a:endParaRPr lang="en-US" sz="1800" dirty="0"/>
        </a:p>
      </dgm:t>
    </dgm:pt>
    <dgm:pt modelId="{3137AD31-77DC-4533-AF02-EBCADC1FEEB8}" type="parTrans" cxnId="{975B923A-B3F3-44DA-B529-334E4A01EF6B}">
      <dgm:prSet/>
      <dgm:spPr/>
      <dgm:t>
        <a:bodyPr/>
        <a:lstStyle/>
        <a:p>
          <a:endParaRPr lang="en-US" sz="2400"/>
        </a:p>
      </dgm:t>
    </dgm:pt>
    <dgm:pt modelId="{5AD451D8-DD05-4AB1-9202-F9112C96748D}" type="sibTrans" cxnId="{975B923A-B3F3-44DA-B529-334E4A01EF6B}">
      <dgm:prSet/>
      <dgm:spPr/>
      <dgm:t>
        <a:bodyPr/>
        <a:lstStyle/>
        <a:p>
          <a:endParaRPr lang="en-US" sz="2400"/>
        </a:p>
      </dgm:t>
    </dgm:pt>
    <dgm:pt modelId="{7008A0FD-1BEC-4072-9B8B-9E29BB1FD0F0}" type="pres">
      <dgm:prSet presAssocID="{3D388BE8-5110-4E2F-9964-2E4811F185CB}" presName="linear" presStyleCnt="0">
        <dgm:presLayoutVars>
          <dgm:animLvl val="lvl"/>
          <dgm:resizeHandles val="exact"/>
        </dgm:presLayoutVars>
      </dgm:prSet>
      <dgm:spPr/>
    </dgm:pt>
    <dgm:pt modelId="{E8F623DD-6CAF-4425-AB55-11E7251391A0}" type="pres">
      <dgm:prSet presAssocID="{0E85A7EC-09AD-40A9-B125-40355B87AF0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83C8B33-59B3-4B1D-99F7-1FA609B0582A}" type="pres">
      <dgm:prSet presAssocID="{E3A43B4A-3B8A-45F0-969F-ABF8122908C4}" presName="spacer" presStyleCnt="0"/>
      <dgm:spPr/>
    </dgm:pt>
    <dgm:pt modelId="{7450E090-66FD-4854-90B0-C33AD447BCB7}" type="pres">
      <dgm:prSet presAssocID="{15A257BC-2A87-4A16-B5C2-FF56D2DBC67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D9206A-5FA4-4935-94F8-76B1C24FC027}" type="pres">
      <dgm:prSet presAssocID="{052DA882-AB6D-410E-ACFB-61D16164021D}" presName="spacer" presStyleCnt="0"/>
      <dgm:spPr/>
    </dgm:pt>
    <dgm:pt modelId="{C23F6606-2669-44AE-8D8B-73423716C371}" type="pres">
      <dgm:prSet presAssocID="{7D2FD739-6989-42C4-ACE1-CD2D15FCC7B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E947E49-5490-4EC8-A262-953AE9BF455E}" type="pres">
      <dgm:prSet presAssocID="{DE4E6EA3-F484-49CB-80CD-EE6804B85A16}" presName="spacer" presStyleCnt="0"/>
      <dgm:spPr/>
    </dgm:pt>
    <dgm:pt modelId="{FCED9E49-E988-4DED-BEAA-6CEFAEF5A76A}" type="pres">
      <dgm:prSet presAssocID="{11A9520F-D7DE-4275-8F2C-69EA9DFAA0A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02ACA15-017B-481B-97EC-E6CBB011682C}" type="pres">
      <dgm:prSet presAssocID="{C490E53E-2960-4A7E-AB9B-4600F20F02AA}" presName="spacer" presStyleCnt="0"/>
      <dgm:spPr/>
    </dgm:pt>
    <dgm:pt modelId="{4801CD3C-4DEA-4E71-AEA1-F2CF7A82C25D}" type="pres">
      <dgm:prSet presAssocID="{E812E2CB-2AB9-4644-A1E0-006C59FFE5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DC3BF24-6685-46A7-AC5A-A88E829B2CE1}" srcId="{3D388BE8-5110-4E2F-9964-2E4811F185CB}" destId="{7D2FD739-6989-42C4-ACE1-CD2D15FCC7BF}" srcOrd="2" destOrd="0" parTransId="{94B9C193-4DE1-43BC-B947-C6466F232E45}" sibTransId="{DE4E6EA3-F484-49CB-80CD-EE6804B85A16}"/>
    <dgm:cxn modelId="{975B923A-B3F3-44DA-B529-334E4A01EF6B}" srcId="{3D388BE8-5110-4E2F-9964-2E4811F185CB}" destId="{E812E2CB-2AB9-4644-A1E0-006C59FFE51A}" srcOrd="4" destOrd="0" parTransId="{3137AD31-77DC-4533-AF02-EBCADC1FEEB8}" sibTransId="{5AD451D8-DD05-4AB1-9202-F9112C96748D}"/>
    <dgm:cxn modelId="{9C71884D-0002-4066-9DC1-BBC987BCCAE1}" type="presOf" srcId="{11A9520F-D7DE-4275-8F2C-69EA9DFAA0A1}" destId="{FCED9E49-E988-4DED-BEAA-6CEFAEF5A76A}" srcOrd="0" destOrd="0" presId="urn:microsoft.com/office/officeart/2005/8/layout/vList2"/>
    <dgm:cxn modelId="{2C01335A-49A7-4513-8044-9D844A014C86}" type="presOf" srcId="{15A257BC-2A87-4A16-B5C2-FF56D2DBC67D}" destId="{7450E090-66FD-4854-90B0-C33AD447BCB7}" srcOrd="0" destOrd="0" presId="urn:microsoft.com/office/officeart/2005/8/layout/vList2"/>
    <dgm:cxn modelId="{F0949B7F-E855-488D-A091-2149136226B5}" type="presOf" srcId="{E812E2CB-2AB9-4644-A1E0-006C59FFE51A}" destId="{4801CD3C-4DEA-4E71-AEA1-F2CF7A82C25D}" srcOrd="0" destOrd="0" presId="urn:microsoft.com/office/officeart/2005/8/layout/vList2"/>
    <dgm:cxn modelId="{6D08CE90-2C51-4DE7-B9E9-F4E2A69DF710}" type="presOf" srcId="{7D2FD739-6989-42C4-ACE1-CD2D15FCC7BF}" destId="{C23F6606-2669-44AE-8D8B-73423716C371}" srcOrd="0" destOrd="0" presId="urn:microsoft.com/office/officeart/2005/8/layout/vList2"/>
    <dgm:cxn modelId="{395265AB-429E-4486-8B91-AB4DC2C64B9A}" type="presOf" srcId="{0E85A7EC-09AD-40A9-B125-40355B87AF0A}" destId="{E8F623DD-6CAF-4425-AB55-11E7251391A0}" srcOrd="0" destOrd="0" presId="urn:microsoft.com/office/officeart/2005/8/layout/vList2"/>
    <dgm:cxn modelId="{01A45BBE-659B-4E85-A3BE-7E2E955B4BFE}" srcId="{3D388BE8-5110-4E2F-9964-2E4811F185CB}" destId="{0E85A7EC-09AD-40A9-B125-40355B87AF0A}" srcOrd="0" destOrd="0" parTransId="{9DF52A92-D549-48B8-9E40-730BB45A008E}" sibTransId="{E3A43B4A-3B8A-45F0-969F-ABF8122908C4}"/>
    <dgm:cxn modelId="{92ABA9EF-F6AA-4FE7-B44D-6478D24EEA02}" type="presOf" srcId="{3D388BE8-5110-4E2F-9964-2E4811F185CB}" destId="{7008A0FD-1BEC-4072-9B8B-9E29BB1FD0F0}" srcOrd="0" destOrd="0" presId="urn:microsoft.com/office/officeart/2005/8/layout/vList2"/>
    <dgm:cxn modelId="{638B8FF1-D125-43CF-9C76-C0965AD74809}" srcId="{3D388BE8-5110-4E2F-9964-2E4811F185CB}" destId="{15A257BC-2A87-4A16-B5C2-FF56D2DBC67D}" srcOrd="1" destOrd="0" parTransId="{65723173-77EA-44FE-B5E3-08770E43CB3E}" sibTransId="{052DA882-AB6D-410E-ACFB-61D16164021D}"/>
    <dgm:cxn modelId="{F99A02F2-815E-4BE6-B126-C4D1D12674DB}" srcId="{3D388BE8-5110-4E2F-9964-2E4811F185CB}" destId="{11A9520F-D7DE-4275-8F2C-69EA9DFAA0A1}" srcOrd="3" destOrd="0" parTransId="{1B5A27AE-D265-4BCA-80E1-FFAA01376E0A}" sibTransId="{C490E53E-2960-4A7E-AB9B-4600F20F02AA}"/>
    <dgm:cxn modelId="{9873BF62-37C2-422B-B4F8-722B21827A09}" type="presParOf" srcId="{7008A0FD-1BEC-4072-9B8B-9E29BB1FD0F0}" destId="{E8F623DD-6CAF-4425-AB55-11E7251391A0}" srcOrd="0" destOrd="0" presId="urn:microsoft.com/office/officeart/2005/8/layout/vList2"/>
    <dgm:cxn modelId="{6FFA85AB-F982-4C9B-B855-AC6D0E9E04FA}" type="presParOf" srcId="{7008A0FD-1BEC-4072-9B8B-9E29BB1FD0F0}" destId="{183C8B33-59B3-4B1D-99F7-1FA609B0582A}" srcOrd="1" destOrd="0" presId="urn:microsoft.com/office/officeart/2005/8/layout/vList2"/>
    <dgm:cxn modelId="{84D661A9-3542-4258-852D-1FB345B89062}" type="presParOf" srcId="{7008A0FD-1BEC-4072-9B8B-9E29BB1FD0F0}" destId="{7450E090-66FD-4854-90B0-C33AD447BCB7}" srcOrd="2" destOrd="0" presId="urn:microsoft.com/office/officeart/2005/8/layout/vList2"/>
    <dgm:cxn modelId="{9093176C-D6E3-4B52-884E-2851A7C6DE31}" type="presParOf" srcId="{7008A0FD-1BEC-4072-9B8B-9E29BB1FD0F0}" destId="{03D9206A-5FA4-4935-94F8-76B1C24FC027}" srcOrd="3" destOrd="0" presId="urn:microsoft.com/office/officeart/2005/8/layout/vList2"/>
    <dgm:cxn modelId="{EE80946F-FE38-4EDD-B23F-C0FB58ED8430}" type="presParOf" srcId="{7008A0FD-1BEC-4072-9B8B-9E29BB1FD0F0}" destId="{C23F6606-2669-44AE-8D8B-73423716C371}" srcOrd="4" destOrd="0" presId="urn:microsoft.com/office/officeart/2005/8/layout/vList2"/>
    <dgm:cxn modelId="{9B4F936D-64A6-4EAB-80AA-1A33BDF1AD19}" type="presParOf" srcId="{7008A0FD-1BEC-4072-9B8B-9E29BB1FD0F0}" destId="{3E947E49-5490-4EC8-A262-953AE9BF455E}" srcOrd="5" destOrd="0" presId="urn:microsoft.com/office/officeart/2005/8/layout/vList2"/>
    <dgm:cxn modelId="{C81A3CF6-BA7C-444F-A8A4-BF2830066DC4}" type="presParOf" srcId="{7008A0FD-1BEC-4072-9B8B-9E29BB1FD0F0}" destId="{FCED9E49-E988-4DED-BEAA-6CEFAEF5A76A}" srcOrd="6" destOrd="0" presId="urn:microsoft.com/office/officeart/2005/8/layout/vList2"/>
    <dgm:cxn modelId="{050791C3-6787-4C20-B2A0-F6D989787537}" type="presParOf" srcId="{7008A0FD-1BEC-4072-9B8B-9E29BB1FD0F0}" destId="{102ACA15-017B-481B-97EC-E6CBB011682C}" srcOrd="7" destOrd="0" presId="urn:microsoft.com/office/officeart/2005/8/layout/vList2"/>
    <dgm:cxn modelId="{EEC7896A-BED1-4B0E-96BD-7755D6ECCB08}" type="presParOf" srcId="{7008A0FD-1BEC-4072-9B8B-9E29BB1FD0F0}" destId="{4801CD3C-4DEA-4E71-AEA1-F2CF7A82C25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85114B-24A6-469F-9561-E650E1B4596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CFA1E1-8CB9-4BE6-8D36-B65E98DDF1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Set up Trello</a:t>
          </a:r>
          <a:endParaRPr lang="en-US" sz="2000"/>
        </a:p>
      </dgm:t>
    </dgm:pt>
    <dgm:pt modelId="{E728D205-C1FC-444F-95C2-8E9C4DAA98CA}" type="parTrans" cxnId="{4C07AF65-C954-407B-A2FF-80BFBC6122D7}">
      <dgm:prSet/>
      <dgm:spPr/>
      <dgm:t>
        <a:bodyPr/>
        <a:lstStyle/>
        <a:p>
          <a:endParaRPr lang="en-US" sz="1600"/>
        </a:p>
      </dgm:t>
    </dgm:pt>
    <dgm:pt modelId="{A6E741A2-A502-45C7-A1EF-22F3B2542CC7}" type="sibTrans" cxnId="{4C07AF65-C954-407B-A2FF-80BFBC6122D7}">
      <dgm:prSet/>
      <dgm:spPr/>
      <dgm:t>
        <a:bodyPr/>
        <a:lstStyle/>
        <a:p>
          <a:endParaRPr lang="en-US" sz="1600"/>
        </a:p>
      </dgm:t>
    </dgm:pt>
    <dgm:pt modelId="{E556BE56-FB53-4B08-8480-6867490BE0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/>
            <a:t>Create a simple workflow</a:t>
          </a:r>
          <a:endParaRPr lang="en-US" sz="2000"/>
        </a:p>
      </dgm:t>
    </dgm:pt>
    <dgm:pt modelId="{A272EA21-3B96-4C05-83DF-0A79E621C482}" type="parTrans" cxnId="{7AFF2D45-D1F7-475E-A8BC-EFCA62F8C9D5}">
      <dgm:prSet/>
      <dgm:spPr/>
      <dgm:t>
        <a:bodyPr/>
        <a:lstStyle/>
        <a:p>
          <a:endParaRPr lang="en-US" sz="1600"/>
        </a:p>
      </dgm:t>
    </dgm:pt>
    <dgm:pt modelId="{17F1EB5B-B95C-4245-83AF-446CFA7A3041}" type="sibTrans" cxnId="{7AFF2D45-D1F7-475E-A8BC-EFCA62F8C9D5}">
      <dgm:prSet/>
      <dgm:spPr/>
      <dgm:t>
        <a:bodyPr/>
        <a:lstStyle/>
        <a:p>
          <a:endParaRPr lang="en-US" sz="1600"/>
        </a:p>
      </dgm:t>
    </dgm:pt>
    <dgm:pt modelId="{A98A5DEC-9E1B-406D-B4DC-9084458B2B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Add User Stories to the Product Backlog</a:t>
          </a:r>
          <a:endParaRPr lang="en-US" sz="2000" dirty="0"/>
        </a:p>
      </dgm:t>
    </dgm:pt>
    <dgm:pt modelId="{1DDAD698-3CC5-4A18-B330-E5A044E0F437}" type="parTrans" cxnId="{0257D6BC-019B-49C7-8EA9-1FAF759DD4FE}">
      <dgm:prSet/>
      <dgm:spPr/>
      <dgm:t>
        <a:bodyPr/>
        <a:lstStyle/>
        <a:p>
          <a:endParaRPr lang="en-US" sz="1600"/>
        </a:p>
      </dgm:t>
    </dgm:pt>
    <dgm:pt modelId="{75D49B48-4E1B-4E3D-A7F0-8E6E15DA857C}" type="sibTrans" cxnId="{0257D6BC-019B-49C7-8EA9-1FAF759DD4FE}">
      <dgm:prSet/>
      <dgm:spPr/>
      <dgm:t>
        <a:bodyPr/>
        <a:lstStyle/>
        <a:p>
          <a:endParaRPr lang="en-US" sz="1600"/>
        </a:p>
      </dgm:t>
    </dgm:pt>
    <dgm:pt modelId="{99DD7A53-3EA7-4951-A11F-7D19F1D5319A}" type="pres">
      <dgm:prSet presAssocID="{2385114B-24A6-469F-9561-E650E1B45969}" presName="root" presStyleCnt="0">
        <dgm:presLayoutVars>
          <dgm:dir/>
          <dgm:resizeHandles val="exact"/>
        </dgm:presLayoutVars>
      </dgm:prSet>
      <dgm:spPr/>
    </dgm:pt>
    <dgm:pt modelId="{2BD24A23-7BDF-4236-8808-B55AD8650A4A}" type="pres">
      <dgm:prSet presAssocID="{C3CFA1E1-8CB9-4BE6-8D36-B65E98DDF199}" presName="compNode" presStyleCnt="0"/>
      <dgm:spPr/>
    </dgm:pt>
    <dgm:pt modelId="{EAE8C019-C097-4E65-B987-5DD8989A68D3}" type="pres">
      <dgm:prSet presAssocID="{C3CFA1E1-8CB9-4BE6-8D36-B65E98DDF199}" presName="bgRect" presStyleLbl="bgShp" presStyleIdx="0" presStyleCnt="3"/>
      <dgm:spPr/>
    </dgm:pt>
    <dgm:pt modelId="{E36D18EB-4254-48F7-9D96-F4F403FF208C}" type="pres">
      <dgm:prSet presAssocID="{C3CFA1E1-8CB9-4BE6-8D36-B65E98DDF1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E4ADA1EE-B87F-4916-BB0A-8B16430E1450}" type="pres">
      <dgm:prSet presAssocID="{C3CFA1E1-8CB9-4BE6-8D36-B65E98DDF199}" presName="spaceRect" presStyleCnt="0"/>
      <dgm:spPr/>
    </dgm:pt>
    <dgm:pt modelId="{470C7EBB-A500-4543-9212-45E322A4F7DF}" type="pres">
      <dgm:prSet presAssocID="{C3CFA1E1-8CB9-4BE6-8D36-B65E98DDF199}" presName="parTx" presStyleLbl="revTx" presStyleIdx="0" presStyleCnt="3">
        <dgm:presLayoutVars>
          <dgm:chMax val="0"/>
          <dgm:chPref val="0"/>
        </dgm:presLayoutVars>
      </dgm:prSet>
      <dgm:spPr/>
    </dgm:pt>
    <dgm:pt modelId="{72C15697-7221-4B3F-8EB4-EC65A63961FF}" type="pres">
      <dgm:prSet presAssocID="{A6E741A2-A502-45C7-A1EF-22F3B2542CC7}" presName="sibTrans" presStyleCnt="0"/>
      <dgm:spPr/>
    </dgm:pt>
    <dgm:pt modelId="{5DB87AE3-FA4D-48AF-A37C-D48EDE1F896E}" type="pres">
      <dgm:prSet presAssocID="{E556BE56-FB53-4B08-8480-6867490BE064}" presName="compNode" presStyleCnt="0"/>
      <dgm:spPr/>
    </dgm:pt>
    <dgm:pt modelId="{CF4413A4-6C41-4713-AB28-1330FE270388}" type="pres">
      <dgm:prSet presAssocID="{E556BE56-FB53-4B08-8480-6867490BE064}" presName="bgRect" presStyleLbl="bgShp" presStyleIdx="1" presStyleCnt="3"/>
      <dgm:spPr/>
    </dgm:pt>
    <dgm:pt modelId="{DDAA0CD7-6265-4B19-9A27-66942BA2A732}" type="pres">
      <dgm:prSet presAssocID="{E556BE56-FB53-4B08-8480-6867490BE0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kchain with solid fill"/>
        </a:ext>
      </dgm:extLst>
    </dgm:pt>
    <dgm:pt modelId="{FB938004-D854-4D51-BDE1-77D9D6C8D554}" type="pres">
      <dgm:prSet presAssocID="{E556BE56-FB53-4B08-8480-6867490BE064}" presName="spaceRect" presStyleCnt="0"/>
      <dgm:spPr/>
    </dgm:pt>
    <dgm:pt modelId="{402339D8-250B-4C75-A952-48C5925F252F}" type="pres">
      <dgm:prSet presAssocID="{E556BE56-FB53-4B08-8480-6867490BE064}" presName="parTx" presStyleLbl="revTx" presStyleIdx="1" presStyleCnt="3">
        <dgm:presLayoutVars>
          <dgm:chMax val="0"/>
          <dgm:chPref val="0"/>
        </dgm:presLayoutVars>
      </dgm:prSet>
      <dgm:spPr/>
    </dgm:pt>
    <dgm:pt modelId="{88AB8F32-CEAF-4F95-9C07-526AE172D5B0}" type="pres">
      <dgm:prSet presAssocID="{17F1EB5B-B95C-4245-83AF-446CFA7A3041}" presName="sibTrans" presStyleCnt="0"/>
      <dgm:spPr/>
    </dgm:pt>
    <dgm:pt modelId="{68E43788-8A68-4025-9C98-B429E0274B72}" type="pres">
      <dgm:prSet presAssocID="{A98A5DEC-9E1B-406D-B4DC-9084458B2BE6}" presName="compNode" presStyleCnt="0"/>
      <dgm:spPr/>
    </dgm:pt>
    <dgm:pt modelId="{2E08D4BA-DF77-49EC-96E0-2B7F2DC09AFF}" type="pres">
      <dgm:prSet presAssocID="{A98A5DEC-9E1B-406D-B4DC-9084458B2BE6}" presName="bgRect" presStyleLbl="bgShp" presStyleIdx="2" presStyleCnt="3" custLinFactNeighborY="-1141"/>
      <dgm:spPr/>
    </dgm:pt>
    <dgm:pt modelId="{E0B706EF-243F-4622-B89E-404C6377D6CD}" type="pres">
      <dgm:prSet presAssocID="{A98A5DEC-9E1B-406D-B4DC-9084458B2BE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E9A6904-D517-429F-BEA6-E3AD0F258045}" type="pres">
      <dgm:prSet presAssocID="{A98A5DEC-9E1B-406D-B4DC-9084458B2BE6}" presName="spaceRect" presStyleCnt="0"/>
      <dgm:spPr/>
    </dgm:pt>
    <dgm:pt modelId="{354EB4E6-787D-4776-9526-F218C8134F06}" type="pres">
      <dgm:prSet presAssocID="{A98A5DEC-9E1B-406D-B4DC-9084458B2BE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AFF2D45-D1F7-475E-A8BC-EFCA62F8C9D5}" srcId="{2385114B-24A6-469F-9561-E650E1B45969}" destId="{E556BE56-FB53-4B08-8480-6867490BE064}" srcOrd="1" destOrd="0" parTransId="{A272EA21-3B96-4C05-83DF-0A79E621C482}" sibTransId="{17F1EB5B-B95C-4245-83AF-446CFA7A3041}"/>
    <dgm:cxn modelId="{4C07AF65-C954-407B-A2FF-80BFBC6122D7}" srcId="{2385114B-24A6-469F-9561-E650E1B45969}" destId="{C3CFA1E1-8CB9-4BE6-8D36-B65E98DDF199}" srcOrd="0" destOrd="0" parTransId="{E728D205-C1FC-444F-95C2-8E9C4DAA98CA}" sibTransId="{A6E741A2-A502-45C7-A1EF-22F3B2542CC7}"/>
    <dgm:cxn modelId="{E69C427F-ED72-43C9-B23C-E8ADF78F4269}" type="presOf" srcId="{A98A5DEC-9E1B-406D-B4DC-9084458B2BE6}" destId="{354EB4E6-787D-4776-9526-F218C8134F06}" srcOrd="0" destOrd="0" presId="urn:microsoft.com/office/officeart/2018/2/layout/IconVerticalSolidList"/>
    <dgm:cxn modelId="{E0E75A9B-16CF-4F14-9440-9F1EC56C6037}" type="presOf" srcId="{2385114B-24A6-469F-9561-E650E1B45969}" destId="{99DD7A53-3EA7-4951-A11F-7D19F1D5319A}" srcOrd="0" destOrd="0" presId="urn:microsoft.com/office/officeart/2018/2/layout/IconVerticalSolidList"/>
    <dgm:cxn modelId="{97AFAEAA-DD2F-411E-AE62-7F254ED2E979}" type="presOf" srcId="{C3CFA1E1-8CB9-4BE6-8D36-B65E98DDF199}" destId="{470C7EBB-A500-4543-9212-45E322A4F7DF}" srcOrd="0" destOrd="0" presId="urn:microsoft.com/office/officeart/2018/2/layout/IconVerticalSolidList"/>
    <dgm:cxn modelId="{0257D6BC-019B-49C7-8EA9-1FAF759DD4FE}" srcId="{2385114B-24A6-469F-9561-E650E1B45969}" destId="{A98A5DEC-9E1B-406D-B4DC-9084458B2BE6}" srcOrd="2" destOrd="0" parTransId="{1DDAD698-3CC5-4A18-B330-E5A044E0F437}" sibTransId="{75D49B48-4E1B-4E3D-A7F0-8E6E15DA857C}"/>
    <dgm:cxn modelId="{23982FD3-E7B4-4684-B54E-B270F1730DDF}" type="presOf" srcId="{E556BE56-FB53-4B08-8480-6867490BE064}" destId="{402339D8-250B-4C75-A952-48C5925F252F}" srcOrd="0" destOrd="0" presId="urn:microsoft.com/office/officeart/2018/2/layout/IconVerticalSolidList"/>
    <dgm:cxn modelId="{784A828A-4E23-4243-8B69-5D8A049AC918}" type="presParOf" srcId="{99DD7A53-3EA7-4951-A11F-7D19F1D5319A}" destId="{2BD24A23-7BDF-4236-8808-B55AD8650A4A}" srcOrd="0" destOrd="0" presId="urn:microsoft.com/office/officeart/2018/2/layout/IconVerticalSolidList"/>
    <dgm:cxn modelId="{12B7EB68-D19A-4A4F-BF88-7A38C0915F41}" type="presParOf" srcId="{2BD24A23-7BDF-4236-8808-B55AD8650A4A}" destId="{EAE8C019-C097-4E65-B987-5DD8989A68D3}" srcOrd="0" destOrd="0" presId="urn:microsoft.com/office/officeart/2018/2/layout/IconVerticalSolidList"/>
    <dgm:cxn modelId="{B482AE64-95D3-4FEA-831D-75E8275D93E4}" type="presParOf" srcId="{2BD24A23-7BDF-4236-8808-B55AD8650A4A}" destId="{E36D18EB-4254-48F7-9D96-F4F403FF208C}" srcOrd="1" destOrd="0" presId="urn:microsoft.com/office/officeart/2018/2/layout/IconVerticalSolidList"/>
    <dgm:cxn modelId="{6A3B77DE-A72D-4050-8B82-9E510D34FC1A}" type="presParOf" srcId="{2BD24A23-7BDF-4236-8808-B55AD8650A4A}" destId="{E4ADA1EE-B87F-4916-BB0A-8B16430E1450}" srcOrd="2" destOrd="0" presId="urn:microsoft.com/office/officeart/2018/2/layout/IconVerticalSolidList"/>
    <dgm:cxn modelId="{FE889EC0-54B7-4A4E-82FE-E8A2068D5380}" type="presParOf" srcId="{2BD24A23-7BDF-4236-8808-B55AD8650A4A}" destId="{470C7EBB-A500-4543-9212-45E322A4F7DF}" srcOrd="3" destOrd="0" presId="urn:microsoft.com/office/officeart/2018/2/layout/IconVerticalSolidList"/>
    <dgm:cxn modelId="{BA84B4CD-84CA-43F0-A664-AF82792FECD8}" type="presParOf" srcId="{99DD7A53-3EA7-4951-A11F-7D19F1D5319A}" destId="{72C15697-7221-4B3F-8EB4-EC65A63961FF}" srcOrd="1" destOrd="0" presId="urn:microsoft.com/office/officeart/2018/2/layout/IconVerticalSolidList"/>
    <dgm:cxn modelId="{079BDBD7-E7C5-4B3B-BBDE-7569A5BD501A}" type="presParOf" srcId="{99DD7A53-3EA7-4951-A11F-7D19F1D5319A}" destId="{5DB87AE3-FA4D-48AF-A37C-D48EDE1F896E}" srcOrd="2" destOrd="0" presId="urn:microsoft.com/office/officeart/2018/2/layout/IconVerticalSolidList"/>
    <dgm:cxn modelId="{DFC902F1-B158-4C03-BB41-55E8B2A73558}" type="presParOf" srcId="{5DB87AE3-FA4D-48AF-A37C-D48EDE1F896E}" destId="{CF4413A4-6C41-4713-AB28-1330FE270388}" srcOrd="0" destOrd="0" presId="urn:microsoft.com/office/officeart/2018/2/layout/IconVerticalSolidList"/>
    <dgm:cxn modelId="{28E684B6-8644-4A7A-A966-7629364213DD}" type="presParOf" srcId="{5DB87AE3-FA4D-48AF-A37C-D48EDE1F896E}" destId="{DDAA0CD7-6265-4B19-9A27-66942BA2A732}" srcOrd="1" destOrd="0" presId="urn:microsoft.com/office/officeart/2018/2/layout/IconVerticalSolidList"/>
    <dgm:cxn modelId="{F941BFAB-9852-4B78-86A2-8F742C467C22}" type="presParOf" srcId="{5DB87AE3-FA4D-48AF-A37C-D48EDE1F896E}" destId="{FB938004-D854-4D51-BDE1-77D9D6C8D554}" srcOrd="2" destOrd="0" presId="urn:microsoft.com/office/officeart/2018/2/layout/IconVerticalSolidList"/>
    <dgm:cxn modelId="{113DDE86-7330-4ABC-809A-E62EC0D4F4B5}" type="presParOf" srcId="{5DB87AE3-FA4D-48AF-A37C-D48EDE1F896E}" destId="{402339D8-250B-4C75-A952-48C5925F252F}" srcOrd="3" destOrd="0" presId="urn:microsoft.com/office/officeart/2018/2/layout/IconVerticalSolidList"/>
    <dgm:cxn modelId="{359CD978-8145-4DD8-866C-7D7453E5F158}" type="presParOf" srcId="{99DD7A53-3EA7-4951-A11F-7D19F1D5319A}" destId="{88AB8F32-CEAF-4F95-9C07-526AE172D5B0}" srcOrd="3" destOrd="0" presId="urn:microsoft.com/office/officeart/2018/2/layout/IconVerticalSolidList"/>
    <dgm:cxn modelId="{0E7AE8CE-D937-440B-AA93-269D163C09FA}" type="presParOf" srcId="{99DD7A53-3EA7-4951-A11F-7D19F1D5319A}" destId="{68E43788-8A68-4025-9C98-B429E0274B72}" srcOrd="4" destOrd="0" presId="urn:microsoft.com/office/officeart/2018/2/layout/IconVerticalSolidList"/>
    <dgm:cxn modelId="{68144129-5FBD-448E-A2B9-9EF88E2A367C}" type="presParOf" srcId="{68E43788-8A68-4025-9C98-B429E0274B72}" destId="{2E08D4BA-DF77-49EC-96E0-2B7F2DC09AFF}" srcOrd="0" destOrd="0" presId="urn:microsoft.com/office/officeart/2018/2/layout/IconVerticalSolidList"/>
    <dgm:cxn modelId="{38D7204A-D4FD-4821-82D5-FE0ED5005E11}" type="presParOf" srcId="{68E43788-8A68-4025-9C98-B429E0274B72}" destId="{E0B706EF-243F-4622-B89E-404C6377D6CD}" srcOrd="1" destOrd="0" presId="urn:microsoft.com/office/officeart/2018/2/layout/IconVerticalSolidList"/>
    <dgm:cxn modelId="{9F03181F-6193-47E6-8C93-E28B60A98B3A}" type="presParOf" srcId="{68E43788-8A68-4025-9C98-B429E0274B72}" destId="{DE9A6904-D517-429F-BEA6-E3AD0F258045}" srcOrd="2" destOrd="0" presId="urn:microsoft.com/office/officeart/2018/2/layout/IconVerticalSolidList"/>
    <dgm:cxn modelId="{0643C5F6-39EE-4E4E-A97C-42833FD3A15A}" type="presParOf" srcId="{68E43788-8A68-4025-9C98-B429E0274B72}" destId="{354EB4E6-787D-4776-9526-F218C8134F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6875D2-4EA5-418C-851D-4B294DA82D6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9A3C60-93B0-446D-BEC7-4FA98E3F69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Complete Lab6.</a:t>
          </a:r>
          <a:endParaRPr lang="en-US"/>
        </a:p>
      </dgm:t>
    </dgm:pt>
    <dgm:pt modelId="{2C9029D9-F7FA-4B3F-B421-3EB679AD09EB}" type="parTrans" cxnId="{64FA71D3-FA7A-4FA3-B87C-F1B5B9DF48AF}">
      <dgm:prSet/>
      <dgm:spPr/>
      <dgm:t>
        <a:bodyPr/>
        <a:lstStyle/>
        <a:p>
          <a:endParaRPr lang="en-US"/>
        </a:p>
      </dgm:t>
    </dgm:pt>
    <dgm:pt modelId="{1CE7362C-ED4C-4514-9D98-1BE0CC424E98}" type="sibTrans" cxnId="{64FA71D3-FA7A-4FA3-B87C-F1B5B9DF48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9E3D84-1707-4B13-A88B-AFCAF9A39A2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Duration 40 minutes</a:t>
          </a:r>
          <a:endParaRPr lang="en-US" dirty="0"/>
        </a:p>
      </dgm:t>
    </dgm:pt>
    <dgm:pt modelId="{DDCE3FE1-F1C7-4C62-9D68-B18FE26352E7}" type="parTrans" cxnId="{FA5EFA3D-600D-471D-906C-5676F669FA55}">
      <dgm:prSet/>
      <dgm:spPr/>
      <dgm:t>
        <a:bodyPr/>
        <a:lstStyle/>
        <a:p>
          <a:endParaRPr lang="en-US"/>
        </a:p>
      </dgm:t>
    </dgm:pt>
    <dgm:pt modelId="{C16A17BF-0986-4597-BF3D-7DA9C227DCAA}" type="sibTrans" cxnId="{FA5EFA3D-600D-471D-906C-5676F669FA55}">
      <dgm:prSet/>
      <dgm:spPr/>
      <dgm:t>
        <a:bodyPr/>
        <a:lstStyle/>
        <a:p>
          <a:endParaRPr lang="en-US"/>
        </a:p>
      </dgm:t>
    </dgm:pt>
    <dgm:pt modelId="{EF2BACF8-B94D-48FF-BFA9-8A6A84D5DE8C}" type="pres">
      <dgm:prSet presAssocID="{EC6875D2-4EA5-418C-851D-4B294DA82D65}" presName="root" presStyleCnt="0">
        <dgm:presLayoutVars>
          <dgm:dir/>
          <dgm:resizeHandles val="exact"/>
        </dgm:presLayoutVars>
      </dgm:prSet>
      <dgm:spPr/>
    </dgm:pt>
    <dgm:pt modelId="{2ED5A2EF-7EC1-433E-9202-29DE0E693FE1}" type="pres">
      <dgm:prSet presAssocID="{EC6875D2-4EA5-418C-851D-4B294DA82D65}" presName="container" presStyleCnt="0">
        <dgm:presLayoutVars>
          <dgm:dir/>
          <dgm:resizeHandles val="exact"/>
        </dgm:presLayoutVars>
      </dgm:prSet>
      <dgm:spPr/>
    </dgm:pt>
    <dgm:pt modelId="{223EEC6D-AD03-435E-A412-AEF107FF6272}" type="pres">
      <dgm:prSet presAssocID="{E29A3C60-93B0-446D-BEC7-4FA98E3F6944}" presName="compNode" presStyleCnt="0"/>
      <dgm:spPr/>
    </dgm:pt>
    <dgm:pt modelId="{48868142-154A-4694-B370-341216F303E3}" type="pres">
      <dgm:prSet presAssocID="{E29A3C60-93B0-446D-BEC7-4FA98E3F6944}" presName="iconBgRect" presStyleLbl="bgShp" presStyleIdx="0" presStyleCnt="2"/>
      <dgm:spPr/>
    </dgm:pt>
    <dgm:pt modelId="{76C878AD-4047-48B3-A969-99941592C811}" type="pres">
      <dgm:prSet presAssocID="{E29A3C60-93B0-446D-BEC7-4FA98E3F694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90EDC5-ACE6-470A-BDBA-0993958179E8}" type="pres">
      <dgm:prSet presAssocID="{E29A3C60-93B0-446D-BEC7-4FA98E3F6944}" presName="spaceRect" presStyleCnt="0"/>
      <dgm:spPr/>
    </dgm:pt>
    <dgm:pt modelId="{520C469B-76B9-4C7E-B8EA-82BEAB8D789E}" type="pres">
      <dgm:prSet presAssocID="{E29A3C60-93B0-446D-BEC7-4FA98E3F6944}" presName="textRect" presStyleLbl="revTx" presStyleIdx="0" presStyleCnt="2">
        <dgm:presLayoutVars>
          <dgm:chMax val="1"/>
          <dgm:chPref val="1"/>
        </dgm:presLayoutVars>
      </dgm:prSet>
      <dgm:spPr/>
    </dgm:pt>
    <dgm:pt modelId="{BAAA7E5E-DBAD-43BB-9F7B-BB125FBD1DBD}" type="pres">
      <dgm:prSet presAssocID="{1CE7362C-ED4C-4514-9D98-1BE0CC424E98}" presName="sibTrans" presStyleLbl="sibTrans2D1" presStyleIdx="0" presStyleCnt="0"/>
      <dgm:spPr/>
    </dgm:pt>
    <dgm:pt modelId="{57E2A3CA-141A-4A45-8791-831DA741804D}" type="pres">
      <dgm:prSet presAssocID="{6B9E3D84-1707-4B13-A88B-AFCAF9A39A22}" presName="compNode" presStyleCnt="0"/>
      <dgm:spPr/>
    </dgm:pt>
    <dgm:pt modelId="{C3C7CE2A-CD67-4F92-93BC-390CBC74E45C}" type="pres">
      <dgm:prSet presAssocID="{6B9E3D84-1707-4B13-A88B-AFCAF9A39A22}" presName="iconBgRect" presStyleLbl="bgShp" presStyleIdx="1" presStyleCnt="2"/>
      <dgm:spPr/>
    </dgm:pt>
    <dgm:pt modelId="{0A62A71C-65DF-4023-8933-3CD1A1703252}" type="pres">
      <dgm:prSet presAssocID="{6B9E3D84-1707-4B13-A88B-AFCAF9A39A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D50BC0B-C77D-4BDE-B4EC-691B2E93A008}" type="pres">
      <dgm:prSet presAssocID="{6B9E3D84-1707-4B13-A88B-AFCAF9A39A22}" presName="spaceRect" presStyleCnt="0"/>
      <dgm:spPr/>
    </dgm:pt>
    <dgm:pt modelId="{441599BB-CC69-4F2C-8F72-C2F77A2981DD}" type="pres">
      <dgm:prSet presAssocID="{6B9E3D84-1707-4B13-A88B-AFCAF9A39A2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668D720-85FF-4D2B-9D22-5F0C8202909B}" type="presOf" srcId="{E29A3C60-93B0-446D-BEC7-4FA98E3F6944}" destId="{520C469B-76B9-4C7E-B8EA-82BEAB8D789E}" srcOrd="0" destOrd="0" presId="urn:microsoft.com/office/officeart/2018/2/layout/IconCircleList"/>
    <dgm:cxn modelId="{FA5EFA3D-600D-471D-906C-5676F669FA55}" srcId="{EC6875D2-4EA5-418C-851D-4B294DA82D65}" destId="{6B9E3D84-1707-4B13-A88B-AFCAF9A39A22}" srcOrd="1" destOrd="0" parTransId="{DDCE3FE1-F1C7-4C62-9D68-B18FE26352E7}" sibTransId="{C16A17BF-0986-4597-BF3D-7DA9C227DCAA}"/>
    <dgm:cxn modelId="{F87AB84D-B4EC-49FD-A02D-6F6EE008D51A}" type="presOf" srcId="{1CE7362C-ED4C-4514-9D98-1BE0CC424E98}" destId="{BAAA7E5E-DBAD-43BB-9F7B-BB125FBD1DBD}" srcOrd="0" destOrd="0" presId="urn:microsoft.com/office/officeart/2018/2/layout/IconCircleList"/>
    <dgm:cxn modelId="{A6301E6F-9CE4-4595-AAF6-AC3DDE324F31}" type="presOf" srcId="{6B9E3D84-1707-4B13-A88B-AFCAF9A39A22}" destId="{441599BB-CC69-4F2C-8F72-C2F77A2981DD}" srcOrd="0" destOrd="0" presId="urn:microsoft.com/office/officeart/2018/2/layout/IconCircleList"/>
    <dgm:cxn modelId="{64FA71D3-FA7A-4FA3-B87C-F1B5B9DF48AF}" srcId="{EC6875D2-4EA5-418C-851D-4B294DA82D65}" destId="{E29A3C60-93B0-446D-BEC7-4FA98E3F6944}" srcOrd="0" destOrd="0" parTransId="{2C9029D9-F7FA-4B3F-B421-3EB679AD09EB}" sibTransId="{1CE7362C-ED4C-4514-9D98-1BE0CC424E98}"/>
    <dgm:cxn modelId="{FBE418FC-3C75-4351-B8E2-ED9594B040F8}" type="presOf" srcId="{EC6875D2-4EA5-418C-851D-4B294DA82D65}" destId="{EF2BACF8-B94D-48FF-BFA9-8A6A84D5DE8C}" srcOrd="0" destOrd="0" presId="urn:microsoft.com/office/officeart/2018/2/layout/IconCircleList"/>
    <dgm:cxn modelId="{50BB1CBD-043B-44DA-B402-210FEFED2A7A}" type="presParOf" srcId="{EF2BACF8-B94D-48FF-BFA9-8A6A84D5DE8C}" destId="{2ED5A2EF-7EC1-433E-9202-29DE0E693FE1}" srcOrd="0" destOrd="0" presId="urn:microsoft.com/office/officeart/2018/2/layout/IconCircleList"/>
    <dgm:cxn modelId="{E010B6A1-C0D3-45DF-9F32-D5FC3FCB5484}" type="presParOf" srcId="{2ED5A2EF-7EC1-433E-9202-29DE0E693FE1}" destId="{223EEC6D-AD03-435E-A412-AEF107FF6272}" srcOrd="0" destOrd="0" presId="urn:microsoft.com/office/officeart/2018/2/layout/IconCircleList"/>
    <dgm:cxn modelId="{193EC9C4-572F-4337-BC91-874D6590560D}" type="presParOf" srcId="{223EEC6D-AD03-435E-A412-AEF107FF6272}" destId="{48868142-154A-4694-B370-341216F303E3}" srcOrd="0" destOrd="0" presId="urn:microsoft.com/office/officeart/2018/2/layout/IconCircleList"/>
    <dgm:cxn modelId="{F5F7E131-225A-4E4C-99BA-656738E6C740}" type="presParOf" srcId="{223EEC6D-AD03-435E-A412-AEF107FF6272}" destId="{76C878AD-4047-48B3-A969-99941592C811}" srcOrd="1" destOrd="0" presId="urn:microsoft.com/office/officeart/2018/2/layout/IconCircleList"/>
    <dgm:cxn modelId="{122DF82A-7698-4B7A-A416-C3AD1F3C0A6F}" type="presParOf" srcId="{223EEC6D-AD03-435E-A412-AEF107FF6272}" destId="{FA90EDC5-ACE6-470A-BDBA-0993958179E8}" srcOrd="2" destOrd="0" presId="urn:microsoft.com/office/officeart/2018/2/layout/IconCircleList"/>
    <dgm:cxn modelId="{65DAC094-4362-4CF5-880A-8A10C2C4561A}" type="presParOf" srcId="{223EEC6D-AD03-435E-A412-AEF107FF6272}" destId="{520C469B-76B9-4C7E-B8EA-82BEAB8D789E}" srcOrd="3" destOrd="0" presId="urn:microsoft.com/office/officeart/2018/2/layout/IconCircleList"/>
    <dgm:cxn modelId="{E61BE6DA-C0BF-45E3-9341-487D5B93CEA6}" type="presParOf" srcId="{2ED5A2EF-7EC1-433E-9202-29DE0E693FE1}" destId="{BAAA7E5E-DBAD-43BB-9F7B-BB125FBD1DBD}" srcOrd="1" destOrd="0" presId="urn:microsoft.com/office/officeart/2018/2/layout/IconCircleList"/>
    <dgm:cxn modelId="{5628B02D-4B26-40D5-B265-1AFA78A8DC2C}" type="presParOf" srcId="{2ED5A2EF-7EC1-433E-9202-29DE0E693FE1}" destId="{57E2A3CA-141A-4A45-8791-831DA741804D}" srcOrd="2" destOrd="0" presId="urn:microsoft.com/office/officeart/2018/2/layout/IconCircleList"/>
    <dgm:cxn modelId="{BB2865EC-A81F-4E7C-B78A-51C9AA798AAD}" type="presParOf" srcId="{57E2A3CA-141A-4A45-8791-831DA741804D}" destId="{C3C7CE2A-CD67-4F92-93BC-390CBC74E45C}" srcOrd="0" destOrd="0" presId="urn:microsoft.com/office/officeart/2018/2/layout/IconCircleList"/>
    <dgm:cxn modelId="{9D51E4D0-2A7E-49FF-AC8F-F323C67D20CB}" type="presParOf" srcId="{57E2A3CA-141A-4A45-8791-831DA741804D}" destId="{0A62A71C-65DF-4023-8933-3CD1A1703252}" srcOrd="1" destOrd="0" presId="urn:microsoft.com/office/officeart/2018/2/layout/IconCircleList"/>
    <dgm:cxn modelId="{AF40B1DE-8714-437A-BA90-82EF9FF947DB}" type="presParOf" srcId="{57E2A3CA-141A-4A45-8791-831DA741804D}" destId="{CD50BC0B-C77D-4BDE-B4EC-691B2E93A008}" srcOrd="2" destOrd="0" presId="urn:microsoft.com/office/officeart/2018/2/layout/IconCircleList"/>
    <dgm:cxn modelId="{504099E5-8A21-4746-9D61-55038EFBB328}" type="presParOf" srcId="{57E2A3CA-141A-4A45-8791-831DA741804D}" destId="{441599BB-CC69-4F2C-8F72-C2F77A2981D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8C019-C097-4E65-B987-5DD8989A68D3}">
      <dsp:nvSpPr>
        <dsp:cNvPr id="0" name=""/>
        <dsp:cNvSpPr/>
      </dsp:nvSpPr>
      <dsp:spPr>
        <a:xfrm>
          <a:off x="0" y="279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D18EB-4254-48F7-9D96-F4F403FF208C}">
      <dsp:nvSpPr>
        <dsp:cNvPr id="0" name=""/>
        <dsp:cNvSpPr/>
      </dsp:nvSpPr>
      <dsp:spPr>
        <a:xfrm>
          <a:off x="197850" y="147440"/>
          <a:ext cx="359727" cy="3597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C7EBB-A500-4543-9212-45E322A4F7DF}">
      <dsp:nvSpPr>
        <dsp:cNvPr id="0" name=""/>
        <dsp:cNvSpPr/>
      </dsp:nvSpPr>
      <dsp:spPr>
        <a:xfrm>
          <a:off x="755427" y="279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Set up Trello</a:t>
          </a:r>
          <a:endParaRPr lang="en-US" sz="2000" kern="1200"/>
        </a:p>
      </dsp:txBody>
      <dsp:txXfrm>
        <a:off x="755427" y="279"/>
        <a:ext cx="4811077" cy="654049"/>
      </dsp:txXfrm>
    </dsp:sp>
    <dsp:sp modelId="{CF4413A4-6C41-4713-AB28-1330FE270388}">
      <dsp:nvSpPr>
        <dsp:cNvPr id="0" name=""/>
        <dsp:cNvSpPr/>
      </dsp:nvSpPr>
      <dsp:spPr>
        <a:xfrm>
          <a:off x="0" y="817841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A0CD7-6265-4B19-9A27-66942BA2A732}">
      <dsp:nvSpPr>
        <dsp:cNvPr id="0" name=""/>
        <dsp:cNvSpPr/>
      </dsp:nvSpPr>
      <dsp:spPr>
        <a:xfrm>
          <a:off x="197850" y="965002"/>
          <a:ext cx="359727" cy="3597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339D8-250B-4C75-A952-48C5925F252F}">
      <dsp:nvSpPr>
        <dsp:cNvPr id="0" name=""/>
        <dsp:cNvSpPr/>
      </dsp:nvSpPr>
      <dsp:spPr>
        <a:xfrm>
          <a:off x="755427" y="817841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Create a simple workflow</a:t>
          </a:r>
          <a:endParaRPr lang="en-US" sz="2000" kern="1200"/>
        </a:p>
      </dsp:txBody>
      <dsp:txXfrm>
        <a:off x="755427" y="817841"/>
        <a:ext cx="4811077" cy="654049"/>
      </dsp:txXfrm>
    </dsp:sp>
    <dsp:sp modelId="{2E08D4BA-DF77-49EC-96E0-2B7F2DC09AFF}">
      <dsp:nvSpPr>
        <dsp:cNvPr id="0" name=""/>
        <dsp:cNvSpPr/>
      </dsp:nvSpPr>
      <dsp:spPr>
        <a:xfrm>
          <a:off x="0" y="1627941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706EF-243F-4622-B89E-404C6377D6CD}">
      <dsp:nvSpPr>
        <dsp:cNvPr id="0" name=""/>
        <dsp:cNvSpPr/>
      </dsp:nvSpPr>
      <dsp:spPr>
        <a:xfrm>
          <a:off x="197850" y="1782564"/>
          <a:ext cx="359727" cy="3597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EB4E6-787D-4776-9526-F218C8134F06}">
      <dsp:nvSpPr>
        <dsp:cNvPr id="0" name=""/>
        <dsp:cNvSpPr/>
      </dsp:nvSpPr>
      <dsp:spPr>
        <a:xfrm>
          <a:off x="755427" y="1635403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Add User Stories to the Product Backlog</a:t>
          </a:r>
          <a:endParaRPr lang="en-US" sz="2000" kern="1200" dirty="0"/>
        </a:p>
      </dsp:txBody>
      <dsp:txXfrm>
        <a:off x="755427" y="1635403"/>
        <a:ext cx="4811077" cy="654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3EB3C-6E11-4C1B-A618-D64AEB634691}">
      <dsp:nvSpPr>
        <dsp:cNvPr id="0" name=""/>
        <dsp:cNvSpPr/>
      </dsp:nvSpPr>
      <dsp:spPr>
        <a:xfrm>
          <a:off x="0" y="831903"/>
          <a:ext cx="6770688" cy="15358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F2482-EA2A-461F-81D8-F8EE43543381}">
      <dsp:nvSpPr>
        <dsp:cNvPr id="0" name=""/>
        <dsp:cNvSpPr/>
      </dsp:nvSpPr>
      <dsp:spPr>
        <a:xfrm>
          <a:off x="464586" y="1177463"/>
          <a:ext cx="844702" cy="844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43547-B2E2-4DE7-AA92-A21EA10FAD7F}">
      <dsp:nvSpPr>
        <dsp:cNvPr id="0" name=""/>
        <dsp:cNvSpPr/>
      </dsp:nvSpPr>
      <dsp:spPr>
        <a:xfrm>
          <a:off x="1773874" y="831903"/>
          <a:ext cx="4996813" cy="1535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Product Backlog is a list of all features, enhancements and fixes to be made to the product in future releases</a:t>
          </a:r>
          <a:endParaRPr lang="en-US" sz="2300" kern="1200" dirty="0"/>
        </a:p>
      </dsp:txBody>
      <dsp:txXfrm>
        <a:off x="1773874" y="831903"/>
        <a:ext cx="4996813" cy="1535822"/>
      </dsp:txXfrm>
    </dsp:sp>
    <dsp:sp modelId="{7E5F3D71-7682-495C-B2D6-6801F251AA06}">
      <dsp:nvSpPr>
        <dsp:cNvPr id="0" name=""/>
        <dsp:cNvSpPr/>
      </dsp:nvSpPr>
      <dsp:spPr>
        <a:xfrm>
          <a:off x="0" y="2751681"/>
          <a:ext cx="6770688" cy="15358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85A03-AB61-4909-AEC5-9C585C42C6CF}">
      <dsp:nvSpPr>
        <dsp:cNvPr id="0" name=""/>
        <dsp:cNvSpPr/>
      </dsp:nvSpPr>
      <dsp:spPr>
        <a:xfrm>
          <a:off x="464586" y="3097241"/>
          <a:ext cx="844702" cy="844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98090-8CEA-44A6-BE18-0E3CA12798AB}">
      <dsp:nvSpPr>
        <dsp:cNvPr id="0" name=""/>
        <dsp:cNvSpPr/>
      </dsp:nvSpPr>
      <dsp:spPr>
        <a:xfrm>
          <a:off x="1773874" y="2751681"/>
          <a:ext cx="4996813" cy="1535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 feature in this list may need to have a priority, acceptance criteria providing The Definition of Ready State</a:t>
          </a:r>
          <a:endParaRPr lang="en-US" sz="2300" kern="1200"/>
        </a:p>
      </dsp:txBody>
      <dsp:txXfrm>
        <a:off x="1773874" y="2751681"/>
        <a:ext cx="4996813" cy="1535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DE9A7-3B69-49A8-A6CA-5A708ED389C8}">
      <dsp:nvSpPr>
        <dsp:cNvPr id="0" name=""/>
        <dsp:cNvSpPr/>
      </dsp:nvSpPr>
      <dsp:spPr>
        <a:xfrm>
          <a:off x="0" y="2062"/>
          <a:ext cx="6564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83630-353C-4DD1-8311-993C499CFF7F}">
      <dsp:nvSpPr>
        <dsp:cNvPr id="0" name=""/>
        <dsp:cNvSpPr/>
      </dsp:nvSpPr>
      <dsp:spPr>
        <a:xfrm>
          <a:off x="0" y="2062"/>
          <a:ext cx="6564928" cy="1406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sprint backlog is the set of product backlog features selected for inclusion in the sprint</a:t>
          </a:r>
          <a:endParaRPr lang="en-US" sz="2300" kern="1200" dirty="0"/>
        </a:p>
      </dsp:txBody>
      <dsp:txXfrm>
        <a:off x="0" y="2062"/>
        <a:ext cx="6564928" cy="1406926"/>
      </dsp:txXfrm>
    </dsp:sp>
    <dsp:sp modelId="{3EC4F43C-57AC-45EC-81C0-328955D7D6C3}">
      <dsp:nvSpPr>
        <dsp:cNvPr id="0" name=""/>
        <dsp:cNvSpPr/>
      </dsp:nvSpPr>
      <dsp:spPr>
        <a:xfrm>
          <a:off x="0" y="1408989"/>
          <a:ext cx="6564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D7074-5C19-4A26-B0B4-D3C15797C4D6}">
      <dsp:nvSpPr>
        <dsp:cNvPr id="0" name=""/>
        <dsp:cNvSpPr/>
      </dsp:nvSpPr>
      <dsp:spPr>
        <a:xfrm>
          <a:off x="0" y="1408989"/>
          <a:ext cx="6564928" cy="1406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They are </a:t>
          </a:r>
          <a:r>
            <a:rPr lang="en-GB" sz="2300" kern="1200" dirty="0" err="1">
              <a:solidFill>
                <a:srgbClr val="C00000"/>
              </a:solidFill>
            </a:rPr>
            <a:t>DoR</a:t>
          </a:r>
          <a:r>
            <a:rPr lang="en-GB" sz="2300" kern="1200" dirty="0"/>
            <a:t> (Definition of Ready) and have their acceptance criteria and any other information required.</a:t>
          </a:r>
          <a:endParaRPr lang="en-US" sz="2300" kern="1200" dirty="0"/>
        </a:p>
      </dsp:txBody>
      <dsp:txXfrm>
        <a:off x="0" y="1408989"/>
        <a:ext cx="6564928" cy="1406926"/>
      </dsp:txXfrm>
    </dsp:sp>
    <dsp:sp modelId="{13D03B95-07E6-4537-BF8F-FAD8BCD18CD1}">
      <dsp:nvSpPr>
        <dsp:cNvPr id="0" name=""/>
        <dsp:cNvSpPr/>
      </dsp:nvSpPr>
      <dsp:spPr>
        <a:xfrm>
          <a:off x="0" y="2815916"/>
          <a:ext cx="6564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804FC-4DC0-4B82-9384-BA9B93F03B0C}">
      <dsp:nvSpPr>
        <dsp:cNvPr id="0" name=""/>
        <dsp:cNvSpPr/>
      </dsp:nvSpPr>
      <dsp:spPr>
        <a:xfrm>
          <a:off x="0" y="2815916"/>
          <a:ext cx="6564928" cy="1406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development team, scrum master and product owner  have selected these features which they believe can be developed within the sprint timeframe</a:t>
          </a:r>
          <a:endParaRPr lang="en-US" sz="2300" kern="1200" dirty="0"/>
        </a:p>
      </dsp:txBody>
      <dsp:txXfrm>
        <a:off x="0" y="2815916"/>
        <a:ext cx="6564928" cy="14069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09BA2-570C-4656-AE7B-F7D99991966E}">
      <dsp:nvSpPr>
        <dsp:cNvPr id="0" name=""/>
        <dsp:cNvSpPr/>
      </dsp:nvSpPr>
      <dsp:spPr>
        <a:xfrm>
          <a:off x="0" y="84940"/>
          <a:ext cx="6741907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A feature is moved to the Done List when the feature is </a:t>
          </a:r>
          <a:br>
            <a:rPr lang="en-GB" sz="2100" kern="1200" dirty="0"/>
          </a:br>
          <a:r>
            <a:rPr lang="en-GB" sz="2100" kern="1200" dirty="0"/>
            <a:t>in a state of DoD (Definition of Done)</a:t>
          </a:r>
          <a:endParaRPr lang="en-US" sz="2100" kern="1200" dirty="0"/>
        </a:p>
      </dsp:txBody>
      <dsp:txXfrm>
        <a:off x="40780" y="125720"/>
        <a:ext cx="6660347" cy="753819"/>
      </dsp:txXfrm>
    </dsp:sp>
    <dsp:sp modelId="{40CC06D3-0192-4852-AF8C-5B40D2C9495B}">
      <dsp:nvSpPr>
        <dsp:cNvPr id="0" name=""/>
        <dsp:cNvSpPr/>
      </dsp:nvSpPr>
      <dsp:spPr>
        <a:xfrm>
          <a:off x="0" y="980800"/>
          <a:ext cx="6741907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It has been developed</a:t>
          </a:r>
          <a:endParaRPr lang="en-US" sz="2100" kern="1200"/>
        </a:p>
      </dsp:txBody>
      <dsp:txXfrm>
        <a:off x="40780" y="1021580"/>
        <a:ext cx="6660347" cy="753819"/>
      </dsp:txXfrm>
    </dsp:sp>
    <dsp:sp modelId="{60CFC78B-1A18-45A0-A85A-75C969639E96}">
      <dsp:nvSpPr>
        <dsp:cNvPr id="0" name=""/>
        <dsp:cNvSpPr/>
      </dsp:nvSpPr>
      <dsp:spPr>
        <a:xfrm>
          <a:off x="0" y="1876660"/>
          <a:ext cx="6741907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It has been tested</a:t>
          </a:r>
          <a:endParaRPr lang="en-US" sz="2100" kern="1200"/>
        </a:p>
      </dsp:txBody>
      <dsp:txXfrm>
        <a:off x="40780" y="1917440"/>
        <a:ext cx="6660347" cy="753819"/>
      </dsp:txXfrm>
    </dsp:sp>
    <dsp:sp modelId="{51015E7F-049E-4058-8510-3EFEFAC3F32A}">
      <dsp:nvSpPr>
        <dsp:cNvPr id="0" name=""/>
        <dsp:cNvSpPr/>
      </dsp:nvSpPr>
      <dsp:spPr>
        <a:xfrm>
          <a:off x="0" y="2772520"/>
          <a:ext cx="6741907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It has passed acceptance testing</a:t>
          </a:r>
          <a:endParaRPr lang="en-US" sz="2100" kern="1200"/>
        </a:p>
      </dsp:txBody>
      <dsp:txXfrm>
        <a:off x="40780" y="2813300"/>
        <a:ext cx="6660347" cy="753819"/>
      </dsp:txXfrm>
    </dsp:sp>
    <dsp:sp modelId="{5B376ED3-00C0-4B45-9DB6-363C94708F65}">
      <dsp:nvSpPr>
        <dsp:cNvPr id="0" name=""/>
        <dsp:cNvSpPr/>
      </dsp:nvSpPr>
      <dsp:spPr>
        <a:xfrm>
          <a:off x="0" y="3668380"/>
          <a:ext cx="6741907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It is ready to be included in an update to the application</a:t>
          </a:r>
          <a:endParaRPr lang="en-US" sz="2100" kern="1200" dirty="0"/>
        </a:p>
      </dsp:txBody>
      <dsp:txXfrm>
        <a:off x="40780" y="3709160"/>
        <a:ext cx="6660347" cy="7538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623DD-6CAF-4425-AB55-11E7251391A0}">
      <dsp:nvSpPr>
        <dsp:cNvPr id="0" name=""/>
        <dsp:cNvSpPr/>
      </dsp:nvSpPr>
      <dsp:spPr>
        <a:xfrm>
          <a:off x="0" y="1582"/>
          <a:ext cx="5754925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Create a Workspace first and then add a </a:t>
          </a:r>
          <a:r>
            <a:rPr lang="en-GB" sz="1800" b="1" kern="1200"/>
            <a:t>Board</a:t>
          </a:r>
          <a:endParaRPr lang="en-US" sz="1800" kern="1200"/>
        </a:p>
      </dsp:txBody>
      <dsp:txXfrm>
        <a:off x="34711" y="36293"/>
        <a:ext cx="5685503" cy="641645"/>
      </dsp:txXfrm>
    </dsp:sp>
    <dsp:sp modelId="{7450E090-66FD-4854-90B0-C33AD447BCB7}">
      <dsp:nvSpPr>
        <dsp:cNvPr id="0" name=""/>
        <dsp:cNvSpPr/>
      </dsp:nvSpPr>
      <dsp:spPr>
        <a:xfrm>
          <a:off x="0" y="744329"/>
          <a:ext cx="5754925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 </a:t>
          </a:r>
          <a:r>
            <a:rPr lang="en-GB" sz="1800" b="1" kern="1200"/>
            <a:t>Board</a:t>
          </a:r>
          <a:r>
            <a:rPr lang="en-GB" sz="1800" kern="1200"/>
            <a:t> can have many </a:t>
          </a:r>
          <a:r>
            <a:rPr lang="en-GB" sz="1800" b="1" kern="1200"/>
            <a:t>Cards</a:t>
          </a:r>
          <a:endParaRPr lang="en-US" sz="1800" kern="1200"/>
        </a:p>
      </dsp:txBody>
      <dsp:txXfrm>
        <a:off x="34711" y="779040"/>
        <a:ext cx="5685503" cy="641645"/>
      </dsp:txXfrm>
    </dsp:sp>
    <dsp:sp modelId="{C23F6606-2669-44AE-8D8B-73423716C371}">
      <dsp:nvSpPr>
        <dsp:cNvPr id="0" name=""/>
        <dsp:cNvSpPr/>
      </dsp:nvSpPr>
      <dsp:spPr>
        <a:xfrm>
          <a:off x="0" y="1487077"/>
          <a:ext cx="5754925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 Card can move between Lists (use drag-drop)</a:t>
          </a:r>
          <a:endParaRPr lang="en-US" sz="1800" kern="1200"/>
        </a:p>
      </dsp:txBody>
      <dsp:txXfrm>
        <a:off x="34711" y="1521788"/>
        <a:ext cx="5685503" cy="641645"/>
      </dsp:txXfrm>
    </dsp:sp>
    <dsp:sp modelId="{FCED9E49-E988-4DED-BEAA-6CEFAEF5A76A}">
      <dsp:nvSpPr>
        <dsp:cNvPr id="0" name=""/>
        <dsp:cNvSpPr/>
      </dsp:nvSpPr>
      <dsp:spPr>
        <a:xfrm>
          <a:off x="0" y="2229824"/>
          <a:ext cx="5754925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Board is either private or public</a:t>
          </a:r>
          <a:endParaRPr lang="en-US" sz="1800" kern="1200"/>
        </a:p>
      </dsp:txBody>
      <dsp:txXfrm>
        <a:off x="34711" y="2264535"/>
        <a:ext cx="5685503" cy="641645"/>
      </dsp:txXfrm>
    </dsp:sp>
    <dsp:sp modelId="{4801CD3C-4DEA-4E71-AEA1-F2CF7A82C25D}">
      <dsp:nvSpPr>
        <dsp:cNvPr id="0" name=""/>
        <dsp:cNvSpPr/>
      </dsp:nvSpPr>
      <dsp:spPr>
        <a:xfrm>
          <a:off x="0" y="2972572"/>
          <a:ext cx="5754925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Public boards can be viewed by anyone but can only be edited by authorized members</a:t>
          </a:r>
          <a:endParaRPr lang="en-US" sz="1800" kern="1200" dirty="0"/>
        </a:p>
      </dsp:txBody>
      <dsp:txXfrm>
        <a:off x="34711" y="3007283"/>
        <a:ext cx="5685503" cy="6416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8C019-C097-4E65-B987-5DD8989A68D3}">
      <dsp:nvSpPr>
        <dsp:cNvPr id="0" name=""/>
        <dsp:cNvSpPr/>
      </dsp:nvSpPr>
      <dsp:spPr>
        <a:xfrm>
          <a:off x="0" y="279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D18EB-4254-48F7-9D96-F4F403FF208C}">
      <dsp:nvSpPr>
        <dsp:cNvPr id="0" name=""/>
        <dsp:cNvSpPr/>
      </dsp:nvSpPr>
      <dsp:spPr>
        <a:xfrm>
          <a:off x="197850" y="147440"/>
          <a:ext cx="359727" cy="3597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C7EBB-A500-4543-9212-45E322A4F7DF}">
      <dsp:nvSpPr>
        <dsp:cNvPr id="0" name=""/>
        <dsp:cNvSpPr/>
      </dsp:nvSpPr>
      <dsp:spPr>
        <a:xfrm>
          <a:off x="755427" y="279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Set up Trello</a:t>
          </a:r>
          <a:endParaRPr lang="en-US" sz="2000" kern="1200"/>
        </a:p>
      </dsp:txBody>
      <dsp:txXfrm>
        <a:off x="755427" y="279"/>
        <a:ext cx="4811077" cy="654049"/>
      </dsp:txXfrm>
    </dsp:sp>
    <dsp:sp modelId="{CF4413A4-6C41-4713-AB28-1330FE270388}">
      <dsp:nvSpPr>
        <dsp:cNvPr id="0" name=""/>
        <dsp:cNvSpPr/>
      </dsp:nvSpPr>
      <dsp:spPr>
        <a:xfrm>
          <a:off x="0" y="817841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A0CD7-6265-4B19-9A27-66942BA2A732}">
      <dsp:nvSpPr>
        <dsp:cNvPr id="0" name=""/>
        <dsp:cNvSpPr/>
      </dsp:nvSpPr>
      <dsp:spPr>
        <a:xfrm>
          <a:off x="197850" y="965002"/>
          <a:ext cx="359727" cy="3597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2339D8-250B-4C75-A952-48C5925F252F}">
      <dsp:nvSpPr>
        <dsp:cNvPr id="0" name=""/>
        <dsp:cNvSpPr/>
      </dsp:nvSpPr>
      <dsp:spPr>
        <a:xfrm>
          <a:off x="755427" y="817841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Create a simple workflow</a:t>
          </a:r>
          <a:endParaRPr lang="en-US" sz="2000" kern="1200"/>
        </a:p>
      </dsp:txBody>
      <dsp:txXfrm>
        <a:off x="755427" y="817841"/>
        <a:ext cx="4811077" cy="654049"/>
      </dsp:txXfrm>
    </dsp:sp>
    <dsp:sp modelId="{2E08D4BA-DF77-49EC-96E0-2B7F2DC09AFF}">
      <dsp:nvSpPr>
        <dsp:cNvPr id="0" name=""/>
        <dsp:cNvSpPr/>
      </dsp:nvSpPr>
      <dsp:spPr>
        <a:xfrm>
          <a:off x="0" y="1627941"/>
          <a:ext cx="5566505" cy="6540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706EF-243F-4622-B89E-404C6377D6CD}">
      <dsp:nvSpPr>
        <dsp:cNvPr id="0" name=""/>
        <dsp:cNvSpPr/>
      </dsp:nvSpPr>
      <dsp:spPr>
        <a:xfrm>
          <a:off x="197850" y="1782564"/>
          <a:ext cx="359727" cy="3597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EB4E6-787D-4776-9526-F218C8134F06}">
      <dsp:nvSpPr>
        <dsp:cNvPr id="0" name=""/>
        <dsp:cNvSpPr/>
      </dsp:nvSpPr>
      <dsp:spPr>
        <a:xfrm>
          <a:off x="755427" y="1635403"/>
          <a:ext cx="4811077" cy="654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20" tIns="69220" rIns="69220" bIns="6922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Add User Stories to the Product Backlog</a:t>
          </a:r>
          <a:endParaRPr lang="en-US" sz="2000" kern="1200" dirty="0"/>
        </a:p>
      </dsp:txBody>
      <dsp:txXfrm>
        <a:off x="755427" y="1635403"/>
        <a:ext cx="4811077" cy="6540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68142-154A-4694-B370-341216F303E3}">
      <dsp:nvSpPr>
        <dsp:cNvPr id="0" name=""/>
        <dsp:cNvSpPr/>
      </dsp:nvSpPr>
      <dsp:spPr>
        <a:xfrm>
          <a:off x="65763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878AD-4047-48B3-A969-99941592C811}">
      <dsp:nvSpPr>
        <dsp:cNvPr id="0" name=""/>
        <dsp:cNvSpPr/>
      </dsp:nvSpPr>
      <dsp:spPr>
        <a:xfrm>
          <a:off x="227625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C469B-76B9-4C7E-B8EA-82BEAB8D789E}">
      <dsp:nvSpPr>
        <dsp:cNvPr id="0" name=""/>
        <dsp:cNvSpPr/>
      </dsp:nvSpPr>
      <dsp:spPr>
        <a:xfrm>
          <a:off x="1001698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Complete Lab6.</a:t>
          </a:r>
          <a:endParaRPr lang="en-US" sz="2400" kern="1200"/>
        </a:p>
      </dsp:txBody>
      <dsp:txXfrm>
        <a:off x="1001698" y="1661696"/>
        <a:ext cx="1816814" cy="770769"/>
      </dsp:txXfrm>
    </dsp:sp>
    <dsp:sp modelId="{C3C7CE2A-CD67-4F92-93BC-390CBC74E45C}">
      <dsp:nvSpPr>
        <dsp:cNvPr id="0" name=""/>
        <dsp:cNvSpPr/>
      </dsp:nvSpPr>
      <dsp:spPr>
        <a:xfrm>
          <a:off x="3135078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2A71C-65DF-4023-8933-3CD1A1703252}">
      <dsp:nvSpPr>
        <dsp:cNvPr id="0" name=""/>
        <dsp:cNvSpPr/>
      </dsp:nvSpPr>
      <dsp:spPr>
        <a:xfrm>
          <a:off x="3296940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599BB-CC69-4F2C-8F72-C2F77A2981DD}">
      <dsp:nvSpPr>
        <dsp:cNvPr id="0" name=""/>
        <dsp:cNvSpPr/>
      </dsp:nvSpPr>
      <dsp:spPr>
        <a:xfrm>
          <a:off x="4071013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Duration 40 minutes</a:t>
          </a:r>
          <a:endParaRPr lang="en-US" sz="2400" kern="1200" dirty="0"/>
        </a:p>
      </dsp:txBody>
      <dsp:txXfrm>
        <a:off x="4071013" y="1661696"/>
        <a:ext cx="1816814" cy="7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95DA3-745E-49D5-8414-356604275343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37A1D-5E21-4476-98D1-F8ED070A4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26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1EA3-9128-44BF-9923-CA79E9E97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E817B-1727-4A37-9BDF-E66CA9C21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ADC63-8424-4FD4-A42F-21E07086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FCE05-F679-4DE6-BD5C-C62A01B1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C8F2-5194-4E1F-9DC7-B8B931E0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74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87A9-5813-49A2-92F8-2EBFE127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DFA2A-7D86-400C-8D79-450171F28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31A28-CF8A-44A3-9196-0A52B0BF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8F9E-5AE9-439A-B9F3-9E088C16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E79DD-881E-47C3-AC06-A00C00F2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6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9F34-D101-4963-99B7-4B76C88A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5F7D-9EA4-44E0-ACEE-96E572F98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AA943-AD6F-4D15-87AE-BBEEA9F1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79C8-D97E-45C7-BFDA-6309CB45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3591F-9C73-43FA-ABAD-6EF47F63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741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578A-4C41-42C7-BCFF-9DE52DE0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7930-CC5C-4BE5-8FFC-32F9D571F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F9822-1855-4417-91E4-50034B413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260F4-C6AD-406A-960D-12EA2AC4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51655-EFE4-4D68-AC7C-ED69AC3A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54726-DB97-4579-BF91-F769EB42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56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8B7F-B224-449A-ABBF-F88DED87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34C2A-A2FB-4566-9905-27646A35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CF446-4693-48AB-8FD9-1A646BCE5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11AE1-1D77-4D70-A20C-F284E98DB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AC43F-3D4F-4956-8978-FA24789A7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2045-3AA5-47C1-BAA9-9BDAF97F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45A10-21A9-479F-ADF4-67C46118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222D6-2816-44E1-9FD4-CB7E9F7B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76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2BCB-713C-4622-BD06-D1600BCA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80FA7-2D28-4B9C-B517-767CF49F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98732-F475-44EE-B63B-7EE15AC5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65E73-3D3B-4E32-888A-B18C4DEC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0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3B4FA-B632-43BD-B71F-B1899592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9EEB-2B41-447E-98C6-E057378A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FF986-B7EA-4C67-8AF5-D4F870D7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77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AE00-0B81-479B-9B82-E40B8E83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32DF-B1A3-4CA0-B19F-C99B6ECC9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05BD3-77D7-4865-B9FD-4B000F495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B42DE-8A68-41D3-A4B2-C3FE0BE2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2B128-BF28-4C5E-8DCE-4C967B3B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1A550-8360-45FA-A71F-50DFDEB0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20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153C-D51D-47DC-B6C3-B10828A2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8675C-9DC0-416C-8573-37D3C1B67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FC180-67D8-4E22-A5A1-88B5CAFA0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B512-0295-4C7D-99C4-E7EAE80E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F6930-4098-461C-94B3-81105BC9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30FFC-3536-4F13-90FA-D5566C14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88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57D5-8EFB-4B68-BECD-F2B0776E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F0479-FEB9-494A-85AC-4E10AEA21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D3F2B-9E15-4FD3-B3C7-344DB90D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F676-2E87-44AE-B4AF-9737D396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1697F-19F6-42B1-AB4A-C0C661A9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36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F9BD5-BD21-4405-ADE0-71742EF41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F120C-1311-48CA-9F6D-069AA2B1D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851B1-CC20-4F67-93AE-5D040B25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634E0-9D6C-45DE-A5B5-6CA01062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BD4F-30A1-49CD-9702-244B993B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93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791791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953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54597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49C31-9865-4C51-AA9F-9D21F4A3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446A-AE7E-45BC-BD8D-B33A02D6A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BF174-CCB7-4761-BE65-DE2B4F639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14EAE-8F7D-4818-986F-0CD034EF7E9C}" type="datetimeFigureOut">
              <a:rPr lang="en-GB" smtClean="0"/>
              <a:t>24/11/2023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3023C-F5D1-45E3-860A-BBCE7344B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23A40-3EA7-4571-8997-5DCA8078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DD946-2DFF-4A76-BEF6-F55A82A471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9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 dirty="0">
              <a:cs typeface="Arial" charset="0"/>
            </a:endParaRPr>
          </a:p>
          <a:p>
            <a:endParaRPr lang="en-GB" sz="3200" dirty="0"/>
          </a:p>
          <a:p>
            <a:endParaRPr lang="en-GB" sz="14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 dirty="0">
                <a:latin typeface="+mj-lt"/>
              </a:rPr>
            </a:br>
            <a:r>
              <a:rPr lang="en" dirty="0">
                <a:latin typeface="+mj-lt"/>
              </a:rPr>
              <a:t>agile scrum workflow	</a:t>
            </a:r>
            <a:br>
              <a:rPr lang="en" dirty="0"/>
            </a:b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A525786-1469-F73D-DC0B-85F24E2F65D8}"/>
              </a:ext>
            </a:extLst>
          </p:cNvPr>
          <p:cNvSpPr/>
          <p:nvPr/>
        </p:nvSpPr>
        <p:spPr>
          <a:xfrm>
            <a:off x="4603030" y="1595058"/>
            <a:ext cx="6770688" cy="794521"/>
          </a:xfrm>
          <a:custGeom>
            <a:avLst/>
            <a:gdLst>
              <a:gd name="connsiteX0" fmla="*/ 0 w 6770688"/>
              <a:gd name="connsiteY0" fmla="*/ 132423 h 794521"/>
              <a:gd name="connsiteX1" fmla="*/ 132423 w 6770688"/>
              <a:gd name="connsiteY1" fmla="*/ 0 h 794521"/>
              <a:gd name="connsiteX2" fmla="*/ 6638265 w 6770688"/>
              <a:gd name="connsiteY2" fmla="*/ 0 h 794521"/>
              <a:gd name="connsiteX3" fmla="*/ 6770688 w 6770688"/>
              <a:gd name="connsiteY3" fmla="*/ 132423 h 794521"/>
              <a:gd name="connsiteX4" fmla="*/ 6770688 w 6770688"/>
              <a:gd name="connsiteY4" fmla="*/ 662098 h 794521"/>
              <a:gd name="connsiteX5" fmla="*/ 6638265 w 6770688"/>
              <a:gd name="connsiteY5" fmla="*/ 794521 h 794521"/>
              <a:gd name="connsiteX6" fmla="*/ 132423 w 6770688"/>
              <a:gd name="connsiteY6" fmla="*/ 794521 h 794521"/>
              <a:gd name="connsiteX7" fmla="*/ 0 w 6770688"/>
              <a:gd name="connsiteY7" fmla="*/ 662098 h 794521"/>
              <a:gd name="connsiteX8" fmla="*/ 0 w 6770688"/>
              <a:gd name="connsiteY8" fmla="*/ 132423 h 79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70688" h="794521">
                <a:moveTo>
                  <a:pt x="0" y="132423"/>
                </a:moveTo>
                <a:cubicBezTo>
                  <a:pt x="0" y="59288"/>
                  <a:pt x="59288" y="0"/>
                  <a:pt x="132423" y="0"/>
                </a:cubicBezTo>
                <a:lnTo>
                  <a:pt x="6638265" y="0"/>
                </a:lnTo>
                <a:cubicBezTo>
                  <a:pt x="6711400" y="0"/>
                  <a:pt x="6770688" y="59288"/>
                  <a:pt x="6770688" y="132423"/>
                </a:cubicBezTo>
                <a:lnTo>
                  <a:pt x="6770688" y="662098"/>
                </a:lnTo>
                <a:cubicBezTo>
                  <a:pt x="6770688" y="735233"/>
                  <a:pt x="6711400" y="794521"/>
                  <a:pt x="6638265" y="794521"/>
                </a:cubicBezTo>
                <a:lnTo>
                  <a:pt x="132423" y="794521"/>
                </a:lnTo>
                <a:cubicBezTo>
                  <a:pt x="59288" y="794521"/>
                  <a:pt x="0" y="735233"/>
                  <a:pt x="0" y="662098"/>
                </a:cubicBezTo>
                <a:lnTo>
                  <a:pt x="0" y="13242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225" tIns="130225" rIns="130225" bIns="130225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400" kern="1200" dirty="0"/>
              <a:t>To understand a simple Agile Scrum Workflow</a:t>
            </a:r>
            <a:endParaRPr lang="en-US" sz="2400" kern="1200" dirty="0"/>
          </a:p>
        </p:txBody>
      </p:sp>
      <p:graphicFrame>
        <p:nvGraphicFramePr>
          <p:cNvPr id="4" name="Text Placeholder 2">
            <a:extLst>
              <a:ext uri="{FF2B5EF4-FFF2-40B4-BE49-F238E27FC236}">
                <a16:creationId xmlns:a16="http://schemas.microsoft.com/office/drawing/2014/main" id="{F489B368-42B0-4CEE-B281-544B53ABFD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3036343"/>
              </p:ext>
            </p:extLst>
          </p:nvPr>
        </p:nvGraphicFramePr>
        <p:xfrm>
          <a:off x="5147677" y="2660957"/>
          <a:ext cx="5566505" cy="2289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3DDF1-6998-48E9-982B-075186FFE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Simple Agile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D711-8289-4A55-95F9-7EC8C4548B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400" dirty="0"/>
              <a:t>A simple agile workflow can consist of 4 columns</a:t>
            </a:r>
          </a:p>
          <a:p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718F0C-4D57-4E6B-A0DE-127B7E21C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54651"/>
              </p:ext>
            </p:extLst>
          </p:nvPr>
        </p:nvGraphicFramePr>
        <p:xfrm>
          <a:off x="4959724" y="2367280"/>
          <a:ext cx="651256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140">
                  <a:extLst>
                    <a:ext uri="{9D8B030D-6E8A-4147-A177-3AD203B41FA5}">
                      <a16:colId xmlns:a16="http://schemas.microsoft.com/office/drawing/2014/main" val="1372304856"/>
                    </a:ext>
                  </a:extLst>
                </a:gridCol>
                <a:gridCol w="1628140">
                  <a:extLst>
                    <a:ext uri="{9D8B030D-6E8A-4147-A177-3AD203B41FA5}">
                      <a16:colId xmlns:a16="http://schemas.microsoft.com/office/drawing/2014/main" val="1599408842"/>
                    </a:ext>
                  </a:extLst>
                </a:gridCol>
                <a:gridCol w="1628140">
                  <a:extLst>
                    <a:ext uri="{9D8B030D-6E8A-4147-A177-3AD203B41FA5}">
                      <a16:colId xmlns:a16="http://schemas.microsoft.com/office/drawing/2014/main" val="1865579978"/>
                    </a:ext>
                  </a:extLst>
                </a:gridCol>
                <a:gridCol w="1628140">
                  <a:extLst>
                    <a:ext uri="{9D8B030D-6E8A-4147-A177-3AD203B41FA5}">
                      <a16:colId xmlns:a16="http://schemas.microsoft.com/office/drawing/2014/main" val="275806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Product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53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User Story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User Story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User Story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User Story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72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User Story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User Story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11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User Story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63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User Story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75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14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EC32B4-E1BF-4DFF-A891-CAA1018D0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Product backlog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BEE5998-CE23-725B-1250-9EE4AA6E5D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711981"/>
              </p:ext>
            </p:extLst>
          </p:nvPr>
        </p:nvGraphicFramePr>
        <p:xfrm>
          <a:off x="4760047" y="555657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93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953135-E4B0-4A7D-9F2C-C3795D36F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Sprint backlog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2778C3F-5025-46CF-115C-8EF6020F52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6473439"/>
              </p:ext>
            </p:extLst>
          </p:nvPr>
        </p:nvGraphicFramePr>
        <p:xfrm>
          <a:off x="5000191" y="1107159"/>
          <a:ext cx="6564928" cy="4224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50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EB9796-E845-40FA-9AC3-50F4D98C4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Doing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8C23C-BF7D-4888-AE58-97FF458A3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6527" y="1349985"/>
            <a:ext cx="6770688" cy="51194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a developer begins to work on a feature then that feature is moved to the Doing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8601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1604EC-2549-4AAB-8933-0EA64AF1E3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Done LIST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A381508-2EA9-A701-06F7-E87B82909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491381"/>
              </p:ext>
            </p:extLst>
          </p:nvPr>
        </p:nvGraphicFramePr>
        <p:xfrm>
          <a:off x="4749915" y="801759"/>
          <a:ext cx="6741907" cy="4588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159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FF1CCA-9550-46B8-81D0-1CD03D835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Trello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6703888-5E08-7BD4-E720-B4E3A663428D}"/>
              </a:ext>
            </a:extLst>
          </p:cNvPr>
          <p:cNvSpPr/>
          <p:nvPr/>
        </p:nvSpPr>
        <p:spPr>
          <a:xfrm>
            <a:off x="4586104" y="649734"/>
            <a:ext cx="6848514" cy="1382265"/>
          </a:xfrm>
          <a:custGeom>
            <a:avLst/>
            <a:gdLst>
              <a:gd name="connsiteX0" fmla="*/ 0 w 5314990"/>
              <a:gd name="connsiteY0" fmla="*/ 0 h 1467836"/>
              <a:gd name="connsiteX1" fmla="*/ 5314990 w 5314990"/>
              <a:gd name="connsiteY1" fmla="*/ 0 h 1467836"/>
              <a:gd name="connsiteX2" fmla="*/ 5314990 w 5314990"/>
              <a:gd name="connsiteY2" fmla="*/ 1467836 h 1467836"/>
              <a:gd name="connsiteX3" fmla="*/ 0 w 5314990"/>
              <a:gd name="connsiteY3" fmla="*/ 1467836 h 1467836"/>
              <a:gd name="connsiteX4" fmla="*/ 0 w 5314990"/>
              <a:gd name="connsiteY4" fmla="*/ 0 h 146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990" h="1467836">
                <a:moveTo>
                  <a:pt x="0" y="0"/>
                </a:moveTo>
                <a:lnTo>
                  <a:pt x="5314990" y="0"/>
                </a:lnTo>
                <a:lnTo>
                  <a:pt x="5314990" y="1467836"/>
                </a:lnTo>
                <a:lnTo>
                  <a:pt x="0" y="14678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400" b="0" kern="1200" dirty="0"/>
              <a:t>Tello is a free Kanban board which can be used to create and apply your simple Agile Workflow</a:t>
            </a:r>
          </a:p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dirty="0"/>
              <a:t>(or any workflow, even your own to-do lists)</a:t>
            </a:r>
            <a:endParaRPr lang="en-US" kern="1200" dirty="0"/>
          </a:p>
        </p:txBody>
      </p:sp>
      <p:graphicFrame>
        <p:nvGraphicFramePr>
          <p:cNvPr id="14" name="TextBox 9">
            <a:extLst>
              <a:ext uri="{FF2B5EF4-FFF2-40B4-BE49-F238E27FC236}">
                <a16:creationId xmlns:a16="http://schemas.microsoft.com/office/drawing/2014/main" id="{1B02BABF-0B5D-2901-E85D-F12774D754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434367"/>
              </p:ext>
            </p:extLst>
          </p:nvPr>
        </p:nvGraphicFramePr>
        <p:xfrm>
          <a:off x="5217877" y="2381282"/>
          <a:ext cx="5754925" cy="368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9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C8586E-35CD-FD0A-2D75-BCC773A21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19"/>
            <a:ext cx="12192000" cy="6431236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DD69D0C2-DC3F-AF26-3B7D-0BDDF9BA1537}"/>
              </a:ext>
            </a:extLst>
          </p:cNvPr>
          <p:cNvSpPr/>
          <p:nvPr/>
        </p:nvSpPr>
        <p:spPr>
          <a:xfrm>
            <a:off x="6040584" y="4036292"/>
            <a:ext cx="665018" cy="406400"/>
          </a:xfrm>
          <a:prstGeom prst="wedgeEllipseCallout">
            <a:avLst>
              <a:gd name="adj1" fmla="val -79075"/>
              <a:gd name="adj2" fmla="val 175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76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9D75E-23D6-1B48-E274-995B73DD8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pic>
        <p:nvPicPr>
          <p:cNvPr id="4" name="Picture 3" descr="Reviews - Web Sites: Recommended - Research Guides at Thrift Library">
            <a:extLst>
              <a:ext uri="{FF2B5EF4-FFF2-40B4-BE49-F238E27FC236}">
                <a16:creationId xmlns:a16="http://schemas.microsoft.com/office/drawing/2014/main" id="{82EA5ABD-BA40-CD9D-E2EB-65E7ED29C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90" y="202222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3C24DAE5-7C4B-A698-5DE0-BAD072CED7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117570"/>
              </p:ext>
            </p:extLst>
          </p:nvPr>
        </p:nvGraphicFramePr>
        <p:xfrm>
          <a:off x="5147677" y="2707139"/>
          <a:ext cx="5566505" cy="2289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68AE5F-0008-4DA4-C591-DF35C28EB5A4}"/>
              </a:ext>
            </a:extLst>
          </p:cNvPr>
          <p:cNvSpPr txBox="1"/>
          <p:nvPr/>
        </p:nvSpPr>
        <p:spPr>
          <a:xfrm>
            <a:off x="4345637" y="2088979"/>
            <a:ext cx="67102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You understand how to set up a simple Agile Scrum Workflow</a:t>
            </a:r>
          </a:p>
          <a:p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53994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C515E1F0-DE9F-1E55-2469-1D5602AB49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560883"/>
              </p:ext>
            </p:extLst>
          </p:nvPr>
        </p:nvGraphicFramePr>
        <p:xfrm>
          <a:off x="5037137" y="1349984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0769FD-E32D-4275-AE92-2D0BC40BB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357DEA-03AF-4805-975D-C624F6619F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02DEDB-AE0B-4EF1-A23B-12C71570F2B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Widescreen</PresentationFormat>
  <Paragraphs>55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Krana Fat B</vt:lpstr>
      <vt:lpstr>Montserrat</vt:lpstr>
      <vt:lpstr>Office Theme</vt:lpstr>
      <vt:lpstr> agile scrum workflow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MarkAndrew Rogers</dc:creator>
  <cp:lastModifiedBy>mike baradaran</cp:lastModifiedBy>
  <cp:revision>16</cp:revision>
  <dcterms:created xsi:type="dcterms:W3CDTF">2022-02-02T10:47:51Z</dcterms:created>
  <dcterms:modified xsi:type="dcterms:W3CDTF">2023-11-24T10:47:30Z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