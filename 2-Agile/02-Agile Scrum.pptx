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462" r:id="rId5"/>
    <p:sldId id="757" r:id="rId6"/>
    <p:sldId id="759" r:id="rId7"/>
    <p:sldId id="761" r:id="rId8"/>
    <p:sldId id="764" r:id="rId9"/>
    <p:sldId id="767" r:id="rId10"/>
    <p:sldId id="765" r:id="rId11"/>
    <p:sldId id="762" r:id="rId12"/>
    <p:sldId id="763" r:id="rId13"/>
    <p:sldId id="760" r:id="rId14"/>
    <p:sldId id="758" r:id="rId15"/>
    <p:sldId id="4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544748-B977-4745-A9CA-7F2610D2923E}" v="2" dt="2022-02-01T10:32:24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87226" autoAdjust="0"/>
  </p:normalViewPr>
  <p:slideViewPr>
    <p:cSldViewPr snapToGrid="0">
      <p:cViewPr varScale="1">
        <p:scale>
          <a:sx n="68" d="100"/>
          <a:sy n="68" d="100"/>
        </p:scale>
        <p:origin x="1262" y="58"/>
      </p:cViewPr>
      <p:guideLst/>
    </p:cSldViewPr>
  </p:slideViewPr>
  <p:outlineViewPr>
    <p:cViewPr>
      <p:scale>
        <a:sx n="33" d="100"/>
        <a:sy n="33" d="100"/>
      </p:scale>
      <p:origin x="0" y="-273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Andrew Rogers" userId="fbd1f26338c9b5ce" providerId="LiveId" clId="{92544748-B977-4745-A9CA-7F2610D2923E}"/>
    <pc:docChg chg="undo custSel addSld modSld sldOrd">
      <pc:chgData name="MarkAndrew Rogers" userId="fbd1f26338c9b5ce" providerId="LiveId" clId="{92544748-B977-4745-A9CA-7F2610D2923E}" dt="2022-02-01T10:32:50.487" v="1299" actId="20577"/>
      <pc:docMkLst>
        <pc:docMk/>
      </pc:docMkLst>
      <pc:sldChg chg="modSp add mod">
        <pc:chgData name="MarkAndrew Rogers" userId="fbd1f26338c9b5ce" providerId="LiveId" clId="{92544748-B977-4745-A9CA-7F2610D2923E}" dt="2022-02-01T10:32:50.487" v="1299" actId="20577"/>
        <pc:sldMkLst>
          <pc:docMk/>
          <pc:sldMk cId="1932256695" sldId="456"/>
        </pc:sldMkLst>
        <pc:spChg chg="mod">
          <ac:chgData name="MarkAndrew Rogers" userId="fbd1f26338c9b5ce" providerId="LiveId" clId="{92544748-B977-4745-A9CA-7F2610D2923E}" dt="2022-02-01T10:32:50.487" v="1299" actId="20577"/>
          <ac:spMkLst>
            <pc:docMk/>
            <pc:sldMk cId="1932256695" sldId="456"/>
            <ac:spMk id="7" creationId="{CCC4AE2F-C0E8-473D-9D53-77A9DA3BEA1F}"/>
          </ac:spMkLst>
        </pc:spChg>
      </pc:sldChg>
      <pc:sldChg chg="modSp mod">
        <pc:chgData name="MarkAndrew Rogers" userId="fbd1f26338c9b5ce" providerId="LiveId" clId="{92544748-B977-4745-A9CA-7F2610D2923E}" dt="2022-01-31T17:12:58.842" v="1229" actId="20577"/>
        <pc:sldMkLst>
          <pc:docMk/>
          <pc:sldMk cId="2018271411" sldId="757"/>
        </pc:sldMkLst>
        <pc:spChg chg="mod">
          <ac:chgData name="MarkAndrew Rogers" userId="fbd1f26338c9b5ce" providerId="LiveId" clId="{92544748-B977-4745-A9CA-7F2610D2923E}" dt="2022-01-31T17:12:58.842" v="1229" actId="20577"/>
          <ac:spMkLst>
            <pc:docMk/>
            <pc:sldMk cId="2018271411" sldId="757"/>
            <ac:spMk id="3" creationId="{31F2E46C-A09C-4D8F-8B86-51C97198AA44}"/>
          </ac:spMkLst>
        </pc:spChg>
      </pc:sldChg>
      <pc:sldChg chg="modSp new mod">
        <pc:chgData name="MarkAndrew Rogers" userId="fbd1f26338c9b5ce" providerId="LiveId" clId="{92544748-B977-4745-A9CA-7F2610D2923E}" dt="2022-01-31T17:13:36.715" v="1257" actId="20577"/>
        <pc:sldMkLst>
          <pc:docMk/>
          <pc:sldMk cId="3268888726" sldId="758"/>
        </pc:sldMkLst>
        <pc:spChg chg="mod">
          <ac:chgData name="MarkAndrew Rogers" userId="fbd1f26338c9b5ce" providerId="LiveId" clId="{92544748-B977-4745-A9CA-7F2610D2923E}" dt="2022-01-31T16:03:56.073" v="256" actId="20577"/>
          <ac:spMkLst>
            <pc:docMk/>
            <pc:sldMk cId="3268888726" sldId="758"/>
            <ac:spMk id="2" creationId="{B448C6C5-69B2-471B-B5CF-7973BDD7F021}"/>
          </ac:spMkLst>
        </pc:spChg>
        <pc:spChg chg="mod">
          <ac:chgData name="MarkAndrew Rogers" userId="fbd1f26338c9b5ce" providerId="LiveId" clId="{92544748-B977-4745-A9CA-7F2610D2923E}" dt="2022-01-31T17:13:36.715" v="1257" actId="20577"/>
          <ac:spMkLst>
            <pc:docMk/>
            <pc:sldMk cId="3268888726" sldId="758"/>
            <ac:spMk id="3" creationId="{E2961E99-7034-44FC-B8C3-F91104A96C33}"/>
          </ac:spMkLst>
        </pc:spChg>
      </pc:sldChg>
      <pc:sldChg chg="modSp new mod">
        <pc:chgData name="MarkAndrew Rogers" userId="fbd1f26338c9b5ce" providerId="LiveId" clId="{92544748-B977-4745-A9CA-7F2610D2923E}" dt="2022-01-31T16:27:42.606" v="453" actId="5793"/>
        <pc:sldMkLst>
          <pc:docMk/>
          <pc:sldMk cId="1973207719" sldId="759"/>
        </pc:sldMkLst>
        <pc:spChg chg="mod">
          <ac:chgData name="MarkAndrew Rogers" userId="fbd1f26338c9b5ce" providerId="LiveId" clId="{92544748-B977-4745-A9CA-7F2610D2923E}" dt="2022-01-31T16:07:02.962" v="361" actId="20577"/>
          <ac:spMkLst>
            <pc:docMk/>
            <pc:sldMk cId="1973207719" sldId="759"/>
            <ac:spMk id="2" creationId="{6C18797E-A586-4E7F-9659-43945FC0FCBB}"/>
          </ac:spMkLst>
        </pc:spChg>
        <pc:spChg chg="mod">
          <ac:chgData name="MarkAndrew Rogers" userId="fbd1f26338c9b5ce" providerId="LiveId" clId="{92544748-B977-4745-A9CA-7F2610D2923E}" dt="2022-01-31T16:27:42.606" v="453" actId="5793"/>
          <ac:spMkLst>
            <pc:docMk/>
            <pc:sldMk cId="1973207719" sldId="759"/>
            <ac:spMk id="3" creationId="{56CE56AB-2861-44E7-BBBD-92C48CD03211}"/>
          </ac:spMkLst>
        </pc:spChg>
      </pc:sldChg>
      <pc:sldChg chg="modSp new mod">
        <pc:chgData name="MarkAndrew Rogers" userId="fbd1f26338c9b5ce" providerId="LiveId" clId="{92544748-B977-4745-A9CA-7F2610D2923E}" dt="2022-01-31T16:32:40.806" v="615" actId="5793"/>
        <pc:sldMkLst>
          <pc:docMk/>
          <pc:sldMk cId="2086028271" sldId="760"/>
        </pc:sldMkLst>
        <pc:spChg chg="mod">
          <ac:chgData name="MarkAndrew Rogers" userId="fbd1f26338c9b5ce" providerId="LiveId" clId="{92544748-B977-4745-A9CA-7F2610D2923E}" dt="2022-01-31T16:29:13.671" v="470" actId="20577"/>
          <ac:spMkLst>
            <pc:docMk/>
            <pc:sldMk cId="2086028271" sldId="760"/>
            <ac:spMk id="2" creationId="{2319456A-9A1F-4641-90A3-2FA22CB190DB}"/>
          </ac:spMkLst>
        </pc:spChg>
        <pc:spChg chg="mod">
          <ac:chgData name="MarkAndrew Rogers" userId="fbd1f26338c9b5ce" providerId="LiveId" clId="{92544748-B977-4745-A9CA-7F2610D2923E}" dt="2022-01-31T16:32:40.806" v="615" actId="5793"/>
          <ac:spMkLst>
            <pc:docMk/>
            <pc:sldMk cId="2086028271" sldId="760"/>
            <ac:spMk id="3" creationId="{9EB95ADE-B814-4E3D-899B-0358AA390FF8}"/>
          </ac:spMkLst>
        </pc:spChg>
      </pc:sldChg>
      <pc:sldChg chg="modSp new mod">
        <pc:chgData name="MarkAndrew Rogers" userId="fbd1f26338c9b5ce" providerId="LiveId" clId="{92544748-B977-4745-A9CA-7F2610D2923E}" dt="2022-02-01T10:11:08.022" v="1261" actId="20577"/>
        <pc:sldMkLst>
          <pc:docMk/>
          <pc:sldMk cId="1171163757" sldId="761"/>
        </pc:sldMkLst>
        <pc:spChg chg="mod">
          <ac:chgData name="MarkAndrew Rogers" userId="fbd1f26338c9b5ce" providerId="LiveId" clId="{92544748-B977-4745-A9CA-7F2610D2923E}" dt="2022-01-31T16:33:13.562" v="631" actId="20577"/>
          <ac:spMkLst>
            <pc:docMk/>
            <pc:sldMk cId="1171163757" sldId="761"/>
            <ac:spMk id="2" creationId="{221C2ECE-008B-489E-8C94-ED7C578E7B0F}"/>
          </ac:spMkLst>
        </pc:spChg>
        <pc:spChg chg="mod">
          <ac:chgData name="MarkAndrew Rogers" userId="fbd1f26338c9b5ce" providerId="LiveId" clId="{92544748-B977-4745-A9CA-7F2610D2923E}" dt="2022-02-01T10:11:08.022" v="1261" actId="20577"/>
          <ac:spMkLst>
            <pc:docMk/>
            <pc:sldMk cId="1171163757" sldId="761"/>
            <ac:spMk id="3" creationId="{719749BC-B1D4-4332-B060-21B381080466}"/>
          </ac:spMkLst>
        </pc:spChg>
      </pc:sldChg>
      <pc:sldChg chg="modSp new mod">
        <pc:chgData name="MarkAndrew Rogers" userId="fbd1f26338c9b5ce" providerId="LiveId" clId="{92544748-B977-4745-A9CA-7F2610D2923E}" dt="2022-01-31T17:11:52.692" v="1204" actId="20577"/>
        <pc:sldMkLst>
          <pc:docMk/>
          <pc:sldMk cId="2457114266" sldId="762"/>
        </pc:sldMkLst>
        <pc:spChg chg="mod">
          <ac:chgData name="MarkAndrew Rogers" userId="fbd1f26338c9b5ce" providerId="LiveId" clId="{92544748-B977-4745-A9CA-7F2610D2923E}" dt="2022-01-31T16:36:46.952" v="714" actId="20577"/>
          <ac:spMkLst>
            <pc:docMk/>
            <pc:sldMk cId="2457114266" sldId="762"/>
            <ac:spMk id="2" creationId="{B8052978-EDBF-498F-B3A7-C14E8FF09334}"/>
          </ac:spMkLst>
        </pc:spChg>
        <pc:spChg chg="mod">
          <ac:chgData name="MarkAndrew Rogers" userId="fbd1f26338c9b5ce" providerId="LiveId" clId="{92544748-B977-4745-A9CA-7F2610D2923E}" dt="2022-01-31T17:11:52.692" v="1204" actId="20577"/>
          <ac:spMkLst>
            <pc:docMk/>
            <pc:sldMk cId="2457114266" sldId="762"/>
            <ac:spMk id="3" creationId="{C2B01352-81DB-4551-AB1E-23DACFBD4B73}"/>
          </ac:spMkLst>
        </pc:spChg>
      </pc:sldChg>
      <pc:sldChg chg="addSp modSp add mod">
        <pc:chgData name="MarkAndrew Rogers" userId="fbd1f26338c9b5ce" providerId="LiveId" clId="{92544748-B977-4745-A9CA-7F2610D2923E}" dt="2022-01-31T17:10:25.406" v="1151" actId="14100"/>
        <pc:sldMkLst>
          <pc:docMk/>
          <pc:sldMk cId="4147189723" sldId="763"/>
        </pc:sldMkLst>
        <pc:spChg chg="mod">
          <ac:chgData name="MarkAndrew Rogers" userId="fbd1f26338c9b5ce" providerId="LiveId" clId="{92544748-B977-4745-A9CA-7F2610D2923E}" dt="2022-01-31T17:10:19.497" v="1150" actId="255"/>
          <ac:spMkLst>
            <pc:docMk/>
            <pc:sldMk cId="4147189723" sldId="763"/>
            <ac:spMk id="3" creationId="{C2B01352-81DB-4551-AB1E-23DACFBD4B73}"/>
          </ac:spMkLst>
        </pc:spChg>
        <pc:picChg chg="add mod">
          <ac:chgData name="MarkAndrew Rogers" userId="fbd1f26338c9b5ce" providerId="LiveId" clId="{92544748-B977-4745-A9CA-7F2610D2923E}" dt="2022-01-31T17:10:25.406" v="1151" actId="14100"/>
          <ac:picMkLst>
            <pc:docMk/>
            <pc:sldMk cId="4147189723" sldId="763"/>
            <ac:picMk id="5" creationId="{5527F440-E3CA-4400-8BDF-68A0FA9EB563}"/>
          </ac:picMkLst>
        </pc:picChg>
      </pc:sldChg>
      <pc:sldChg chg="modSp new mod">
        <pc:chgData name="MarkAndrew Rogers" userId="fbd1f26338c9b5ce" providerId="LiveId" clId="{92544748-B977-4745-A9CA-7F2610D2923E}" dt="2022-01-31T17:03:07.297" v="1009" actId="113"/>
        <pc:sldMkLst>
          <pc:docMk/>
          <pc:sldMk cId="68222811" sldId="764"/>
        </pc:sldMkLst>
        <pc:spChg chg="mod">
          <ac:chgData name="MarkAndrew Rogers" userId="fbd1f26338c9b5ce" providerId="LiveId" clId="{92544748-B977-4745-A9CA-7F2610D2923E}" dt="2022-01-31T17:01:16.235" v="964" actId="20577"/>
          <ac:spMkLst>
            <pc:docMk/>
            <pc:sldMk cId="68222811" sldId="764"/>
            <ac:spMk id="2" creationId="{E2770BB1-C06D-4A64-A43C-9B663AB3CAE0}"/>
          </ac:spMkLst>
        </pc:spChg>
        <pc:spChg chg="mod">
          <ac:chgData name="MarkAndrew Rogers" userId="fbd1f26338c9b5ce" providerId="LiveId" clId="{92544748-B977-4745-A9CA-7F2610D2923E}" dt="2022-01-31T17:03:07.297" v="1009" actId="113"/>
          <ac:spMkLst>
            <pc:docMk/>
            <pc:sldMk cId="68222811" sldId="764"/>
            <ac:spMk id="3" creationId="{959AF2AD-CF2D-4377-8981-8039563DA1B1}"/>
          </ac:spMkLst>
        </pc:spChg>
      </pc:sldChg>
      <pc:sldChg chg="modSp new mod ord">
        <pc:chgData name="MarkAndrew Rogers" userId="fbd1f26338c9b5ce" providerId="LiveId" clId="{92544748-B977-4745-A9CA-7F2610D2923E}" dt="2022-02-01T10:19:55.110" v="1265"/>
        <pc:sldMkLst>
          <pc:docMk/>
          <pc:sldMk cId="701958966" sldId="765"/>
        </pc:sldMkLst>
        <pc:spChg chg="mod">
          <ac:chgData name="MarkAndrew Rogers" userId="fbd1f26338c9b5ce" providerId="LiveId" clId="{92544748-B977-4745-A9CA-7F2610D2923E}" dt="2022-01-31T17:08:50.892" v="1117" actId="20577"/>
          <ac:spMkLst>
            <pc:docMk/>
            <pc:sldMk cId="701958966" sldId="765"/>
            <ac:spMk id="2" creationId="{2360084C-B7AA-4CB6-979E-28816CEBA0F7}"/>
          </ac:spMkLst>
        </pc:spChg>
        <pc:spChg chg="mod">
          <ac:chgData name="MarkAndrew Rogers" userId="fbd1f26338c9b5ce" providerId="LiveId" clId="{92544748-B977-4745-A9CA-7F2610D2923E}" dt="2022-01-31T17:09:15.722" v="1147" actId="255"/>
          <ac:spMkLst>
            <pc:docMk/>
            <pc:sldMk cId="701958966" sldId="765"/>
            <ac:spMk id="3" creationId="{F196DA23-98B8-454D-8A26-EA89E8E5B6C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38.svg"/><Relationship Id="rId2" Type="http://schemas.openxmlformats.org/officeDocument/2006/relationships/image" Target="../media/image35.png"/><Relationship Id="rId1" Type="http://schemas.openxmlformats.org/officeDocument/2006/relationships/hyperlink" Target="https://trello.com/" TargetMode="External"/><Relationship Id="rId6" Type="http://schemas.openxmlformats.org/officeDocument/2006/relationships/image" Target="../media/image37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1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6.svg"/><Relationship Id="rId4" Type="http://schemas.openxmlformats.org/officeDocument/2006/relationships/image" Target="../media/image42.svg"/><Relationship Id="rId9" Type="http://schemas.openxmlformats.org/officeDocument/2006/relationships/image" Target="../media/image45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4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hyperlink" Target="https://trello.com/" TargetMode="External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15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1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6.svg"/><Relationship Id="rId4" Type="http://schemas.openxmlformats.org/officeDocument/2006/relationships/image" Target="../media/image42.svg"/><Relationship Id="rId9" Type="http://schemas.openxmlformats.org/officeDocument/2006/relationships/image" Target="../media/image45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562309-9C67-43DF-90D9-208C43EBCD1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BA1F73-4947-4BAF-86F5-45A15066A5F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Agile Scrum is</a:t>
          </a:r>
          <a:endParaRPr lang="en-US"/>
        </a:p>
      </dgm:t>
    </dgm:pt>
    <dgm:pt modelId="{D6BD7F4A-0096-489D-B5E6-B868381BE527}" type="parTrans" cxnId="{B560E983-55CA-408F-A927-7DF4AC73D214}">
      <dgm:prSet/>
      <dgm:spPr/>
      <dgm:t>
        <a:bodyPr/>
        <a:lstStyle/>
        <a:p>
          <a:endParaRPr lang="en-US"/>
        </a:p>
      </dgm:t>
    </dgm:pt>
    <dgm:pt modelId="{703C228F-CC28-4150-B669-502805E7D48A}" type="sibTrans" cxnId="{B560E983-55CA-408F-A927-7DF4AC73D214}">
      <dgm:prSet/>
      <dgm:spPr/>
      <dgm:t>
        <a:bodyPr/>
        <a:lstStyle/>
        <a:p>
          <a:endParaRPr lang="en-US"/>
        </a:p>
      </dgm:t>
    </dgm:pt>
    <dgm:pt modelId="{79A0FCEB-5716-43B2-8DBA-0C8D2509B7A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the product backlog</a:t>
          </a:r>
          <a:endParaRPr lang="en-US"/>
        </a:p>
      </dgm:t>
    </dgm:pt>
    <dgm:pt modelId="{37CCC212-7234-4A48-BDD8-7AF958C36C9A}" type="parTrans" cxnId="{9E8BBFD6-7BC0-4F70-90C3-8DB0CCD74B86}">
      <dgm:prSet/>
      <dgm:spPr/>
      <dgm:t>
        <a:bodyPr/>
        <a:lstStyle/>
        <a:p>
          <a:endParaRPr lang="en-US"/>
        </a:p>
      </dgm:t>
    </dgm:pt>
    <dgm:pt modelId="{A41350D9-8A30-4EE2-95B0-813A33855293}" type="sibTrans" cxnId="{9E8BBFD6-7BC0-4F70-90C3-8DB0CCD74B86}">
      <dgm:prSet/>
      <dgm:spPr/>
      <dgm:t>
        <a:bodyPr/>
        <a:lstStyle/>
        <a:p>
          <a:endParaRPr lang="en-US"/>
        </a:p>
      </dgm:t>
    </dgm:pt>
    <dgm:pt modelId="{9C4FADBF-B917-45F3-A11D-2D3F59B17C5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Definition of Ready (DoR)</a:t>
          </a:r>
          <a:endParaRPr lang="en-US"/>
        </a:p>
      </dgm:t>
    </dgm:pt>
    <dgm:pt modelId="{38F95E43-493E-4E4B-BF2A-5CF3293D7488}" type="parTrans" cxnId="{9BBAAFFB-482C-4239-97DE-211FB075C6F7}">
      <dgm:prSet/>
      <dgm:spPr/>
      <dgm:t>
        <a:bodyPr/>
        <a:lstStyle/>
        <a:p>
          <a:endParaRPr lang="en-US"/>
        </a:p>
      </dgm:t>
    </dgm:pt>
    <dgm:pt modelId="{F3A6D6BF-D23F-4282-A996-4B91E1AF90AE}" type="sibTrans" cxnId="{9BBAAFFB-482C-4239-97DE-211FB075C6F7}">
      <dgm:prSet/>
      <dgm:spPr/>
      <dgm:t>
        <a:bodyPr/>
        <a:lstStyle/>
        <a:p>
          <a:endParaRPr lang="en-US"/>
        </a:p>
      </dgm:t>
    </dgm:pt>
    <dgm:pt modelId="{75AF2E3B-5A8A-4A4D-8315-DE32A4B3A0A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is the sprint backlog</a:t>
          </a:r>
          <a:endParaRPr lang="en-US"/>
        </a:p>
      </dgm:t>
    </dgm:pt>
    <dgm:pt modelId="{AF3D859A-1438-422B-954C-E40482749485}" type="parTrans" cxnId="{D0DF070F-540D-4FD2-9913-6F6BFE2D2C5D}">
      <dgm:prSet/>
      <dgm:spPr/>
      <dgm:t>
        <a:bodyPr/>
        <a:lstStyle/>
        <a:p>
          <a:endParaRPr lang="en-US"/>
        </a:p>
      </dgm:t>
    </dgm:pt>
    <dgm:pt modelId="{062C203D-CED0-4854-AFAE-C3750FC69549}" type="sibTrans" cxnId="{D0DF070F-540D-4FD2-9913-6F6BFE2D2C5D}">
      <dgm:prSet/>
      <dgm:spPr/>
      <dgm:t>
        <a:bodyPr/>
        <a:lstStyle/>
        <a:p>
          <a:endParaRPr lang="en-US"/>
        </a:p>
      </dgm:t>
    </dgm:pt>
    <dgm:pt modelId="{080F29B2-23DB-4DE9-97C4-8F15F1614CC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Definition of Done (DoD)</a:t>
          </a:r>
          <a:endParaRPr lang="en-US"/>
        </a:p>
      </dgm:t>
    </dgm:pt>
    <dgm:pt modelId="{A9BCAA33-D793-409D-8D5C-F4A56BBC3F43}" type="parTrans" cxnId="{6375BA34-D701-41C5-869D-630FEC4DDEDA}">
      <dgm:prSet/>
      <dgm:spPr/>
      <dgm:t>
        <a:bodyPr/>
        <a:lstStyle/>
        <a:p>
          <a:endParaRPr lang="en-US"/>
        </a:p>
      </dgm:t>
    </dgm:pt>
    <dgm:pt modelId="{C75E2A39-5163-4FE9-B1E2-D6EF6E40EF57}" type="sibTrans" cxnId="{6375BA34-D701-41C5-869D-630FEC4DDEDA}">
      <dgm:prSet/>
      <dgm:spPr/>
      <dgm:t>
        <a:bodyPr/>
        <a:lstStyle/>
        <a:p>
          <a:endParaRPr lang="en-US"/>
        </a:p>
      </dgm:t>
    </dgm:pt>
    <dgm:pt modelId="{4F624C69-65BC-44EE-9A96-6C45297625C5}" type="pres">
      <dgm:prSet presAssocID="{7A562309-9C67-43DF-90D9-208C43EBCD1A}" presName="root" presStyleCnt="0">
        <dgm:presLayoutVars>
          <dgm:dir/>
          <dgm:resizeHandles val="exact"/>
        </dgm:presLayoutVars>
      </dgm:prSet>
      <dgm:spPr/>
    </dgm:pt>
    <dgm:pt modelId="{3483F7A2-87F0-413D-9421-FA534829CCBB}" type="pres">
      <dgm:prSet presAssocID="{E4BA1F73-4947-4BAF-86F5-45A15066A5F8}" presName="compNode" presStyleCnt="0"/>
      <dgm:spPr/>
    </dgm:pt>
    <dgm:pt modelId="{C7597D7F-8530-471D-85A9-5F37200F085B}" type="pres">
      <dgm:prSet presAssocID="{E4BA1F73-4947-4BAF-86F5-45A15066A5F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192577E-9029-49CF-9B03-F531AB329F8E}" type="pres">
      <dgm:prSet presAssocID="{E4BA1F73-4947-4BAF-86F5-45A15066A5F8}" presName="spaceRect" presStyleCnt="0"/>
      <dgm:spPr/>
    </dgm:pt>
    <dgm:pt modelId="{37250950-9746-4D0D-BB32-BB316E624131}" type="pres">
      <dgm:prSet presAssocID="{E4BA1F73-4947-4BAF-86F5-45A15066A5F8}" presName="textRect" presStyleLbl="revTx" presStyleIdx="0" presStyleCnt="5">
        <dgm:presLayoutVars>
          <dgm:chMax val="1"/>
          <dgm:chPref val="1"/>
        </dgm:presLayoutVars>
      </dgm:prSet>
      <dgm:spPr/>
    </dgm:pt>
    <dgm:pt modelId="{0A791F92-E25C-46F8-97C6-4D2B394CBFEF}" type="pres">
      <dgm:prSet presAssocID="{703C228F-CC28-4150-B669-502805E7D48A}" presName="sibTrans" presStyleCnt="0"/>
      <dgm:spPr/>
    </dgm:pt>
    <dgm:pt modelId="{7DB48C90-FC16-48E4-A3A8-728225FB379F}" type="pres">
      <dgm:prSet presAssocID="{79A0FCEB-5716-43B2-8DBA-0C8D2509B7A5}" presName="compNode" presStyleCnt="0"/>
      <dgm:spPr/>
    </dgm:pt>
    <dgm:pt modelId="{54657EBC-25AD-42DC-A113-48B2B120D956}" type="pres">
      <dgm:prSet presAssocID="{79A0FCEB-5716-43B2-8DBA-0C8D2509B7A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12B3A81-552A-4010-9A06-0F76EAA516CB}" type="pres">
      <dgm:prSet presAssocID="{79A0FCEB-5716-43B2-8DBA-0C8D2509B7A5}" presName="spaceRect" presStyleCnt="0"/>
      <dgm:spPr/>
    </dgm:pt>
    <dgm:pt modelId="{21B1B166-188E-4F91-9176-FCA00C47F6F6}" type="pres">
      <dgm:prSet presAssocID="{79A0FCEB-5716-43B2-8DBA-0C8D2509B7A5}" presName="textRect" presStyleLbl="revTx" presStyleIdx="1" presStyleCnt="5">
        <dgm:presLayoutVars>
          <dgm:chMax val="1"/>
          <dgm:chPref val="1"/>
        </dgm:presLayoutVars>
      </dgm:prSet>
      <dgm:spPr/>
    </dgm:pt>
    <dgm:pt modelId="{327912E7-F734-48FB-8420-58BC35EC0EC5}" type="pres">
      <dgm:prSet presAssocID="{A41350D9-8A30-4EE2-95B0-813A33855293}" presName="sibTrans" presStyleCnt="0"/>
      <dgm:spPr/>
    </dgm:pt>
    <dgm:pt modelId="{30C5CA21-95FF-405E-B73C-6F6B66F4F89F}" type="pres">
      <dgm:prSet presAssocID="{9C4FADBF-B917-45F3-A11D-2D3F59B17C55}" presName="compNode" presStyleCnt="0"/>
      <dgm:spPr/>
    </dgm:pt>
    <dgm:pt modelId="{AC5D3BC9-2E3D-48D3-A44E-90F63C73B5E1}" type="pres">
      <dgm:prSet presAssocID="{9C4FADBF-B917-45F3-A11D-2D3F59B17C5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85219017-12D3-43E1-A4CC-1FFF21B5B3C0}" type="pres">
      <dgm:prSet presAssocID="{9C4FADBF-B917-45F3-A11D-2D3F59B17C55}" presName="spaceRect" presStyleCnt="0"/>
      <dgm:spPr/>
    </dgm:pt>
    <dgm:pt modelId="{0792DF03-8C14-464E-A8A6-715545760430}" type="pres">
      <dgm:prSet presAssocID="{9C4FADBF-B917-45F3-A11D-2D3F59B17C55}" presName="textRect" presStyleLbl="revTx" presStyleIdx="2" presStyleCnt="5">
        <dgm:presLayoutVars>
          <dgm:chMax val="1"/>
          <dgm:chPref val="1"/>
        </dgm:presLayoutVars>
      </dgm:prSet>
      <dgm:spPr/>
    </dgm:pt>
    <dgm:pt modelId="{E074E5A2-0DB2-4D07-B51D-315C62DEB7A4}" type="pres">
      <dgm:prSet presAssocID="{F3A6D6BF-D23F-4282-A996-4B91E1AF90AE}" presName="sibTrans" presStyleCnt="0"/>
      <dgm:spPr/>
    </dgm:pt>
    <dgm:pt modelId="{EBABED14-57C8-4B39-960A-40611B097A83}" type="pres">
      <dgm:prSet presAssocID="{75AF2E3B-5A8A-4A4D-8315-DE32A4B3A0A3}" presName="compNode" presStyleCnt="0"/>
      <dgm:spPr/>
    </dgm:pt>
    <dgm:pt modelId="{DC3D9E8B-7725-49F5-AF8B-94F9362D4E42}" type="pres">
      <dgm:prSet presAssocID="{75AF2E3B-5A8A-4A4D-8315-DE32A4B3A0A3}" presName="iconRect" presStyleLbl="node1" presStyleIdx="3" presStyleCnt="5" custLinFactNeighborY="-592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AF770A5-68D4-43DC-81CB-A1875E254769}" type="pres">
      <dgm:prSet presAssocID="{75AF2E3B-5A8A-4A4D-8315-DE32A4B3A0A3}" presName="spaceRect" presStyleCnt="0"/>
      <dgm:spPr/>
    </dgm:pt>
    <dgm:pt modelId="{396DD6F5-A4F3-4E8F-9019-10432D019332}" type="pres">
      <dgm:prSet presAssocID="{75AF2E3B-5A8A-4A4D-8315-DE32A4B3A0A3}" presName="textRect" presStyleLbl="revTx" presStyleIdx="3" presStyleCnt="5">
        <dgm:presLayoutVars>
          <dgm:chMax val="1"/>
          <dgm:chPref val="1"/>
        </dgm:presLayoutVars>
      </dgm:prSet>
      <dgm:spPr/>
    </dgm:pt>
    <dgm:pt modelId="{120F92F9-26A2-4D60-9AA8-E0252A75D493}" type="pres">
      <dgm:prSet presAssocID="{062C203D-CED0-4854-AFAE-C3750FC69549}" presName="sibTrans" presStyleCnt="0"/>
      <dgm:spPr/>
    </dgm:pt>
    <dgm:pt modelId="{9583D1D2-A4D5-4A8E-B7B5-136180C27BDE}" type="pres">
      <dgm:prSet presAssocID="{080F29B2-23DB-4DE9-97C4-8F15F1614CCF}" presName="compNode" presStyleCnt="0"/>
      <dgm:spPr/>
    </dgm:pt>
    <dgm:pt modelId="{5E468A1A-9AA4-4A91-AAEB-E820A70AC228}" type="pres">
      <dgm:prSet presAssocID="{080F29B2-23DB-4DE9-97C4-8F15F1614C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DB39486-D504-40F0-89F8-21A1E06042DF}" type="pres">
      <dgm:prSet presAssocID="{080F29B2-23DB-4DE9-97C4-8F15F1614CCF}" presName="spaceRect" presStyleCnt="0"/>
      <dgm:spPr/>
    </dgm:pt>
    <dgm:pt modelId="{09C7E147-4EA3-4058-AD82-FCAB3D8CDFF1}" type="pres">
      <dgm:prSet presAssocID="{080F29B2-23DB-4DE9-97C4-8F15F1614CC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D67A303-57E4-4235-955C-D337C086EED0}" type="presOf" srcId="{7A562309-9C67-43DF-90D9-208C43EBCD1A}" destId="{4F624C69-65BC-44EE-9A96-6C45297625C5}" srcOrd="0" destOrd="0" presId="urn:microsoft.com/office/officeart/2018/2/layout/IconLabelList"/>
    <dgm:cxn modelId="{D0DF070F-540D-4FD2-9913-6F6BFE2D2C5D}" srcId="{7A562309-9C67-43DF-90D9-208C43EBCD1A}" destId="{75AF2E3B-5A8A-4A4D-8315-DE32A4B3A0A3}" srcOrd="3" destOrd="0" parTransId="{AF3D859A-1438-422B-954C-E40482749485}" sibTransId="{062C203D-CED0-4854-AFAE-C3750FC69549}"/>
    <dgm:cxn modelId="{6375BA34-D701-41C5-869D-630FEC4DDEDA}" srcId="{7A562309-9C67-43DF-90D9-208C43EBCD1A}" destId="{080F29B2-23DB-4DE9-97C4-8F15F1614CCF}" srcOrd="4" destOrd="0" parTransId="{A9BCAA33-D793-409D-8D5C-F4A56BBC3F43}" sibTransId="{C75E2A39-5163-4FE9-B1E2-D6EF6E40EF57}"/>
    <dgm:cxn modelId="{4343A766-7385-4E3F-8C30-9A48A9E962A3}" type="presOf" srcId="{080F29B2-23DB-4DE9-97C4-8F15F1614CCF}" destId="{09C7E147-4EA3-4058-AD82-FCAB3D8CDFF1}" srcOrd="0" destOrd="0" presId="urn:microsoft.com/office/officeart/2018/2/layout/IconLabelList"/>
    <dgm:cxn modelId="{4B5A4651-FD3D-4C03-BB61-D84015D273FE}" type="presOf" srcId="{9C4FADBF-B917-45F3-A11D-2D3F59B17C55}" destId="{0792DF03-8C14-464E-A8A6-715545760430}" srcOrd="0" destOrd="0" presId="urn:microsoft.com/office/officeart/2018/2/layout/IconLabelList"/>
    <dgm:cxn modelId="{B560E983-55CA-408F-A927-7DF4AC73D214}" srcId="{7A562309-9C67-43DF-90D9-208C43EBCD1A}" destId="{E4BA1F73-4947-4BAF-86F5-45A15066A5F8}" srcOrd="0" destOrd="0" parTransId="{D6BD7F4A-0096-489D-B5E6-B868381BE527}" sibTransId="{703C228F-CC28-4150-B669-502805E7D48A}"/>
    <dgm:cxn modelId="{ACC1978A-152F-49A3-B410-6BDE742AAD0A}" type="presOf" srcId="{79A0FCEB-5716-43B2-8DBA-0C8D2509B7A5}" destId="{21B1B166-188E-4F91-9176-FCA00C47F6F6}" srcOrd="0" destOrd="0" presId="urn:microsoft.com/office/officeart/2018/2/layout/IconLabelList"/>
    <dgm:cxn modelId="{1582929C-0E20-4A22-A345-0F68E880899D}" type="presOf" srcId="{75AF2E3B-5A8A-4A4D-8315-DE32A4B3A0A3}" destId="{396DD6F5-A4F3-4E8F-9019-10432D019332}" srcOrd="0" destOrd="0" presId="urn:microsoft.com/office/officeart/2018/2/layout/IconLabelList"/>
    <dgm:cxn modelId="{9E8BBFD6-7BC0-4F70-90C3-8DB0CCD74B86}" srcId="{7A562309-9C67-43DF-90D9-208C43EBCD1A}" destId="{79A0FCEB-5716-43B2-8DBA-0C8D2509B7A5}" srcOrd="1" destOrd="0" parTransId="{37CCC212-7234-4A48-BDD8-7AF958C36C9A}" sibTransId="{A41350D9-8A30-4EE2-95B0-813A33855293}"/>
    <dgm:cxn modelId="{A367ACE9-932B-473F-A22F-5BEBDFEFC968}" type="presOf" srcId="{E4BA1F73-4947-4BAF-86F5-45A15066A5F8}" destId="{37250950-9746-4D0D-BB32-BB316E624131}" srcOrd="0" destOrd="0" presId="urn:microsoft.com/office/officeart/2018/2/layout/IconLabelList"/>
    <dgm:cxn modelId="{9BBAAFFB-482C-4239-97DE-211FB075C6F7}" srcId="{7A562309-9C67-43DF-90D9-208C43EBCD1A}" destId="{9C4FADBF-B917-45F3-A11D-2D3F59B17C55}" srcOrd="2" destOrd="0" parTransId="{38F95E43-493E-4E4B-BF2A-5CF3293D7488}" sibTransId="{F3A6D6BF-D23F-4282-A996-4B91E1AF90AE}"/>
    <dgm:cxn modelId="{F58355B3-8ED4-4758-A6F5-673AE1D60601}" type="presParOf" srcId="{4F624C69-65BC-44EE-9A96-6C45297625C5}" destId="{3483F7A2-87F0-413D-9421-FA534829CCBB}" srcOrd="0" destOrd="0" presId="urn:microsoft.com/office/officeart/2018/2/layout/IconLabelList"/>
    <dgm:cxn modelId="{51E50571-1BB3-4923-94EF-AB62256A261B}" type="presParOf" srcId="{3483F7A2-87F0-413D-9421-FA534829CCBB}" destId="{C7597D7F-8530-471D-85A9-5F37200F085B}" srcOrd="0" destOrd="0" presId="urn:microsoft.com/office/officeart/2018/2/layout/IconLabelList"/>
    <dgm:cxn modelId="{BC99D318-5C10-4E6B-B961-1C6B1511A335}" type="presParOf" srcId="{3483F7A2-87F0-413D-9421-FA534829CCBB}" destId="{9192577E-9029-49CF-9B03-F531AB329F8E}" srcOrd="1" destOrd="0" presId="urn:microsoft.com/office/officeart/2018/2/layout/IconLabelList"/>
    <dgm:cxn modelId="{4414DE2A-591C-4630-A5EC-249A0CB80587}" type="presParOf" srcId="{3483F7A2-87F0-413D-9421-FA534829CCBB}" destId="{37250950-9746-4D0D-BB32-BB316E624131}" srcOrd="2" destOrd="0" presId="urn:microsoft.com/office/officeart/2018/2/layout/IconLabelList"/>
    <dgm:cxn modelId="{04BB5BF5-4583-4EF4-A6E4-BBAC55F35C2C}" type="presParOf" srcId="{4F624C69-65BC-44EE-9A96-6C45297625C5}" destId="{0A791F92-E25C-46F8-97C6-4D2B394CBFEF}" srcOrd="1" destOrd="0" presId="urn:microsoft.com/office/officeart/2018/2/layout/IconLabelList"/>
    <dgm:cxn modelId="{731B96AC-70EE-4537-96E7-C2410041FDF1}" type="presParOf" srcId="{4F624C69-65BC-44EE-9A96-6C45297625C5}" destId="{7DB48C90-FC16-48E4-A3A8-728225FB379F}" srcOrd="2" destOrd="0" presId="urn:microsoft.com/office/officeart/2018/2/layout/IconLabelList"/>
    <dgm:cxn modelId="{2FA85A2A-2F16-461C-AD61-695021557B52}" type="presParOf" srcId="{7DB48C90-FC16-48E4-A3A8-728225FB379F}" destId="{54657EBC-25AD-42DC-A113-48B2B120D956}" srcOrd="0" destOrd="0" presId="urn:microsoft.com/office/officeart/2018/2/layout/IconLabelList"/>
    <dgm:cxn modelId="{0E81FAF3-E73A-4CF2-BA0C-EC2CC9D5815E}" type="presParOf" srcId="{7DB48C90-FC16-48E4-A3A8-728225FB379F}" destId="{612B3A81-552A-4010-9A06-0F76EAA516CB}" srcOrd="1" destOrd="0" presId="urn:microsoft.com/office/officeart/2018/2/layout/IconLabelList"/>
    <dgm:cxn modelId="{3EDD63D7-72A7-4EA6-B6B8-CFAD3B374B51}" type="presParOf" srcId="{7DB48C90-FC16-48E4-A3A8-728225FB379F}" destId="{21B1B166-188E-4F91-9176-FCA00C47F6F6}" srcOrd="2" destOrd="0" presId="urn:microsoft.com/office/officeart/2018/2/layout/IconLabelList"/>
    <dgm:cxn modelId="{A4648084-36A2-4C2B-B100-3B2D083FC1C4}" type="presParOf" srcId="{4F624C69-65BC-44EE-9A96-6C45297625C5}" destId="{327912E7-F734-48FB-8420-58BC35EC0EC5}" srcOrd="3" destOrd="0" presId="urn:microsoft.com/office/officeart/2018/2/layout/IconLabelList"/>
    <dgm:cxn modelId="{22C17F94-658F-4D61-AF11-19FF231DF4BA}" type="presParOf" srcId="{4F624C69-65BC-44EE-9A96-6C45297625C5}" destId="{30C5CA21-95FF-405E-B73C-6F6B66F4F89F}" srcOrd="4" destOrd="0" presId="urn:microsoft.com/office/officeart/2018/2/layout/IconLabelList"/>
    <dgm:cxn modelId="{922BAF57-51BB-426D-B55C-8D681DD25C61}" type="presParOf" srcId="{30C5CA21-95FF-405E-B73C-6F6B66F4F89F}" destId="{AC5D3BC9-2E3D-48D3-A44E-90F63C73B5E1}" srcOrd="0" destOrd="0" presId="urn:microsoft.com/office/officeart/2018/2/layout/IconLabelList"/>
    <dgm:cxn modelId="{4EF1DF99-75FE-42EB-BDE9-C38AABB15C47}" type="presParOf" srcId="{30C5CA21-95FF-405E-B73C-6F6B66F4F89F}" destId="{85219017-12D3-43E1-A4CC-1FFF21B5B3C0}" srcOrd="1" destOrd="0" presId="urn:microsoft.com/office/officeart/2018/2/layout/IconLabelList"/>
    <dgm:cxn modelId="{530633D1-0403-40DF-8F24-8915DF83E804}" type="presParOf" srcId="{30C5CA21-95FF-405E-B73C-6F6B66F4F89F}" destId="{0792DF03-8C14-464E-A8A6-715545760430}" srcOrd="2" destOrd="0" presId="urn:microsoft.com/office/officeart/2018/2/layout/IconLabelList"/>
    <dgm:cxn modelId="{90ECFBDB-DE78-4DAE-A890-130EB838A688}" type="presParOf" srcId="{4F624C69-65BC-44EE-9A96-6C45297625C5}" destId="{E074E5A2-0DB2-4D07-B51D-315C62DEB7A4}" srcOrd="5" destOrd="0" presId="urn:microsoft.com/office/officeart/2018/2/layout/IconLabelList"/>
    <dgm:cxn modelId="{14A553E7-6C43-45C1-A82B-6E7A79A4C671}" type="presParOf" srcId="{4F624C69-65BC-44EE-9A96-6C45297625C5}" destId="{EBABED14-57C8-4B39-960A-40611B097A83}" srcOrd="6" destOrd="0" presId="urn:microsoft.com/office/officeart/2018/2/layout/IconLabelList"/>
    <dgm:cxn modelId="{0C92B76A-5E55-4F7F-B4EB-9922E79E53FC}" type="presParOf" srcId="{EBABED14-57C8-4B39-960A-40611B097A83}" destId="{DC3D9E8B-7725-49F5-AF8B-94F9362D4E42}" srcOrd="0" destOrd="0" presId="urn:microsoft.com/office/officeart/2018/2/layout/IconLabelList"/>
    <dgm:cxn modelId="{4E9BFDCA-B308-449D-91B4-AA6BB2316489}" type="presParOf" srcId="{EBABED14-57C8-4B39-960A-40611B097A83}" destId="{9AF770A5-68D4-43DC-81CB-A1875E254769}" srcOrd="1" destOrd="0" presId="urn:microsoft.com/office/officeart/2018/2/layout/IconLabelList"/>
    <dgm:cxn modelId="{764596BA-A182-4FFA-80E4-EA5F8BA87FC4}" type="presParOf" srcId="{EBABED14-57C8-4B39-960A-40611B097A83}" destId="{396DD6F5-A4F3-4E8F-9019-10432D019332}" srcOrd="2" destOrd="0" presId="urn:microsoft.com/office/officeart/2018/2/layout/IconLabelList"/>
    <dgm:cxn modelId="{982A1BDF-231A-4CED-81B2-0FAFBC6D8C21}" type="presParOf" srcId="{4F624C69-65BC-44EE-9A96-6C45297625C5}" destId="{120F92F9-26A2-4D60-9AA8-E0252A75D493}" srcOrd="7" destOrd="0" presId="urn:microsoft.com/office/officeart/2018/2/layout/IconLabelList"/>
    <dgm:cxn modelId="{C2A64861-89C7-47A4-8EC5-55BD61AFCB5B}" type="presParOf" srcId="{4F624C69-65BC-44EE-9A96-6C45297625C5}" destId="{9583D1D2-A4D5-4A8E-B7B5-136180C27BDE}" srcOrd="8" destOrd="0" presId="urn:microsoft.com/office/officeart/2018/2/layout/IconLabelList"/>
    <dgm:cxn modelId="{F22DCF0F-CDE0-4417-B2FA-22D30E909369}" type="presParOf" srcId="{9583D1D2-A4D5-4A8E-B7B5-136180C27BDE}" destId="{5E468A1A-9AA4-4A91-AAEB-E820A70AC228}" srcOrd="0" destOrd="0" presId="urn:microsoft.com/office/officeart/2018/2/layout/IconLabelList"/>
    <dgm:cxn modelId="{E759E5C9-241E-4757-AA82-FCBE1543A177}" type="presParOf" srcId="{9583D1D2-A4D5-4A8E-B7B5-136180C27BDE}" destId="{3DB39486-D504-40F0-89F8-21A1E06042DF}" srcOrd="1" destOrd="0" presId="urn:microsoft.com/office/officeart/2018/2/layout/IconLabelList"/>
    <dgm:cxn modelId="{7A27EC53-BF45-45B0-A936-9E6AE6E023B1}" type="presParOf" srcId="{9583D1D2-A4D5-4A8E-B7B5-136180C27BDE}" destId="{09C7E147-4EA3-4058-AD82-FCAB3D8CDFF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5E3FC8-21A9-45C9-B303-91BCA4F000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10A55-A574-4382-8CDF-8BC2586DD8B7}">
      <dgm:prSet custT="1"/>
      <dgm:spPr/>
      <dgm:t>
        <a:bodyPr/>
        <a:lstStyle/>
        <a:p>
          <a:r>
            <a:rPr lang="en-GB" sz="2400" dirty="0"/>
            <a:t>The Scrum framework gets its name from Rugby</a:t>
          </a:r>
          <a:br>
            <a:rPr lang="en-GB" sz="2400" dirty="0"/>
          </a:br>
          <a:r>
            <a:rPr lang="en-GB" sz="2000" dirty="0"/>
            <a:t>In Rugby, the individual players work as a single unit to move.</a:t>
          </a:r>
          <a:endParaRPr lang="en-US" sz="2400" dirty="0"/>
        </a:p>
      </dgm:t>
    </dgm:pt>
    <dgm:pt modelId="{5020F94C-FEB0-4AFD-AC51-0C46B831891A}" type="parTrans" cxnId="{26AB2E88-FF64-4145-BDB5-3F36F85B84C9}">
      <dgm:prSet/>
      <dgm:spPr/>
      <dgm:t>
        <a:bodyPr/>
        <a:lstStyle/>
        <a:p>
          <a:endParaRPr lang="en-US"/>
        </a:p>
      </dgm:t>
    </dgm:pt>
    <dgm:pt modelId="{5090978E-F406-4C2D-8EB6-4D50A7342D80}" type="sibTrans" cxnId="{26AB2E88-FF64-4145-BDB5-3F36F85B84C9}">
      <dgm:prSet/>
      <dgm:spPr/>
      <dgm:t>
        <a:bodyPr/>
        <a:lstStyle/>
        <a:p>
          <a:endParaRPr lang="en-US"/>
        </a:p>
      </dgm:t>
    </dgm:pt>
    <dgm:pt modelId="{32545BA1-7AE1-4D93-ACCA-A196A1F8B3ED}">
      <dgm:prSet custT="1"/>
      <dgm:spPr/>
      <dgm:t>
        <a:bodyPr/>
        <a:lstStyle/>
        <a:p>
          <a:r>
            <a:rPr lang="en-GB" sz="2800" dirty="0"/>
            <a:t>Scrum is repetitive and will produce an addition of code at the end of every sprint.</a:t>
          </a:r>
          <a:br>
            <a:rPr lang="en-GB" sz="2800" dirty="0"/>
          </a:br>
          <a:r>
            <a:rPr lang="en-GB" sz="2800" dirty="0"/>
            <a:t> </a:t>
          </a:r>
          <a:endParaRPr lang="en-US" sz="2800" dirty="0"/>
        </a:p>
      </dgm:t>
    </dgm:pt>
    <dgm:pt modelId="{F6B5F7A3-1ABB-4989-926C-336FFE6A59EF}" type="parTrans" cxnId="{B8F29B64-C643-47B2-B257-FCB67483F0FA}">
      <dgm:prSet/>
      <dgm:spPr/>
      <dgm:t>
        <a:bodyPr/>
        <a:lstStyle/>
        <a:p>
          <a:endParaRPr lang="en-US"/>
        </a:p>
      </dgm:t>
    </dgm:pt>
    <dgm:pt modelId="{DA80A18D-198D-4BA4-AB8A-11FDEAAE0C9E}" type="sibTrans" cxnId="{B8F29B64-C643-47B2-B257-FCB67483F0FA}">
      <dgm:prSet/>
      <dgm:spPr/>
      <dgm:t>
        <a:bodyPr/>
        <a:lstStyle/>
        <a:p>
          <a:endParaRPr lang="en-US"/>
        </a:p>
      </dgm:t>
    </dgm:pt>
    <dgm:pt modelId="{CDBE60E7-A6E8-41D8-8E8A-92D9E78D984B}">
      <dgm:prSet custT="1"/>
      <dgm:spPr/>
      <dgm:t>
        <a:bodyPr/>
        <a:lstStyle/>
        <a:p>
          <a:r>
            <a:rPr lang="en-GB" sz="2800" dirty="0"/>
            <a:t>The code will add functionality to what was there previously, therefore adding value. </a:t>
          </a:r>
          <a:br>
            <a:rPr lang="en-GB" sz="2800" dirty="0"/>
          </a:br>
          <a:endParaRPr lang="en-US" sz="2800" dirty="0"/>
        </a:p>
      </dgm:t>
    </dgm:pt>
    <dgm:pt modelId="{3B4E2056-9C82-4961-A7E9-D8591AE43787}" type="parTrans" cxnId="{1D519BD4-3D87-4BE7-868A-7BF74D974E9C}">
      <dgm:prSet/>
      <dgm:spPr/>
      <dgm:t>
        <a:bodyPr/>
        <a:lstStyle/>
        <a:p>
          <a:endParaRPr lang="en-US"/>
        </a:p>
      </dgm:t>
    </dgm:pt>
    <dgm:pt modelId="{31153C5F-DD0B-46DB-8FF6-DA4A312F03C6}" type="sibTrans" cxnId="{1D519BD4-3D87-4BE7-868A-7BF74D974E9C}">
      <dgm:prSet/>
      <dgm:spPr/>
      <dgm:t>
        <a:bodyPr/>
        <a:lstStyle/>
        <a:p>
          <a:endParaRPr lang="en-US"/>
        </a:p>
      </dgm:t>
    </dgm:pt>
    <dgm:pt modelId="{D6F1C855-FF59-4C4B-904D-CAA01EE94CF2}">
      <dgm:prSet custT="1"/>
      <dgm:spPr/>
      <dgm:t>
        <a:bodyPr/>
        <a:lstStyle/>
        <a:p>
          <a:r>
            <a:rPr lang="en-GB" sz="2800" dirty="0"/>
            <a:t>This additional code should aim to be ‘shippable’; it shouldn't be half-broken, but ready to distribute.</a:t>
          </a:r>
          <a:endParaRPr lang="en-US" sz="2800" dirty="0"/>
        </a:p>
      </dgm:t>
    </dgm:pt>
    <dgm:pt modelId="{C1CD881B-FDA4-4C4E-B503-819711852BD9}" type="parTrans" cxnId="{172E5087-C41A-4006-A912-44F97C9368E7}">
      <dgm:prSet/>
      <dgm:spPr/>
      <dgm:t>
        <a:bodyPr/>
        <a:lstStyle/>
        <a:p>
          <a:endParaRPr lang="en-US"/>
        </a:p>
      </dgm:t>
    </dgm:pt>
    <dgm:pt modelId="{4176A63E-9C00-4FBB-B33C-4BD7AB71B9A1}" type="sibTrans" cxnId="{172E5087-C41A-4006-A912-44F97C9368E7}">
      <dgm:prSet/>
      <dgm:spPr/>
      <dgm:t>
        <a:bodyPr/>
        <a:lstStyle/>
        <a:p>
          <a:endParaRPr lang="en-US"/>
        </a:p>
      </dgm:t>
    </dgm:pt>
    <dgm:pt modelId="{0CBA1915-D815-4CE5-B5B9-B5EE2AA2A0E5}">
      <dgm:prSet custT="1"/>
      <dgm:spPr/>
      <dgm:t>
        <a:bodyPr/>
        <a:lstStyle/>
        <a:p>
          <a:endParaRPr lang="en-US" sz="2800" dirty="0"/>
        </a:p>
      </dgm:t>
    </dgm:pt>
    <dgm:pt modelId="{8255C2B1-0776-43BD-90A2-92EB29BF3155}" type="parTrans" cxnId="{CCCF9E3D-9A02-49D2-9037-2693EDB4BFD6}">
      <dgm:prSet/>
      <dgm:spPr/>
      <dgm:t>
        <a:bodyPr/>
        <a:lstStyle/>
        <a:p>
          <a:endParaRPr lang="en-GB"/>
        </a:p>
      </dgm:t>
    </dgm:pt>
    <dgm:pt modelId="{3262CDA2-4D1C-44CB-990E-3D1A66C8172B}" type="sibTrans" cxnId="{CCCF9E3D-9A02-49D2-9037-2693EDB4BFD6}">
      <dgm:prSet/>
      <dgm:spPr/>
      <dgm:t>
        <a:bodyPr/>
        <a:lstStyle/>
        <a:p>
          <a:endParaRPr lang="en-GB"/>
        </a:p>
      </dgm:t>
    </dgm:pt>
    <dgm:pt modelId="{8E7CEA9B-A048-4154-A58A-F6ADA20FB04B}" type="pres">
      <dgm:prSet presAssocID="{1D5E3FC8-21A9-45C9-B303-91BCA4F00044}" presName="linear" presStyleCnt="0">
        <dgm:presLayoutVars>
          <dgm:animLvl val="lvl"/>
          <dgm:resizeHandles val="exact"/>
        </dgm:presLayoutVars>
      </dgm:prSet>
      <dgm:spPr/>
    </dgm:pt>
    <dgm:pt modelId="{E81BB59C-DD59-4CA9-AC96-77A140CA79EA}" type="pres">
      <dgm:prSet presAssocID="{E2410A55-A574-4382-8CDF-8BC2586DD8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E81AA6B-AEB4-46AB-BE10-BB8DD04E91DE}" type="pres">
      <dgm:prSet presAssocID="{E2410A55-A574-4382-8CDF-8BC2586DD8B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7853905-D017-492B-A733-90A5A066880E}" type="presOf" srcId="{D6F1C855-FF59-4C4B-904D-CAA01EE94CF2}" destId="{DE81AA6B-AEB4-46AB-BE10-BB8DD04E91DE}" srcOrd="0" destOrd="3" presId="urn:microsoft.com/office/officeart/2005/8/layout/vList2"/>
    <dgm:cxn modelId="{9704DC1F-0120-4908-9A9E-7B0636B70102}" type="presOf" srcId="{32545BA1-7AE1-4D93-ACCA-A196A1F8B3ED}" destId="{DE81AA6B-AEB4-46AB-BE10-BB8DD04E91DE}" srcOrd="0" destOrd="1" presId="urn:microsoft.com/office/officeart/2005/8/layout/vList2"/>
    <dgm:cxn modelId="{CCCF9E3D-9A02-49D2-9037-2693EDB4BFD6}" srcId="{E2410A55-A574-4382-8CDF-8BC2586DD8B7}" destId="{0CBA1915-D815-4CE5-B5B9-B5EE2AA2A0E5}" srcOrd="0" destOrd="0" parTransId="{8255C2B1-0776-43BD-90A2-92EB29BF3155}" sibTransId="{3262CDA2-4D1C-44CB-990E-3D1A66C8172B}"/>
    <dgm:cxn modelId="{B8F29B64-C643-47B2-B257-FCB67483F0FA}" srcId="{E2410A55-A574-4382-8CDF-8BC2586DD8B7}" destId="{32545BA1-7AE1-4D93-ACCA-A196A1F8B3ED}" srcOrd="1" destOrd="0" parTransId="{F6B5F7A3-1ABB-4989-926C-336FFE6A59EF}" sibTransId="{DA80A18D-198D-4BA4-AB8A-11FDEAAE0C9E}"/>
    <dgm:cxn modelId="{4D4A1146-9837-4A8C-9030-2E9AAEB9147C}" type="presOf" srcId="{0CBA1915-D815-4CE5-B5B9-B5EE2AA2A0E5}" destId="{DE81AA6B-AEB4-46AB-BE10-BB8DD04E91DE}" srcOrd="0" destOrd="0" presId="urn:microsoft.com/office/officeart/2005/8/layout/vList2"/>
    <dgm:cxn modelId="{BE881449-430E-4E7A-AEF1-602CDF66C2B8}" type="presOf" srcId="{1D5E3FC8-21A9-45C9-B303-91BCA4F00044}" destId="{8E7CEA9B-A048-4154-A58A-F6ADA20FB04B}" srcOrd="0" destOrd="0" presId="urn:microsoft.com/office/officeart/2005/8/layout/vList2"/>
    <dgm:cxn modelId="{172E5087-C41A-4006-A912-44F97C9368E7}" srcId="{E2410A55-A574-4382-8CDF-8BC2586DD8B7}" destId="{D6F1C855-FF59-4C4B-904D-CAA01EE94CF2}" srcOrd="3" destOrd="0" parTransId="{C1CD881B-FDA4-4C4E-B503-819711852BD9}" sibTransId="{4176A63E-9C00-4FBB-B33C-4BD7AB71B9A1}"/>
    <dgm:cxn modelId="{26AB2E88-FF64-4145-BDB5-3F36F85B84C9}" srcId="{1D5E3FC8-21A9-45C9-B303-91BCA4F00044}" destId="{E2410A55-A574-4382-8CDF-8BC2586DD8B7}" srcOrd="0" destOrd="0" parTransId="{5020F94C-FEB0-4AFD-AC51-0C46B831891A}" sibTransId="{5090978E-F406-4C2D-8EB6-4D50A7342D80}"/>
    <dgm:cxn modelId="{6CE2CEB0-2CAF-462C-8FBB-EFF64320AD76}" type="presOf" srcId="{CDBE60E7-A6E8-41D8-8E8A-92D9E78D984B}" destId="{DE81AA6B-AEB4-46AB-BE10-BB8DD04E91DE}" srcOrd="0" destOrd="2" presId="urn:microsoft.com/office/officeart/2005/8/layout/vList2"/>
    <dgm:cxn modelId="{1D519BD4-3D87-4BE7-868A-7BF74D974E9C}" srcId="{E2410A55-A574-4382-8CDF-8BC2586DD8B7}" destId="{CDBE60E7-A6E8-41D8-8E8A-92D9E78D984B}" srcOrd="2" destOrd="0" parTransId="{3B4E2056-9C82-4961-A7E9-D8591AE43787}" sibTransId="{31153C5F-DD0B-46DB-8FF6-DA4A312F03C6}"/>
    <dgm:cxn modelId="{F3E365ED-28A2-4C11-849C-544B4F99B5A3}" type="presOf" srcId="{E2410A55-A574-4382-8CDF-8BC2586DD8B7}" destId="{E81BB59C-DD59-4CA9-AC96-77A140CA79EA}" srcOrd="0" destOrd="0" presId="urn:microsoft.com/office/officeart/2005/8/layout/vList2"/>
    <dgm:cxn modelId="{4787A274-68D9-4FF6-9A84-D13D160BCEC2}" type="presParOf" srcId="{8E7CEA9B-A048-4154-A58A-F6ADA20FB04B}" destId="{E81BB59C-DD59-4CA9-AC96-77A140CA79EA}" srcOrd="0" destOrd="0" presId="urn:microsoft.com/office/officeart/2005/8/layout/vList2"/>
    <dgm:cxn modelId="{0BD645FF-9341-42D5-B66F-A23E10FB8EED}" type="presParOf" srcId="{8E7CEA9B-A048-4154-A58A-F6ADA20FB04B}" destId="{DE81AA6B-AEB4-46AB-BE10-BB8DD04E91D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0DAC81-E552-488A-82F7-72F7A94D21B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F348DF-3CD6-4933-BF4A-5AF8691BBBA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Product Backlog is a list of all features, enhancements and fixes to be made to the product in future releases.</a:t>
          </a:r>
          <a:endParaRPr lang="en-US"/>
        </a:p>
      </dgm:t>
    </dgm:pt>
    <dgm:pt modelId="{9EF43CA1-D699-457F-9DC0-F62783870027}" type="parTrans" cxnId="{8930A78D-5209-4F0F-9DB7-0FFD9B1D1298}">
      <dgm:prSet/>
      <dgm:spPr/>
      <dgm:t>
        <a:bodyPr/>
        <a:lstStyle/>
        <a:p>
          <a:endParaRPr lang="en-US"/>
        </a:p>
      </dgm:t>
    </dgm:pt>
    <dgm:pt modelId="{50DBE74D-5A3B-4E9C-8464-C9D71D1F8440}" type="sibTrans" cxnId="{8930A78D-5209-4F0F-9DB7-0FFD9B1D1298}">
      <dgm:prSet/>
      <dgm:spPr/>
      <dgm:t>
        <a:bodyPr/>
        <a:lstStyle/>
        <a:p>
          <a:endParaRPr lang="en-US"/>
        </a:p>
      </dgm:t>
    </dgm:pt>
    <dgm:pt modelId="{015D3577-B4D5-426D-8B97-51D1249E3D2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Items include a description, order, estimate, and value.</a:t>
          </a:r>
          <a:endParaRPr lang="en-US"/>
        </a:p>
      </dgm:t>
    </dgm:pt>
    <dgm:pt modelId="{FAC6AE15-B3FA-499A-AF30-D3CD2830E537}" type="parTrans" cxnId="{959093CA-180E-4DAC-A16B-8DEBC072E06A}">
      <dgm:prSet/>
      <dgm:spPr/>
      <dgm:t>
        <a:bodyPr/>
        <a:lstStyle/>
        <a:p>
          <a:endParaRPr lang="en-US"/>
        </a:p>
      </dgm:t>
    </dgm:pt>
    <dgm:pt modelId="{DD761682-1709-4644-A859-D8888CA3DE8C}" type="sibTrans" cxnId="{959093CA-180E-4DAC-A16B-8DEBC072E06A}">
      <dgm:prSet/>
      <dgm:spPr/>
      <dgm:t>
        <a:bodyPr/>
        <a:lstStyle/>
        <a:p>
          <a:endParaRPr lang="en-US"/>
        </a:p>
      </dgm:t>
    </dgm:pt>
    <dgm:pt modelId="{62C015AB-4C04-48C6-8702-0725F601460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</a:t>
          </a:r>
          <a:r>
            <a:rPr lang="en-GB" b="1"/>
            <a:t>product owner </a:t>
          </a:r>
          <a:r>
            <a:rPr lang="en-GB"/>
            <a:t>is responsible for the product backlog, including its content, availability, and ordering.</a:t>
          </a:r>
          <a:endParaRPr lang="en-US"/>
        </a:p>
      </dgm:t>
    </dgm:pt>
    <dgm:pt modelId="{0D24756B-32F9-44C3-B497-FF86B42D2C96}" type="parTrans" cxnId="{55326616-F1B9-4D70-A0E7-5EF9A9FC754E}">
      <dgm:prSet/>
      <dgm:spPr/>
      <dgm:t>
        <a:bodyPr/>
        <a:lstStyle/>
        <a:p>
          <a:endParaRPr lang="en-US"/>
        </a:p>
      </dgm:t>
    </dgm:pt>
    <dgm:pt modelId="{4645D7FF-9116-4AB0-98D6-7CB16BDE8B67}" type="sibTrans" cxnId="{55326616-F1B9-4D70-A0E7-5EF9A9FC754E}">
      <dgm:prSet/>
      <dgm:spPr/>
      <dgm:t>
        <a:bodyPr/>
        <a:lstStyle/>
        <a:p>
          <a:endParaRPr lang="en-US"/>
        </a:p>
      </dgm:t>
    </dgm:pt>
    <dgm:pt modelId="{3AACE66C-2BE5-4857-9F8C-51129D3B5E1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development team will collaborate with the product owner, adding details to the backlog items where necessary</a:t>
          </a:r>
          <a:endParaRPr lang="en-US" dirty="0"/>
        </a:p>
      </dgm:t>
    </dgm:pt>
    <dgm:pt modelId="{13546789-C149-4F7F-969F-6F987E00F2C5}" type="parTrans" cxnId="{5FB7AE07-9C85-4185-A950-685F7DBD6F62}">
      <dgm:prSet/>
      <dgm:spPr/>
      <dgm:t>
        <a:bodyPr/>
        <a:lstStyle/>
        <a:p>
          <a:endParaRPr lang="en-US"/>
        </a:p>
      </dgm:t>
    </dgm:pt>
    <dgm:pt modelId="{97561A46-7BF9-4475-9D85-0D3B57080A3D}" type="sibTrans" cxnId="{5FB7AE07-9C85-4185-A950-685F7DBD6F62}">
      <dgm:prSet/>
      <dgm:spPr/>
      <dgm:t>
        <a:bodyPr/>
        <a:lstStyle/>
        <a:p>
          <a:endParaRPr lang="en-US"/>
        </a:p>
      </dgm:t>
    </dgm:pt>
    <dgm:pt modelId="{3ADB3A02-5233-46C5-AB53-D6343FA94C60}" type="pres">
      <dgm:prSet presAssocID="{F40DAC81-E552-488A-82F7-72F7A94D21B3}" presName="root" presStyleCnt="0">
        <dgm:presLayoutVars>
          <dgm:dir/>
          <dgm:resizeHandles val="exact"/>
        </dgm:presLayoutVars>
      </dgm:prSet>
      <dgm:spPr/>
    </dgm:pt>
    <dgm:pt modelId="{DEC5B108-EC5A-42F9-B4D8-BE5806D1EFFC}" type="pres">
      <dgm:prSet presAssocID="{5FF348DF-3CD6-4933-BF4A-5AF8691BBBA2}" presName="compNode" presStyleCnt="0"/>
      <dgm:spPr/>
    </dgm:pt>
    <dgm:pt modelId="{70C126B9-D93B-45F5-A47D-1F0259995AB5}" type="pres">
      <dgm:prSet presAssocID="{5FF348DF-3CD6-4933-BF4A-5AF8691BBBA2}" presName="bgRect" presStyleLbl="bgShp" presStyleIdx="0" presStyleCnt="4" custLinFactNeighborY="-1110"/>
      <dgm:spPr/>
    </dgm:pt>
    <dgm:pt modelId="{E4CAAB98-9770-480B-A87E-99278861AE16}" type="pres">
      <dgm:prSet presAssocID="{5FF348DF-3CD6-4933-BF4A-5AF8691BBBA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BE10610-B1CB-48B2-9507-3D38ADC5E537}" type="pres">
      <dgm:prSet presAssocID="{5FF348DF-3CD6-4933-BF4A-5AF8691BBBA2}" presName="spaceRect" presStyleCnt="0"/>
      <dgm:spPr/>
    </dgm:pt>
    <dgm:pt modelId="{3790B8A4-78BE-4D2B-A9A1-EE34B0FE229C}" type="pres">
      <dgm:prSet presAssocID="{5FF348DF-3CD6-4933-BF4A-5AF8691BBBA2}" presName="parTx" presStyleLbl="revTx" presStyleIdx="0" presStyleCnt="4">
        <dgm:presLayoutVars>
          <dgm:chMax val="0"/>
          <dgm:chPref val="0"/>
        </dgm:presLayoutVars>
      </dgm:prSet>
      <dgm:spPr/>
    </dgm:pt>
    <dgm:pt modelId="{19A13CA0-A800-4F6C-8B6C-118659EEF320}" type="pres">
      <dgm:prSet presAssocID="{50DBE74D-5A3B-4E9C-8464-C9D71D1F8440}" presName="sibTrans" presStyleCnt="0"/>
      <dgm:spPr/>
    </dgm:pt>
    <dgm:pt modelId="{0E9539B1-5929-481D-9C0A-69F5991B0775}" type="pres">
      <dgm:prSet presAssocID="{015D3577-B4D5-426D-8B97-51D1249E3D2C}" presName="compNode" presStyleCnt="0"/>
      <dgm:spPr/>
    </dgm:pt>
    <dgm:pt modelId="{A9A042D2-009C-4029-A377-DD3A95842298}" type="pres">
      <dgm:prSet presAssocID="{015D3577-B4D5-426D-8B97-51D1249E3D2C}" presName="bgRect" presStyleLbl="bgShp" presStyleIdx="1" presStyleCnt="4"/>
      <dgm:spPr/>
    </dgm:pt>
    <dgm:pt modelId="{B5E21E46-8A15-4349-9D21-4EA32A689497}" type="pres">
      <dgm:prSet presAssocID="{015D3577-B4D5-426D-8B97-51D1249E3D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4DE9EAE0-2218-41AD-9048-3831D91563A8}" type="pres">
      <dgm:prSet presAssocID="{015D3577-B4D5-426D-8B97-51D1249E3D2C}" presName="spaceRect" presStyleCnt="0"/>
      <dgm:spPr/>
    </dgm:pt>
    <dgm:pt modelId="{D924525B-868A-4D2F-909E-6C02E3761EC4}" type="pres">
      <dgm:prSet presAssocID="{015D3577-B4D5-426D-8B97-51D1249E3D2C}" presName="parTx" presStyleLbl="revTx" presStyleIdx="1" presStyleCnt="4">
        <dgm:presLayoutVars>
          <dgm:chMax val="0"/>
          <dgm:chPref val="0"/>
        </dgm:presLayoutVars>
      </dgm:prSet>
      <dgm:spPr/>
    </dgm:pt>
    <dgm:pt modelId="{EF5E14E1-A3EC-4403-A19A-562AA7810282}" type="pres">
      <dgm:prSet presAssocID="{DD761682-1709-4644-A859-D8888CA3DE8C}" presName="sibTrans" presStyleCnt="0"/>
      <dgm:spPr/>
    </dgm:pt>
    <dgm:pt modelId="{1C1903CC-56EE-4BB3-AAB8-B15D11EFF783}" type="pres">
      <dgm:prSet presAssocID="{62C015AB-4C04-48C6-8702-0725F6014604}" presName="compNode" presStyleCnt="0"/>
      <dgm:spPr/>
    </dgm:pt>
    <dgm:pt modelId="{0E25DB11-56F4-4E7E-8EF2-78A27AFA77E9}" type="pres">
      <dgm:prSet presAssocID="{62C015AB-4C04-48C6-8702-0725F6014604}" presName="bgRect" presStyleLbl="bgShp" presStyleIdx="2" presStyleCnt="4"/>
      <dgm:spPr/>
    </dgm:pt>
    <dgm:pt modelId="{71338318-674D-49BE-9444-94D374C2B1F5}" type="pres">
      <dgm:prSet presAssocID="{62C015AB-4C04-48C6-8702-0725F60146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8F65895-1839-4348-A781-B12B7BA5FFC2}" type="pres">
      <dgm:prSet presAssocID="{62C015AB-4C04-48C6-8702-0725F6014604}" presName="spaceRect" presStyleCnt="0"/>
      <dgm:spPr/>
    </dgm:pt>
    <dgm:pt modelId="{AB152C39-6AD6-4F08-AA99-80DEDA1A51D4}" type="pres">
      <dgm:prSet presAssocID="{62C015AB-4C04-48C6-8702-0725F6014604}" presName="parTx" presStyleLbl="revTx" presStyleIdx="2" presStyleCnt="4">
        <dgm:presLayoutVars>
          <dgm:chMax val="0"/>
          <dgm:chPref val="0"/>
        </dgm:presLayoutVars>
      </dgm:prSet>
      <dgm:spPr/>
    </dgm:pt>
    <dgm:pt modelId="{4F87202C-0629-45A0-97D6-AB7E13C5784B}" type="pres">
      <dgm:prSet presAssocID="{4645D7FF-9116-4AB0-98D6-7CB16BDE8B67}" presName="sibTrans" presStyleCnt="0"/>
      <dgm:spPr/>
    </dgm:pt>
    <dgm:pt modelId="{E10CB9D0-43B3-4D0D-A8A8-369CE76A3BFF}" type="pres">
      <dgm:prSet presAssocID="{3AACE66C-2BE5-4857-9F8C-51129D3B5E12}" presName="compNode" presStyleCnt="0"/>
      <dgm:spPr/>
    </dgm:pt>
    <dgm:pt modelId="{6BD15434-D871-4576-9B31-412BBF801562}" type="pres">
      <dgm:prSet presAssocID="{3AACE66C-2BE5-4857-9F8C-51129D3B5E12}" presName="bgRect" presStyleLbl="bgShp" presStyleIdx="3" presStyleCnt="4"/>
      <dgm:spPr/>
    </dgm:pt>
    <dgm:pt modelId="{9079FAF5-08E8-4E28-AF46-8AA1F2E2B614}" type="pres">
      <dgm:prSet presAssocID="{3AACE66C-2BE5-4857-9F8C-51129D3B5E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1ED2F58-4A78-484E-847A-5159F600D9C5}" type="pres">
      <dgm:prSet presAssocID="{3AACE66C-2BE5-4857-9F8C-51129D3B5E12}" presName="spaceRect" presStyleCnt="0"/>
      <dgm:spPr/>
    </dgm:pt>
    <dgm:pt modelId="{AC621FA3-BB26-49B7-A4AC-47AEF07B1C27}" type="pres">
      <dgm:prSet presAssocID="{3AACE66C-2BE5-4857-9F8C-51129D3B5E12}" presName="parTx" presStyleLbl="revTx" presStyleIdx="3" presStyleCnt="4" custScaleX="104530">
        <dgm:presLayoutVars>
          <dgm:chMax val="0"/>
          <dgm:chPref val="0"/>
        </dgm:presLayoutVars>
      </dgm:prSet>
      <dgm:spPr/>
    </dgm:pt>
  </dgm:ptLst>
  <dgm:cxnLst>
    <dgm:cxn modelId="{5FB7AE07-9C85-4185-A950-685F7DBD6F62}" srcId="{F40DAC81-E552-488A-82F7-72F7A94D21B3}" destId="{3AACE66C-2BE5-4857-9F8C-51129D3B5E12}" srcOrd="3" destOrd="0" parTransId="{13546789-C149-4F7F-969F-6F987E00F2C5}" sibTransId="{97561A46-7BF9-4475-9D85-0D3B57080A3D}"/>
    <dgm:cxn modelId="{55326616-F1B9-4D70-A0E7-5EF9A9FC754E}" srcId="{F40DAC81-E552-488A-82F7-72F7A94D21B3}" destId="{62C015AB-4C04-48C6-8702-0725F6014604}" srcOrd="2" destOrd="0" parTransId="{0D24756B-32F9-44C3-B497-FF86B42D2C96}" sibTransId="{4645D7FF-9116-4AB0-98D6-7CB16BDE8B67}"/>
    <dgm:cxn modelId="{063EFC3E-EEB8-4C0A-BF5A-3551EC4F2511}" type="presOf" srcId="{62C015AB-4C04-48C6-8702-0725F6014604}" destId="{AB152C39-6AD6-4F08-AA99-80DEDA1A51D4}" srcOrd="0" destOrd="0" presId="urn:microsoft.com/office/officeart/2018/2/layout/IconVerticalSolidList"/>
    <dgm:cxn modelId="{23FE766E-D297-4C4B-AABB-A8C3E433973C}" type="presOf" srcId="{5FF348DF-3CD6-4933-BF4A-5AF8691BBBA2}" destId="{3790B8A4-78BE-4D2B-A9A1-EE34B0FE229C}" srcOrd="0" destOrd="0" presId="urn:microsoft.com/office/officeart/2018/2/layout/IconVerticalSolidList"/>
    <dgm:cxn modelId="{2AC8EB7D-E2CD-452C-9298-4B8707D23245}" type="presOf" srcId="{F40DAC81-E552-488A-82F7-72F7A94D21B3}" destId="{3ADB3A02-5233-46C5-AB53-D6343FA94C60}" srcOrd="0" destOrd="0" presId="urn:microsoft.com/office/officeart/2018/2/layout/IconVerticalSolidList"/>
    <dgm:cxn modelId="{8930A78D-5209-4F0F-9DB7-0FFD9B1D1298}" srcId="{F40DAC81-E552-488A-82F7-72F7A94D21B3}" destId="{5FF348DF-3CD6-4933-BF4A-5AF8691BBBA2}" srcOrd="0" destOrd="0" parTransId="{9EF43CA1-D699-457F-9DC0-F62783870027}" sibTransId="{50DBE74D-5A3B-4E9C-8464-C9D71D1F8440}"/>
    <dgm:cxn modelId="{D74FBAA5-2488-4990-959B-C4A3AD61F192}" type="presOf" srcId="{3AACE66C-2BE5-4857-9F8C-51129D3B5E12}" destId="{AC621FA3-BB26-49B7-A4AC-47AEF07B1C27}" srcOrd="0" destOrd="0" presId="urn:microsoft.com/office/officeart/2018/2/layout/IconVerticalSolidList"/>
    <dgm:cxn modelId="{959093CA-180E-4DAC-A16B-8DEBC072E06A}" srcId="{F40DAC81-E552-488A-82F7-72F7A94D21B3}" destId="{015D3577-B4D5-426D-8B97-51D1249E3D2C}" srcOrd="1" destOrd="0" parTransId="{FAC6AE15-B3FA-499A-AF30-D3CD2830E537}" sibTransId="{DD761682-1709-4644-A859-D8888CA3DE8C}"/>
    <dgm:cxn modelId="{0E7B60FE-C90B-4D05-B37E-F8AF9E7DBC4B}" type="presOf" srcId="{015D3577-B4D5-426D-8B97-51D1249E3D2C}" destId="{D924525B-868A-4D2F-909E-6C02E3761EC4}" srcOrd="0" destOrd="0" presId="urn:microsoft.com/office/officeart/2018/2/layout/IconVerticalSolidList"/>
    <dgm:cxn modelId="{28835CEA-1B15-4310-997C-8ABDC5FE0D4C}" type="presParOf" srcId="{3ADB3A02-5233-46C5-AB53-D6343FA94C60}" destId="{DEC5B108-EC5A-42F9-B4D8-BE5806D1EFFC}" srcOrd="0" destOrd="0" presId="urn:microsoft.com/office/officeart/2018/2/layout/IconVerticalSolidList"/>
    <dgm:cxn modelId="{B766AD01-6886-48F4-A85F-AF6103667C63}" type="presParOf" srcId="{DEC5B108-EC5A-42F9-B4D8-BE5806D1EFFC}" destId="{70C126B9-D93B-45F5-A47D-1F0259995AB5}" srcOrd="0" destOrd="0" presId="urn:microsoft.com/office/officeart/2018/2/layout/IconVerticalSolidList"/>
    <dgm:cxn modelId="{BFAA495F-367D-4817-AF96-A801B895D5DA}" type="presParOf" srcId="{DEC5B108-EC5A-42F9-B4D8-BE5806D1EFFC}" destId="{E4CAAB98-9770-480B-A87E-99278861AE16}" srcOrd="1" destOrd="0" presId="urn:microsoft.com/office/officeart/2018/2/layout/IconVerticalSolidList"/>
    <dgm:cxn modelId="{92E26A42-DB89-42D3-B5C1-670762CD94C2}" type="presParOf" srcId="{DEC5B108-EC5A-42F9-B4D8-BE5806D1EFFC}" destId="{2BE10610-B1CB-48B2-9507-3D38ADC5E537}" srcOrd="2" destOrd="0" presId="urn:microsoft.com/office/officeart/2018/2/layout/IconVerticalSolidList"/>
    <dgm:cxn modelId="{61C1EE95-1C71-430D-A732-ABE7AA6E0203}" type="presParOf" srcId="{DEC5B108-EC5A-42F9-B4D8-BE5806D1EFFC}" destId="{3790B8A4-78BE-4D2B-A9A1-EE34B0FE229C}" srcOrd="3" destOrd="0" presId="urn:microsoft.com/office/officeart/2018/2/layout/IconVerticalSolidList"/>
    <dgm:cxn modelId="{3C262943-8181-47CF-BF31-569C2A76405D}" type="presParOf" srcId="{3ADB3A02-5233-46C5-AB53-D6343FA94C60}" destId="{19A13CA0-A800-4F6C-8B6C-118659EEF320}" srcOrd="1" destOrd="0" presId="urn:microsoft.com/office/officeart/2018/2/layout/IconVerticalSolidList"/>
    <dgm:cxn modelId="{9ABA5FEE-B2E5-4EC4-9FFC-6599D646CD1A}" type="presParOf" srcId="{3ADB3A02-5233-46C5-AB53-D6343FA94C60}" destId="{0E9539B1-5929-481D-9C0A-69F5991B0775}" srcOrd="2" destOrd="0" presId="urn:microsoft.com/office/officeart/2018/2/layout/IconVerticalSolidList"/>
    <dgm:cxn modelId="{5EE683F7-2578-4166-BCF0-0971DC015A37}" type="presParOf" srcId="{0E9539B1-5929-481D-9C0A-69F5991B0775}" destId="{A9A042D2-009C-4029-A377-DD3A95842298}" srcOrd="0" destOrd="0" presId="urn:microsoft.com/office/officeart/2018/2/layout/IconVerticalSolidList"/>
    <dgm:cxn modelId="{5CA8B374-5E70-41EE-AFE4-9B4D6F7362FD}" type="presParOf" srcId="{0E9539B1-5929-481D-9C0A-69F5991B0775}" destId="{B5E21E46-8A15-4349-9D21-4EA32A689497}" srcOrd="1" destOrd="0" presId="urn:microsoft.com/office/officeart/2018/2/layout/IconVerticalSolidList"/>
    <dgm:cxn modelId="{D8329CC4-B895-46BE-AF28-8FA02C85BA45}" type="presParOf" srcId="{0E9539B1-5929-481D-9C0A-69F5991B0775}" destId="{4DE9EAE0-2218-41AD-9048-3831D91563A8}" srcOrd="2" destOrd="0" presId="urn:microsoft.com/office/officeart/2018/2/layout/IconVerticalSolidList"/>
    <dgm:cxn modelId="{98E7AA84-6D3E-4BDB-A005-36380CDEA1D1}" type="presParOf" srcId="{0E9539B1-5929-481D-9C0A-69F5991B0775}" destId="{D924525B-868A-4D2F-909E-6C02E3761EC4}" srcOrd="3" destOrd="0" presId="urn:microsoft.com/office/officeart/2018/2/layout/IconVerticalSolidList"/>
    <dgm:cxn modelId="{0CC02477-4E4D-470E-8357-D679A85D1E6E}" type="presParOf" srcId="{3ADB3A02-5233-46C5-AB53-D6343FA94C60}" destId="{EF5E14E1-A3EC-4403-A19A-562AA7810282}" srcOrd="3" destOrd="0" presId="urn:microsoft.com/office/officeart/2018/2/layout/IconVerticalSolidList"/>
    <dgm:cxn modelId="{39B195C3-8D5E-4DEC-913B-BED7DE1E6F08}" type="presParOf" srcId="{3ADB3A02-5233-46C5-AB53-D6343FA94C60}" destId="{1C1903CC-56EE-4BB3-AAB8-B15D11EFF783}" srcOrd="4" destOrd="0" presId="urn:microsoft.com/office/officeart/2018/2/layout/IconVerticalSolidList"/>
    <dgm:cxn modelId="{833D1CCE-2526-4C36-8216-8E1ECF3A2396}" type="presParOf" srcId="{1C1903CC-56EE-4BB3-AAB8-B15D11EFF783}" destId="{0E25DB11-56F4-4E7E-8EF2-78A27AFA77E9}" srcOrd="0" destOrd="0" presId="urn:microsoft.com/office/officeart/2018/2/layout/IconVerticalSolidList"/>
    <dgm:cxn modelId="{291B352B-9BC1-4B54-968F-86899D3A58AE}" type="presParOf" srcId="{1C1903CC-56EE-4BB3-AAB8-B15D11EFF783}" destId="{71338318-674D-49BE-9444-94D374C2B1F5}" srcOrd="1" destOrd="0" presId="urn:microsoft.com/office/officeart/2018/2/layout/IconVerticalSolidList"/>
    <dgm:cxn modelId="{4BDC8905-AC54-4A70-A6EE-36DF75695839}" type="presParOf" srcId="{1C1903CC-56EE-4BB3-AAB8-B15D11EFF783}" destId="{78F65895-1839-4348-A781-B12B7BA5FFC2}" srcOrd="2" destOrd="0" presId="urn:microsoft.com/office/officeart/2018/2/layout/IconVerticalSolidList"/>
    <dgm:cxn modelId="{07C84AF7-65DB-4F86-8A3F-10C175A81166}" type="presParOf" srcId="{1C1903CC-56EE-4BB3-AAB8-B15D11EFF783}" destId="{AB152C39-6AD6-4F08-AA99-80DEDA1A51D4}" srcOrd="3" destOrd="0" presId="urn:microsoft.com/office/officeart/2018/2/layout/IconVerticalSolidList"/>
    <dgm:cxn modelId="{0012351C-9F45-42A1-9D7E-7DBC49A8B03D}" type="presParOf" srcId="{3ADB3A02-5233-46C5-AB53-D6343FA94C60}" destId="{4F87202C-0629-45A0-97D6-AB7E13C5784B}" srcOrd="5" destOrd="0" presId="urn:microsoft.com/office/officeart/2018/2/layout/IconVerticalSolidList"/>
    <dgm:cxn modelId="{D58342EC-FEBB-4682-9B9D-530BD7C2876F}" type="presParOf" srcId="{3ADB3A02-5233-46C5-AB53-D6343FA94C60}" destId="{E10CB9D0-43B3-4D0D-A8A8-369CE76A3BFF}" srcOrd="6" destOrd="0" presId="urn:microsoft.com/office/officeart/2018/2/layout/IconVerticalSolidList"/>
    <dgm:cxn modelId="{DD00B528-EF9B-486C-8E7B-9347A514DB35}" type="presParOf" srcId="{E10CB9D0-43B3-4D0D-A8A8-369CE76A3BFF}" destId="{6BD15434-D871-4576-9B31-412BBF801562}" srcOrd="0" destOrd="0" presId="urn:microsoft.com/office/officeart/2018/2/layout/IconVerticalSolidList"/>
    <dgm:cxn modelId="{D8A2E608-9355-4348-9732-47034C1C0091}" type="presParOf" srcId="{E10CB9D0-43B3-4D0D-A8A8-369CE76A3BFF}" destId="{9079FAF5-08E8-4E28-AF46-8AA1F2E2B614}" srcOrd="1" destOrd="0" presId="urn:microsoft.com/office/officeart/2018/2/layout/IconVerticalSolidList"/>
    <dgm:cxn modelId="{03A5857A-B651-4471-973D-A1FBCC0C59AB}" type="presParOf" srcId="{E10CB9D0-43B3-4D0D-A8A8-369CE76A3BFF}" destId="{21ED2F58-4A78-484E-847A-5159F600D9C5}" srcOrd="2" destOrd="0" presId="urn:microsoft.com/office/officeart/2018/2/layout/IconVerticalSolidList"/>
    <dgm:cxn modelId="{C770A4DE-0338-44FE-B874-5C702FC6CB67}" type="presParOf" srcId="{E10CB9D0-43B3-4D0D-A8A8-369CE76A3BFF}" destId="{AC621FA3-BB26-49B7-A4AC-47AEF07B1C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0E07FE-F701-43E2-9A58-5A4BECEDCAE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B75C5A-4200-4988-ACF5-91F574AF6CC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Technical details that have been discussed on the item and agreed</a:t>
          </a:r>
          <a:endParaRPr lang="en-US" sz="1400" dirty="0"/>
        </a:p>
      </dgm:t>
    </dgm:pt>
    <dgm:pt modelId="{E590021F-B49E-4CA6-BDA1-8AFE58F2EA71}" type="parTrans" cxnId="{4ED85782-3C69-4A5E-A683-3D445BA29D0B}">
      <dgm:prSet/>
      <dgm:spPr/>
      <dgm:t>
        <a:bodyPr/>
        <a:lstStyle/>
        <a:p>
          <a:endParaRPr lang="en-US"/>
        </a:p>
      </dgm:t>
    </dgm:pt>
    <dgm:pt modelId="{19CB36C5-243E-41B6-9F24-0B61177490C6}" type="sibTrans" cxnId="{4ED85782-3C69-4A5E-A683-3D445BA29D0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A7EFD7-B0A1-419C-A931-81E28BBBB62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Assigning a priority</a:t>
          </a:r>
          <a:endParaRPr lang="en-US"/>
        </a:p>
      </dgm:t>
    </dgm:pt>
    <dgm:pt modelId="{41694EA4-8672-4B86-9B13-5719E4AC51A1}" type="parTrans" cxnId="{AA24D17F-0AA8-423F-BF8C-AE8FCF70838E}">
      <dgm:prSet/>
      <dgm:spPr/>
      <dgm:t>
        <a:bodyPr/>
        <a:lstStyle/>
        <a:p>
          <a:endParaRPr lang="en-US"/>
        </a:p>
      </dgm:t>
    </dgm:pt>
    <dgm:pt modelId="{87BF6045-8A0B-4159-8894-D0BCCE57B9C6}" type="sibTrans" cxnId="{AA24D17F-0AA8-423F-BF8C-AE8FCF7083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63F6499-E4C4-40F4-9BCC-D29FFBFA4CF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Acceptance Criteria</a:t>
          </a:r>
          <a:endParaRPr lang="en-US" dirty="0"/>
        </a:p>
      </dgm:t>
    </dgm:pt>
    <dgm:pt modelId="{D32DAA67-DA42-4CD2-A5BB-AFF5733E947F}" type="parTrans" cxnId="{57C79CE2-4701-4C3A-9C60-2D5149777B24}">
      <dgm:prSet/>
      <dgm:spPr/>
      <dgm:t>
        <a:bodyPr/>
        <a:lstStyle/>
        <a:p>
          <a:endParaRPr lang="en-US"/>
        </a:p>
      </dgm:t>
    </dgm:pt>
    <dgm:pt modelId="{59E84C1D-3E69-4AD6-BA44-A5560FB8AF6B}" type="sibTrans" cxnId="{57C79CE2-4701-4C3A-9C60-2D5149777B24}">
      <dgm:prSet/>
      <dgm:spPr/>
      <dgm:t>
        <a:bodyPr/>
        <a:lstStyle/>
        <a:p>
          <a:endParaRPr lang="en-US"/>
        </a:p>
      </dgm:t>
    </dgm:pt>
    <dgm:pt modelId="{DFC632F7-317D-4505-A2E3-DE84DD5CE84F}" type="pres">
      <dgm:prSet presAssocID="{D10E07FE-F701-43E2-9A58-5A4BECEDCAEF}" presName="root" presStyleCnt="0">
        <dgm:presLayoutVars>
          <dgm:dir/>
          <dgm:resizeHandles val="exact"/>
        </dgm:presLayoutVars>
      </dgm:prSet>
      <dgm:spPr/>
    </dgm:pt>
    <dgm:pt modelId="{5D47747D-2C1E-4131-AFFA-E05B630EDA5A}" type="pres">
      <dgm:prSet presAssocID="{D10E07FE-F701-43E2-9A58-5A4BECEDCAEF}" presName="container" presStyleCnt="0">
        <dgm:presLayoutVars>
          <dgm:dir/>
          <dgm:resizeHandles val="exact"/>
        </dgm:presLayoutVars>
      </dgm:prSet>
      <dgm:spPr/>
    </dgm:pt>
    <dgm:pt modelId="{B024633B-6439-48DD-94B0-1ABCEF74BF83}" type="pres">
      <dgm:prSet presAssocID="{9EB75C5A-4200-4988-ACF5-91F574AF6CC9}" presName="compNode" presStyleCnt="0"/>
      <dgm:spPr/>
    </dgm:pt>
    <dgm:pt modelId="{90F225AA-83B7-4443-A76B-FB817F075079}" type="pres">
      <dgm:prSet presAssocID="{9EB75C5A-4200-4988-ACF5-91F574AF6CC9}" presName="iconBgRect" presStyleLbl="bgShp" presStyleIdx="0" presStyleCnt="3"/>
      <dgm:spPr/>
    </dgm:pt>
    <dgm:pt modelId="{F14E90BB-45ED-4B3D-9858-6BF500E5F321}" type="pres">
      <dgm:prSet presAssocID="{9EB75C5A-4200-4988-ACF5-91F574AF6C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 Item Bug"/>
        </a:ext>
      </dgm:extLst>
    </dgm:pt>
    <dgm:pt modelId="{2274E079-B78A-434E-84EF-8F1AA9845C71}" type="pres">
      <dgm:prSet presAssocID="{9EB75C5A-4200-4988-ACF5-91F574AF6CC9}" presName="spaceRect" presStyleCnt="0"/>
      <dgm:spPr/>
    </dgm:pt>
    <dgm:pt modelId="{45D74F2B-A16F-4FE5-9B9E-8EE8DB78CFAC}" type="pres">
      <dgm:prSet presAssocID="{9EB75C5A-4200-4988-ACF5-91F574AF6CC9}" presName="textRect" presStyleLbl="revTx" presStyleIdx="0" presStyleCnt="3">
        <dgm:presLayoutVars>
          <dgm:chMax val="1"/>
          <dgm:chPref val="1"/>
        </dgm:presLayoutVars>
      </dgm:prSet>
      <dgm:spPr/>
    </dgm:pt>
    <dgm:pt modelId="{79D2252B-DA22-4A4F-B510-FA4039E70B26}" type="pres">
      <dgm:prSet presAssocID="{19CB36C5-243E-41B6-9F24-0B61177490C6}" presName="sibTrans" presStyleLbl="sibTrans2D1" presStyleIdx="0" presStyleCnt="0"/>
      <dgm:spPr/>
    </dgm:pt>
    <dgm:pt modelId="{6738CBF8-49CC-4453-AC70-CC026EB25FD0}" type="pres">
      <dgm:prSet presAssocID="{A1A7EFD7-B0A1-419C-A931-81E28BBBB62C}" presName="compNode" presStyleCnt="0"/>
      <dgm:spPr/>
    </dgm:pt>
    <dgm:pt modelId="{2AF8FED4-61AE-4971-87EA-D870DA42F37C}" type="pres">
      <dgm:prSet presAssocID="{A1A7EFD7-B0A1-419C-A931-81E28BBBB62C}" presName="iconBgRect" presStyleLbl="bgShp" presStyleIdx="1" presStyleCnt="3"/>
      <dgm:spPr/>
    </dgm:pt>
    <dgm:pt modelId="{3FB10BCA-E219-483F-92A1-8C11559F9D82}" type="pres">
      <dgm:prSet presAssocID="{A1A7EFD7-B0A1-419C-A931-81E28BBBB6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ssue Tracking"/>
        </a:ext>
      </dgm:extLst>
    </dgm:pt>
    <dgm:pt modelId="{D25F8ABD-3B75-4C9E-AE97-E1E81DB86162}" type="pres">
      <dgm:prSet presAssocID="{A1A7EFD7-B0A1-419C-A931-81E28BBBB62C}" presName="spaceRect" presStyleCnt="0"/>
      <dgm:spPr/>
    </dgm:pt>
    <dgm:pt modelId="{3E3CA838-09D3-465E-A0F6-033C009E57FB}" type="pres">
      <dgm:prSet presAssocID="{A1A7EFD7-B0A1-419C-A931-81E28BBBB62C}" presName="textRect" presStyleLbl="revTx" presStyleIdx="1" presStyleCnt="3">
        <dgm:presLayoutVars>
          <dgm:chMax val="1"/>
          <dgm:chPref val="1"/>
        </dgm:presLayoutVars>
      </dgm:prSet>
      <dgm:spPr/>
    </dgm:pt>
    <dgm:pt modelId="{4E75A189-88C1-485D-90E6-3A09AC20D669}" type="pres">
      <dgm:prSet presAssocID="{87BF6045-8A0B-4159-8894-D0BCCE57B9C6}" presName="sibTrans" presStyleLbl="sibTrans2D1" presStyleIdx="0" presStyleCnt="0"/>
      <dgm:spPr/>
    </dgm:pt>
    <dgm:pt modelId="{ACEF8F6B-2FAE-4CCF-B118-1FCB41D5E1E0}" type="pres">
      <dgm:prSet presAssocID="{463F6499-E4C4-40F4-9BCC-D29FFBFA4CF2}" presName="compNode" presStyleCnt="0"/>
      <dgm:spPr/>
    </dgm:pt>
    <dgm:pt modelId="{F1836E70-F066-4BDC-BD1B-9C6A6EBC9A38}" type="pres">
      <dgm:prSet presAssocID="{463F6499-E4C4-40F4-9BCC-D29FFBFA4CF2}" presName="iconBgRect" presStyleLbl="bgShp" presStyleIdx="2" presStyleCnt="3"/>
      <dgm:spPr/>
    </dgm:pt>
    <dgm:pt modelId="{90BF734E-C6E8-4B2D-8F84-F40F5A826888}" type="pres">
      <dgm:prSet presAssocID="{463F6499-E4C4-40F4-9BCC-D29FFBFA4C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ccept"/>
        </a:ext>
      </dgm:extLst>
    </dgm:pt>
    <dgm:pt modelId="{4EA84C04-EF78-4564-86A9-BCB2A793ECCE}" type="pres">
      <dgm:prSet presAssocID="{463F6499-E4C4-40F4-9BCC-D29FFBFA4CF2}" presName="spaceRect" presStyleCnt="0"/>
      <dgm:spPr/>
    </dgm:pt>
    <dgm:pt modelId="{F49363A0-6223-40AF-A4AE-453206BF0634}" type="pres">
      <dgm:prSet presAssocID="{463F6499-E4C4-40F4-9BCC-D29FFBFA4CF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30D8B15-E492-4B5F-B015-C049DF7F1013}" type="presOf" srcId="{19CB36C5-243E-41B6-9F24-0B61177490C6}" destId="{79D2252B-DA22-4A4F-B510-FA4039E70B26}" srcOrd="0" destOrd="0" presId="urn:microsoft.com/office/officeart/2018/2/layout/IconCircleList"/>
    <dgm:cxn modelId="{99FAD315-B970-4CC3-985C-8AC502161215}" type="presOf" srcId="{D10E07FE-F701-43E2-9A58-5A4BECEDCAEF}" destId="{DFC632F7-317D-4505-A2E3-DE84DD5CE84F}" srcOrd="0" destOrd="0" presId="urn:microsoft.com/office/officeart/2018/2/layout/IconCircleList"/>
    <dgm:cxn modelId="{F1A3D33B-CD7A-4BEF-BA2C-AAC2C7333ADD}" type="presOf" srcId="{87BF6045-8A0B-4159-8894-D0BCCE57B9C6}" destId="{4E75A189-88C1-485D-90E6-3A09AC20D669}" srcOrd="0" destOrd="0" presId="urn:microsoft.com/office/officeart/2018/2/layout/IconCircleList"/>
    <dgm:cxn modelId="{8D6D7063-A4F9-4956-A772-B580B0B876A3}" type="presOf" srcId="{463F6499-E4C4-40F4-9BCC-D29FFBFA4CF2}" destId="{F49363A0-6223-40AF-A4AE-453206BF0634}" srcOrd="0" destOrd="0" presId="urn:microsoft.com/office/officeart/2018/2/layout/IconCircleList"/>
    <dgm:cxn modelId="{AA24D17F-0AA8-423F-BF8C-AE8FCF70838E}" srcId="{D10E07FE-F701-43E2-9A58-5A4BECEDCAEF}" destId="{A1A7EFD7-B0A1-419C-A931-81E28BBBB62C}" srcOrd="1" destOrd="0" parTransId="{41694EA4-8672-4B86-9B13-5719E4AC51A1}" sibTransId="{87BF6045-8A0B-4159-8894-D0BCCE57B9C6}"/>
    <dgm:cxn modelId="{4ED85782-3C69-4A5E-A683-3D445BA29D0B}" srcId="{D10E07FE-F701-43E2-9A58-5A4BECEDCAEF}" destId="{9EB75C5A-4200-4988-ACF5-91F574AF6CC9}" srcOrd="0" destOrd="0" parTransId="{E590021F-B49E-4CA6-BDA1-8AFE58F2EA71}" sibTransId="{19CB36C5-243E-41B6-9F24-0B61177490C6}"/>
    <dgm:cxn modelId="{6DAE06A3-ECA3-4C42-BAB9-2B31AA6C84B8}" type="presOf" srcId="{A1A7EFD7-B0A1-419C-A931-81E28BBBB62C}" destId="{3E3CA838-09D3-465E-A0F6-033C009E57FB}" srcOrd="0" destOrd="0" presId="urn:microsoft.com/office/officeart/2018/2/layout/IconCircleList"/>
    <dgm:cxn modelId="{C23A03DE-769A-4B56-99D8-E80F1F5BA34B}" type="presOf" srcId="{9EB75C5A-4200-4988-ACF5-91F574AF6CC9}" destId="{45D74F2B-A16F-4FE5-9B9E-8EE8DB78CFAC}" srcOrd="0" destOrd="0" presId="urn:microsoft.com/office/officeart/2018/2/layout/IconCircleList"/>
    <dgm:cxn modelId="{57C79CE2-4701-4C3A-9C60-2D5149777B24}" srcId="{D10E07FE-F701-43E2-9A58-5A4BECEDCAEF}" destId="{463F6499-E4C4-40F4-9BCC-D29FFBFA4CF2}" srcOrd="2" destOrd="0" parTransId="{D32DAA67-DA42-4CD2-A5BB-AFF5733E947F}" sibTransId="{59E84C1D-3E69-4AD6-BA44-A5560FB8AF6B}"/>
    <dgm:cxn modelId="{EE1278AF-D6B3-4636-BC28-03EB2E05F578}" type="presParOf" srcId="{DFC632F7-317D-4505-A2E3-DE84DD5CE84F}" destId="{5D47747D-2C1E-4131-AFFA-E05B630EDA5A}" srcOrd="0" destOrd="0" presId="urn:microsoft.com/office/officeart/2018/2/layout/IconCircleList"/>
    <dgm:cxn modelId="{96811269-7E5F-4966-84E9-3E8A6061CF6A}" type="presParOf" srcId="{5D47747D-2C1E-4131-AFFA-E05B630EDA5A}" destId="{B024633B-6439-48DD-94B0-1ABCEF74BF83}" srcOrd="0" destOrd="0" presId="urn:microsoft.com/office/officeart/2018/2/layout/IconCircleList"/>
    <dgm:cxn modelId="{24A8A50E-045E-4AC7-BB02-C6DF4A136A27}" type="presParOf" srcId="{B024633B-6439-48DD-94B0-1ABCEF74BF83}" destId="{90F225AA-83B7-4443-A76B-FB817F075079}" srcOrd="0" destOrd="0" presId="urn:microsoft.com/office/officeart/2018/2/layout/IconCircleList"/>
    <dgm:cxn modelId="{16DD1564-A46F-4320-9F30-F3A153D545E3}" type="presParOf" srcId="{B024633B-6439-48DD-94B0-1ABCEF74BF83}" destId="{F14E90BB-45ED-4B3D-9858-6BF500E5F321}" srcOrd="1" destOrd="0" presId="urn:microsoft.com/office/officeart/2018/2/layout/IconCircleList"/>
    <dgm:cxn modelId="{E8C4525A-E1A4-4D4E-89DB-533C753C98C9}" type="presParOf" srcId="{B024633B-6439-48DD-94B0-1ABCEF74BF83}" destId="{2274E079-B78A-434E-84EF-8F1AA9845C71}" srcOrd="2" destOrd="0" presId="urn:microsoft.com/office/officeart/2018/2/layout/IconCircleList"/>
    <dgm:cxn modelId="{091DFB19-F069-412F-B094-8CF9A3C1F9DC}" type="presParOf" srcId="{B024633B-6439-48DD-94B0-1ABCEF74BF83}" destId="{45D74F2B-A16F-4FE5-9B9E-8EE8DB78CFAC}" srcOrd="3" destOrd="0" presId="urn:microsoft.com/office/officeart/2018/2/layout/IconCircleList"/>
    <dgm:cxn modelId="{FAFDA25E-7660-4C42-9B7F-56CCCE819E1B}" type="presParOf" srcId="{5D47747D-2C1E-4131-AFFA-E05B630EDA5A}" destId="{79D2252B-DA22-4A4F-B510-FA4039E70B26}" srcOrd="1" destOrd="0" presId="urn:microsoft.com/office/officeart/2018/2/layout/IconCircleList"/>
    <dgm:cxn modelId="{C370B9CF-5CDF-4C5C-AB9D-A7691C3F8322}" type="presParOf" srcId="{5D47747D-2C1E-4131-AFFA-E05B630EDA5A}" destId="{6738CBF8-49CC-4453-AC70-CC026EB25FD0}" srcOrd="2" destOrd="0" presId="urn:microsoft.com/office/officeart/2018/2/layout/IconCircleList"/>
    <dgm:cxn modelId="{6FACA9FE-BFF4-474C-BBCA-7EF24067B21E}" type="presParOf" srcId="{6738CBF8-49CC-4453-AC70-CC026EB25FD0}" destId="{2AF8FED4-61AE-4971-87EA-D870DA42F37C}" srcOrd="0" destOrd="0" presId="urn:microsoft.com/office/officeart/2018/2/layout/IconCircleList"/>
    <dgm:cxn modelId="{166BBA5B-63BC-4750-91A0-E1F3097F734D}" type="presParOf" srcId="{6738CBF8-49CC-4453-AC70-CC026EB25FD0}" destId="{3FB10BCA-E219-483F-92A1-8C11559F9D82}" srcOrd="1" destOrd="0" presId="urn:microsoft.com/office/officeart/2018/2/layout/IconCircleList"/>
    <dgm:cxn modelId="{7159F848-D8F9-4512-AB1D-27CE8B76356D}" type="presParOf" srcId="{6738CBF8-49CC-4453-AC70-CC026EB25FD0}" destId="{D25F8ABD-3B75-4C9E-AE97-E1E81DB86162}" srcOrd="2" destOrd="0" presId="urn:microsoft.com/office/officeart/2018/2/layout/IconCircleList"/>
    <dgm:cxn modelId="{D3E14A9D-7462-4FB8-9219-F6E8CBBFBEF7}" type="presParOf" srcId="{6738CBF8-49CC-4453-AC70-CC026EB25FD0}" destId="{3E3CA838-09D3-465E-A0F6-033C009E57FB}" srcOrd="3" destOrd="0" presId="urn:microsoft.com/office/officeart/2018/2/layout/IconCircleList"/>
    <dgm:cxn modelId="{6DF03411-F104-4DFA-86C4-3B41DA602503}" type="presParOf" srcId="{5D47747D-2C1E-4131-AFFA-E05B630EDA5A}" destId="{4E75A189-88C1-485D-90E6-3A09AC20D669}" srcOrd="3" destOrd="0" presId="urn:microsoft.com/office/officeart/2018/2/layout/IconCircleList"/>
    <dgm:cxn modelId="{9CE61CA4-A373-43B1-AB34-846EAD8A5E56}" type="presParOf" srcId="{5D47747D-2C1E-4131-AFFA-E05B630EDA5A}" destId="{ACEF8F6B-2FAE-4CCF-B118-1FCB41D5E1E0}" srcOrd="4" destOrd="0" presId="urn:microsoft.com/office/officeart/2018/2/layout/IconCircleList"/>
    <dgm:cxn modelId="{B4E9734B-23DA-45DE-BF5E-7B974B846AB5}" type="presParOf" srcId="{ACEF8F6B-2FAE-4CCF-B118-1FCB41D5E1E0}" destId="{F1836E70-F066-4BDC-BD1B-9C6A6EBC9A38}" srcOrd="0" destOrd="0" presId="urn:microsoft.com/office/officeart/2018/2/layout/IconCircleList"/>
    <dgm:cxn modelId="{3C2E3BBE-0A84-4599-B26C-9910167C3141}" type="presParOf" srcId="{ACEF8F6B-2FAE-4CCF-B118-1FCB41D5E1E0}" destId="{90BF734E-C6E8-4B2D-8F84-F40F5A826888}" srcOrd="1" destOrd="0" presId="urn:microsoft.com/office/officeart/2018/2/layout/IconCircleList"/>
    <dgm:cxn modelId="{AB8361CB-BBAF-4B85-BD8F-AB0491BA2CE0}" type="presParOf" srcId="{ACEF8F6B-2FAE-4CCF-B118-1FCB41D5E1E0}" destId="{4EA84C04-EF78-4564-86A9-BCB2A793ECCE}" srcOrd="2" destOrd="0" presId="urn:microsoft.com/office/officeart/2018/2/layout/IconCircleList"/>
    <dgm:cxn modelId="{ADBC32CE-6686-4AF1-889B-B26C6B14878C}" type="presParOf" srcId="{ACEF8F6B-2FAE-4CCF-B118-1FCB41D5E1E0}" destId="{F49363A0-6223-40AF-A4AE-453206BF063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D400989-8F8C-4237-A3C3-B4188ED6A00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082206-CB72-4688-90C3-ACC5C8DD92C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Definition of done (DoD) </a:t>
          </a:r>
          <a:br>
            <a:rPr lang="en-GB" b="1" dirty="0"/>
          </a:br>
          <a:r>
            <a:rPr lang="en-GB" b="0" dirty="0"/>
            <a:t>defines what is needed before it can be regarded as complete. </a:t>
          </a:r>
          <a:br>
            <a:rPr lang="en-GB" b="0" dirty="0"/>
          </a:br>
          <a:r>
            <a:rPr lang="en-GB" b="0" dirty="0"/>
            <a:t>Can be applied to a feature, a Sprint or a release.</a:t>
          </a:r>
          <a:endParaRPr lang="en-US" dirty="0"/>
        </a:p>
      </dgm:t>
    </dgm:pt>
    <dgm:pt modelId="{B09335FB-ED9C-47C5-9B7D-9813A3BE7B37}" type="parTrans" cxnId="{E60B87B9-8365-499D-839D-746D15C1ABC7}">
      <dgm:prSet/>
      <dgm:spPr/>
      <dgm:t>
        <a:bodyPr/>
        <a:lstStyle/>
        <a:p>
          <a:endParaRPr lang="en-US"/>
        </a:p>
      </dgm:t>
    </dgm:pt>
    <dgm:pt modelId="{40B5CC3A-967E-49D3-A70D-B49208506005}" type="sibTrans" cxnId="{E60B87B9-8365-499D-839D-746D15C1ABC7}">
      <dgm:prSet/>
      <dgm:spPr/>
      <dgm:t>
        <a:bodyPr/>
        <a:lstStyle/>
        <a:p>
          <a:endParaRPr lang="en-US"/>
        </a:p>
      </dgm:t>
    </dgm:pt>
    <dgm:pt modelId="{3AE7A73E-C5EB-40DF-9614-199E3FD64D6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/>
            <a:t>A checklist of items which could be included for a feature could include:</a:t>
          </a:r>
          <a:endParaRPr lang="en-US"/>
        </a:p>
      </dgm:t>
    </dgm:pt>
    <dgm:pt modelId="{9B3308D7-18C8-46ED-86EB-9954559D5D9B}" type="parTrans" cxnId="{01B08637-3A62-482E-9A43-FA74938E6294}">
      <dgm:prSet/>
      <dgm:spPr/>
      <dgm:t>
        <a:bodyPr/>
        <a:lstStyle/>
        <a:p>
          <a:endParaRPr lang="en-US"/>
        </a:p>
      </dgm:t>
    </dgm:pt>
    <dgm:pt modelId="{FFBC5E89-1CD3-47F7-8B38-9750E4841DB2}" type="sibTrans" cxnId="{01B08637-3A62-482E-9A43-FA74938E6294}">
      <dgm:prSet/>
      <dgm:spPr/>
      <dgm:t>
        <a:bodyPr/>
        <a:lstStyle/>
        <a:p>
          <a:endParaRPr lang="en-US"/>
        </a:p>
      </dgm:t>
    </dgm:pt>
    <dgm:pt modelId="{8362AF9D-A905-411B-A450-C8E4D23215B6}" type="pres">
      <dgm:prSet presAssocID="{FD400989-8F8C-4237-A3C3-B4188ED6A00F}" presName="root" presStyleCnt="0">
        <dgm:presLayoutVars>
          <dgm:dir/>
          <dgm:resizeHandles val="exact"/>
        </dgm:presLayoutVars>
      </dgm:prSet>
      <dgm:spPr/>
    </dgm:pt>
    <dgm:pt modelId="{F0AD7FE0-BBAA-4097-BA0D-3BC78B0AEB32}" type="pres">
      <dgm:prSet presAssocID="{EF082206-CB72-4688-90C3-ACC5C8DD92C7}" presName="compNode" presStyleCnt="0"/>
      <dgm:spPr/>
    </dgm:pt>
    <dgm:pt modelId="{54290299-A9B1-45A0-AD5F-CB0D80859B0F}" type="pres">
      <dgm:prSet presAssocID="{EF082206-CB72-4688-90C3-ACC5C8DD92C7}" presName="bgRect" presStyleLbl="bgShp" presStyleIdx="0" presStyleCnt="2"/>
      <dgm:spPr/>
    </dgm:pt>
    <dgm:pt modelId="{FB345973-3008-4F17-9CF9-517C58230D9D}" type="pres">
      <dgm:prSet presAssocID="{EF082206-CB72-4688-90C3-ACC5C8DD92C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080E7D60-F76C-4DCE-9C88-6224F1D27DB3}" type="pres">
      <dgm:prSet presAssocID="{EF082206-CB72-4688-90C3-ACC5C8DD92C7}" presName="spaceRect" presStyleCnt="0"/>
      <dgm:spPr/>
    </dgm:pt>
    <dgm:pt modelId="{A2959DE2-E3B6-46FE-9382-53E1B914E65B}" type="pres">
      <dgm:prSet presAssocID="{EF082206-CB72-4688-90C3-ACC5C8DD92C7}" presName="parTx" presStyleLbl="revTx" presStyleIdx="0" presStyleCnt="2">
        <dgm:presLayoutVars>
          <dgm:chMax val="0"/>
          <dgm:chPref val="0"/>
        </dgm:presLayoutVars>
      </dgm:prSet>
      <dgm:spPr/>
    </dgm:pt>
    <dgm:pt modelId="{5FAD57A9-B33C-4E74-8BE5-138DA43D8DB7}" type="pres">
      <dgm:prSet presAssocID="{40B5CC3A-967E-49D3-A70D-B49208506005}" presName="sibTrans" presStyleCnt="0"/>
      <dgm:spPr/>
    </dgm:pt>
    <dgm:pt modelId="{7FEF72A8-8B3C-478D-8014-3653530EC3E0}" type="pres">
      <dgm:prSet presAssocID="{3AE7A73E-C5EB-40DF-9614-199E3FD64D6B}" presName="compNode" presStyleCnt="0"/>
      <dgm:spPr/>
    </dgm:pt>
    <dgm:pt modelId="{52302A54-7848-46BE-A925-286CB8DDFD7A}" type="pres">
      <dgm:prSet presAssocID="{3AE7A73E-C5EB-40DF-9614-199E3FD64D6B}" presName="bgRect" presStyleLbl="bgShp" presStyleIdx="1" presStyleCnt="2" custLinFactNeighborY="2468"/>
      <dgm:spPr/>
    </dgm:pt>
    <dgm:pt modelId="{0EABA7EC-3E81-4C58-A47A-82BB1BE5E735}" type="pres">
      <dgm:prSet presAssocID="{3AE7A73E-C5EB-40DF-9614-199E3FD64D6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2211F14-4219-4D16-9AC8-5A9FBB587921}" type="pres">
      <dgm:prSet presAssocID="{3AE7A73E-C5EB-40DF-9614-199E3FD64D6B}" presName="spaceRect" presStyleCnt="0"/>
      <dgm:spPr/>
    </dgm:pt>
    <dgm:pt modelId="{3E2D4EDF-A4EC-4B1B-8E06-7A79F3C5D999}" type="pres">
      <dgm:prSet presAssocID="{3AE7A73E-C5EB-40DF-9614-199E3FD64D6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1B08637-3A62-482E-9A43-FA74938E6294}" srcId="{FD400989-8F8C-4237-A3C3-B4188ED6A00F}" destId="{3AE7A73E-C5EB-40DF-9614-199E3FD64D6B}" srcOrd="1" destOrd="0" parTransId="{9B3308D7-18C8-46ED-86EB-9954559D5D9B}" sibTransId="{FFBC5E89-1CD3-47F7-8B38-9750E4841DB2}"/>
    <dgm:cxn modelId="{33E3CC5F-8164-4416-A1A7-6830275E25DE}" type="presOf" srcId="{EF082206-CB72-4688-90C3-ACC5C8DD92C7}" destId="{A2959DE2-E3B6-46FE-9382-53E1B914E65B}" srcOrd="0" destOrd="0" presId="urn:microsoft.com/office/officeart/2018/2/layout/IconVerticalSolidList"/>
    <dgm:cxn modelId="{F2C2AF65-0E65-4660-BB35-A5118CE833C4}" type="presOf" srcId="{FD400989-8F8C-4237-A3C3-B4188ED6A00F}" destId="{8362AF9D-A905-411B-A450-C8E4D23215B6}" srcOrd="0" destOrd="0" presId="urn:microsoft.com/office/officeart/2018/2/layout/IconVerticalSolidList"/>
    <dgm:cxn modelId="{A2648396-5BB4-471C-9295-C124C83E86C5}" type="presOf" srcId="{3AE7A73E-C5EB-40DF-9614-199E3FD64D6B}" destId="{3E2D4EDF-A4EC-4B1B-8E06-7A79F3C5D999}" srcOrd="0" destOrd="0" presId="urn:microsoft.com/office/officeart/2018/2/layout/IconVerticalSolidList"/>
    <dgm:cxn modelId="{E60B87B9-8365-499D-839D-746D15C1ABC7}" srcId="{FD400989-8F8C-4237-A3C3-B4188ED6A00F}" destId="{EF082206-CB72-4688-90C3-ACC5C8DD92C7}" srcOrd="0" destOrd="0" parTransId="{B09335FB-ED9C-47C5-9B7D-9813A3BE7B37}" sibTransId="{40B5CC3A-967E-49D3-A70D-B49208506005}"/>
    <dgm:cxn modelId="{25852E19-2070-45A4-937F-FE0DC715E0B8}" type="presParOf" srcId="{8362AF9D-A905-411B-A450-C8E4D23215B6}" destId="{F0AD7FE0-BBAA-4097-BA0D-3BC78B0AEB32}" srcOrd="0" destOrd="0" presId="urn:microsoft.com/office/officeart/2018/2/layout/IconVerticalSolidList"/>
    <dgm:cxn modelId="{1608EB12-4E75-4598-85F4-C3DC4920DCFE}" type="presParOf" srcId="{F0AD7FE0-BBAA-4097-BA0D-3BC78B0AEB32}" destId="{54290299-A9B1-45A0-AD5F-CB0D80859B0F}" srcOrd="0" destOrd="0" presId="urn:microsoft.com/office/officeart/2018/2/layout/IconVerticalSolidList"/>
    <dgm:cxn modelId="{111F75C5-7991-4E5B-B387-462DEE8B165F}" type="presParOf" srcId="{F0AD7FE0-BBAA-4097-BA0D-3BC78B0AEB32}" destId="{FB345973-3008-4F17-9CF9-517C58230D9D}" srcOrd="1" destOrd="0" presId="urn:microsoft.com/office/officeart/2018/2/layout/IconVerticalSolidList"/>
    <dgm:cxn modelId="{E7439D48-9518-493E-9A89-D3DB16EADE0B}" type="presParOf" srcId="{F0AD7FE0-BBAA-4097-BA0D-3BC78B0AEB32}" destId="{080E7D60-F76C-4DCE-9C88-6224F1D27DB3}" srcOrd="2" destOrd="0" presId="urn:microsoft.com/office/officeart/2018/2/layout/IconVerticalSolidList"/>
    <dgm:cxn modelId="{5F943341-F9CD-40F6-88BA-BF677A85D8C7}" type="presParOf" srcId="{F0AD7FE0-BBAA-4097-BA0D-3BC78B0AEB32}" destId="{A2959DE2-E3B6-46FE-9382-53E1B914E65B}" srcOrd="3" destOrd="0" presId="urn:microsoft.com/office/officeart/2018/2/layout/IconVerticalSolidList"/>
    <dgm:cxn modelId="{EB872D54-AD7C-4A44-A365-5EFE394CBBE4}" type="presParOf" srcId="{8362AF9D-A905-411B-A450-C8E4D23215B6}" destId="{5FAD57A9-B33C-4E74-8BE5-138DA43D8DB7}" srcOrd="1" destOrd="0" presId="urn:microsoft.com/office/officeart/2018/2/layout/IconVerticalSolidList"/>
    <dgm:cxn modelId="{04F16CB6-476F-4938-8EA5-0F5924FFD1B4}" type="presParOf" srcId="{8362AF9D-A905-411B-A450-C8E4D23215B6}" destId="{7FEF72A8-8B3C-478D-8014-3653530EC3E0}" srcOrd="2" destOrd="0" presId="urn:microsoft.com/office/officeart/2018/2/layout/IconVerticalSolidList"/>
    <dgm:cxn modelId="{73DDC1B9-8147-4455-8B44-F9CDE76F12BF}" type="presParOf" srcId="{7FEF72A8-8B3C-478D-8014-3653530EC3E0}" destId="{52302A54-7848-46BE-A925-286CB8DDFD7A}" srcOrd="0" destOrd="0" presId="urn:microsoft.com/office/officeart/2018/2/layout/IconVerticalSolidList"/>
    <dgm:cxn modelId="{2585F3CA-0593-484F-864F-DAFB066E00FB}" type="presParOf" srcId="{7FEF72A8-8B3C-478D-8014-3653530EC3E0}" destId="{0EABA7EC-3E81-4C58-A47A-82BB1BE5E735}" srcOrd="1" destOrd="0" presId="urn:microsoft.com/office/officeart/2018/2/layout/IconVerticalSolidList"/>
    <dgm:cxn modelId="{D295471C-646E-409E-AC6B-45411F0DA2BD}" type="presParOf" srcId="{7FEF72A8-8B3C-478D-8014-3653530EC3E0}" destId="{E2211F14-4219-4D16-9AC8-5A9FBB587921}" srcOrd="2" destOrd="0" presId="urn:microsoft.com/office/officeart/2018/2/layout/IconVerticalSolidList"/>
    <dgm:cxn modelId="{B0BB3A3C-39CD-4BFF-AF04-184D4D936736}" type="presParOf" srcId="{7FEF72A8-8B3C-478D-8014-3653530EC3E0}" destId="{3E2D4EDF-A4EC-4B1B-8E06-7A79F3C5D9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6D0AFF-AA8A-4A0A-AE39-B0D22FB2E37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679463-23B4-491B-802A-C73B996AA5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A sprint backlog is usually presented in a Kanban board.</a:t>
          </a:r>
          <a:endParaRPr lang="en-US" sz="1600" dirty="0"/>
        </a:p>
      </dgm:t>
    </dgm:pt>
    <dgm:pt modelId="{15DAE980-4901-43E0-9B70-059B95738544}" type="parTrans" cxnId="{6F5F78B5-4052-493F-BF9D-E9AF72987124}">
      <dgm:prSet/>
      <dgm:spPr/>
      <dgm:t>
        <a:bodyPr/>
        <a:lstStyle/>
        <a:p>
          <a:endParaRPr lang="en-US"/>
        </a:p>
      </dgm:t>
    </dgm:pt>
    <dgm:pt modelId="{D38683FB-484F-473C-95FA-617357263BDE}" type="sibTrans" cxnId="{6F5F78B5-4052-493F-BF9D-E9AF72987124}">
      <dgm:prSet/>
      <dgm:spPr/>
      <dgm:t>
        <a:bodyPr/>
        <a:lstStyle/>
        <a:p>
          <a:endParaRPr lang="en-US"/>
        </a:p>
      </dgm:t>
    </dgm:pt>
    <dgm:pt modelId="{D26AB4C1-29D4-4269-9BAB-92AD5A62A3E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As tasks are worked, the cards move from one end of the board to the other. This movement helps the team to see the project’s progress.</a:t>
          </a:r>
          <a:endParaRPr lang="en-US" sz="1600" dirty="0"/>
        </a:p>
      </dgm:t>
    </dgm:pt>
    <dgm:pt modelId="{FC24D004-528C-4436-90CE-A3D21530FE12}" type="parTrans" cxnId="{5D11AB11-4F53-4C4C-9FEC-3FA9B7446520}">
      <dgm:prSet/>
      <dgm:spPr/>
      <dgm:t>
        <a:bodyPr/>
        <a:lstStyle/>
        <a:p>
          <a:endParaRPr lang="en-US"/>
        </a:p>
      </dgm:t>
    </dgm:pt>
    <dgm:pt modelId="{3CEEA5BD-3217-4684-A37E-577E82057BCB}" type="sibTrans" cxnId="{5D11AB11-4F53-4C4C-9FEC-3FA9B7446520}">
      <dgm:prSet/>
      <dgm:spPr/>
      <dgm:t>
        <a:bodyPr/>
        <a:lstStyle/>
        <a:p>
          <a:endParaRPr lang="en-US"/>
        </a:p>
      </dgm:t>
    </dgm:pt>
    <dgm:pt modelId="{C8CD16E5-7235-4BBE-AC08-97434ABAAA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>
              <a:hlinkClick xmlns:r="http://schemas.openxmlformats.org/officeDocument/2006/relationships" r:id="rId1"/>
            </a:rPr>
            <a:t>Trello</a:t>
          </a:r>
          <a:r>
            <a:rPr lang="en-GB" sz="2000" dirty="0"/>
            <a:t> is a common project tracking tool.</a:t>
          </a:r>
          <a:endParaRPr lang="en-US" sz="2000" dirty="0"/>
        </a:p>
      </dgm:t>
    </dgm:pt>
    <dgm:pt modelId="{068D6398-F5A4-4FC3-9F78-50EF3A170EC9}" type="parTrans" cxnId="{4A27FB74-8661-4EA8-B88B-957332FEBC31}">
      <dgm:prSet/>
      <dgm:spPr/>
      <dgm:t>
        <a:bodyPr/>
        <a:lstStyle/>
        <a:p>
          <a:endParaRPr lang="en-US"/>
        </a:p>
      </dgm:t>
    </dgm:pt>
    <dgm:pt modelId="{199E46A1-A303-4E48-9199-18FB49022360}" type="sibTrans" cxnId="{4A27FB74-8661-4EA8-B88B-957332FEBC31}">
      <dgm:prSet/>
      <dgm:spPr/>
      <dgm:t>
        <a:bodyPr/>
        <a:lstStyle/>
        <a:p>
          <a:endParaRPr lang="en-US"/>
        </a:p>
      </dgm:t>
    </dgm:pt>
    <dgm:pt modelId="{290D8E0F-2342-4256-9270-7FDB39A987A0}" type="pres">
      <dgm:prSet presAssocID="{BE6D0AFF-AA8A-4A0A-AE39-B0D22FB2E375}" presName="root" presStyleCnt="0">
        <dgm:presLayoutVars>
          <dgm:dir/>
          <dgm:resizeHandles val="exact"/>
        </dgm:presLayoutVars>
      </dgm:prSet>
      <dgm:spPr/>
    </dgm:pt>
    <dgm:pt modelId="{7143C53A-8112-4DDF-8F19-9FA06BDB30F8}" type="pres">
      <dgm:prSet presAssocID="{40679463-23B4-491B-802A-C73B996AA570}" presName="compNode" presStyleCnt="0"/>
      <dgm:spPr/>
    </dgm:pt>
    <dgm:pt modelId="{5BFA622A-C4FC-4A1E-97A5-89342D0A41BE}" type="pres">
      <dgm:prSet presAssocID="{40679463-23B4-491B-802A-C73B996AA570}" presName="bgRect" presStyleLbl="bgShp" presStyleIdx="0" presStyleCnt="3"/>
      <dgm:spPr/>
    </dgm:pt>
    <dgm:pt modelId="{8A9A79D6-B90B-4283-AD81-0956EF5827EA}" type="pres">
      <dgm:prSet presAssocID="{40679463-23B4-491B-802A-C73B996AA570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A02E45CB-F33E-480A-932C-09B91A49C92D}" type="pres">
      <dgm:prSet presAssocID="{40679463-23B4-491B-802A-C73B996AA570}" presName="spaceRect" presStyleCnt="0"/>
      <dgm:spPr/>
    </dgm:pt>
    <dgm:pt modelId="{EAE82F75-0C63-41AD-92FA-219012C85DF9}" type="pres">
      <dgm:prSet presAssocID="{40679463-23B4-491B-802A-C73B996AA570}" presName="parTx" presStyleLbl="revTx" presStyleIdx="0" presStyleCnt="3">
        <dgm:presLayoutVars>
          <dgm:chMax val="0"/>
          <dgm:chPref val="0"/>
        </dgm:presLayoutVars>
      </dgm:prSet>
      <dgm:spPr/>
    </dgm:pt>
    <dgm:pt modelId="{3C6CA7C3-C9A2-4C6F-B537-41121B5CE923}" type="pres">
      <dgm:prSet presAssocID="{D38683FB-484F-473C-95FA-617357263BDE}" presName="sibTrans" presStyleCnt="0"/>
      <dgm:spPr/>
    </dgm:pt>
    <dgm:pt modelId="{AA6BF6ED-482A-453D-86C8-0B79BF0A7EEE}" type="pres">
      <dgm:prSet presAssocID="{D26AB4C1-29D4-4269-9BAB-92AD5A62A3E7}" presName="compNode" presStyleCnt="0"/>
      <dgm:spPr/>
    </dgm:pt>
    <dgm:pt modelId="{8A09A6D9-5CAA-44FA-83BC-FF41C1929EBC}" type="pres">
      <dgm:prSet presAssocID="{D26AB4C1-29D4-4269-9BAB-92AD5A62A3E7}" presName="bgRect" presStyleLbl="bgShp" presStyleIdx="1" presStyleCnt="3"/>
      <dgm:spPr/>
    </dgm:pt>
    <dgm:pt modelId="{F332137E-361D-42AB-8834-CA27330259E5}" type="pres">
      <dgm:prSet presAssocID="{D26AB4C1-29D4-4269-9BAB-92AD5A62A3E7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6027D79-403B-4CF9-9B36-29B1202929B0}" type="pres">
      <dgm:prSet presAssocID="{D26AB4C1-29D4-4269-9BAB-92AD5A62A3E7}" presName="spaceRect" presStyleCnt="0"/>
      <dgm:spPr/>
    </dgm:pt>
    <dgm:pt modelId="{4D4FDB54-D017-47B2-BF4A-3A287C556679}" type="pres">
      <dgm:prSet presAssocID="{D26AB4C1-29D4-4269-9BAB-92AD5A62A3E7}" presName="parTx" presStyleLbl="revTx" presStyleIdx="1" presStyleCnt="3">
        <dgm:presLayoutVars>
          <dgm:chMax val="0"/>
          <dgm:chPref val="0"/>
        </dgm:presLayoutVars>
      </dgm:prSet>
      <dgm:spPr/>
    </dgm:pt>
    <dgm:pt modelId="{97601F53-0E0D-4851-8826-B7C9B41700B0}" type="pres">
      <dgm:prSet presAssocID="{3CEEA5BD-3217-4684-A37E-577E82057BCB}" presName="sibTrans" presStyleCnt="0"/>
      <dgm:spPr/>
    </dgm:pt>
    <dgm:pt modelId="{B3E032B0-232E-48AE-B978-519E45825EB1}" type="pres">
      <dgm:prSet presAssocID="{C8CD16E5-7235-4BBE-AC08-97434ABAAA48}" presName="compNode" presStyleCnt="0"/>
      <dgm:spPr/>
    </dgm:pt>
    <dgm:pt modelId="{9277E349-F346-4E72-8C5E-F00B193A78CC}" type="pres">
      <dgm:prSet presAssocID="{C8CD16E5-7235-4BBE-AC08-97434ABAAA48}" presName="bgRect" presStyleLbl="bgShp" presStyleIdx="2" presStyleCnt="3"/>
      <dgm:spPr/>
    </dgm:pt>
    <dgm:pt modelId="{74D3C14B-74DA-4110-BF64-78FFB4DCFF93}" type="pres">
      <dgm:prSet presAssocID="{C8CD16E5-7235-4BBE-AC08-97434ABAAA48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66B7E453-D625-4B7E-9B77-D550BBCAE6F1}" type="pres">
      <dgm:prSet presAssocID="{C8CD16E5-7235-4BBE-AC08-97434ABAAA48}" presName="spaceRect" presStyleCnt="0"/>
      <dgm:spPr/>
    </dgm:pt>
    <dgm:pt modelId="{DC0859B4-48E7-4EEB-9DA8-27B7602B0482}" type="pres">
      <dgm:prSet presAssocID="{C8CD16E5-7235-4BBE-AC08-97434ABAAA4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D11AB11-4F53-4C4C-9FEC-3FA9B7446520}" srcId="{BE6D0AFF-AA8A-4A0A-AE39-B0D22FB2E375}" destId="{D26AB4C1-29D4-4269-9BAB-92AD5A62A3E7}" srcOrd="1" destOrd="0" parTransId="{FC24D004-528C-4436-90CE-A3D21530FE12}" sibTransId="{3CEEA5BD-3217-4684-A37E-577E82057BCB}"/>
    <dgm:cxn modelId="{F45E8D45-85FA-421F-9047-E7758CC2F0E0}" type="presOf" srcId="{C8CD16E5-7235-4BBE-AC08-97434ABAAA48}" destId="{DC0859B4-48E7-4EEB-9DA8-27B7602B0482}" srcOrd="0" destOrd="0" presId="urn:microsoft.com/office/officeart/2018/2/layout/IconVerticalSolidList"/>
    <dgm:cxn modelId="{B477E447-CF49-4168-BEC4-C1BA804067EB}" type="presOf" srcId="{BE6D0AFF-AA8A-4A0A-AE39-B0D22FB2E375}" destId="{290D8E0F-2342-4256-9270-7FDB39A987A0}" srcOrd="0" destOrd="0" presId="urn:microsoft.com/office/officeart/2018/2/layout/IconVerticalSolidList"/>
    <dgm:cxn modelId="{F6C6106F-7BA4-4B2C-84AB-462C86908969}" type="presOf" srcId="{40679463-23B4-491B-802A-C73B996AA570}" destId="{EAE82F75-0C63-41AD-92FA-219012C85DF9}" srcOrd="0" destOrd="0" presId="urn:microsoft.com/office/officeart/2018/2/layout/IconVerticalSolidList"/>
    <dgm:cxn modelId="{4A27FB74-8661-4EA8-B88B-957332FEBC31}" srcId="{BE6D0AFF-AA8A-4A0A-AE39-B0D22FB2E375}" destId="{C8CD16E5-7235-4BBE-AC08-97434ABAAA48}" srcOrd="2" destOrd="0" parTransId="{068D6398-F5A4-4FC3-9F78-50EF3A170EC9}" sibTransId="{199E46A1-A303-4E48-9199-18FB49022360}"/>
    <dgm:cxn modelId="{6F5F78B5-4052-493F-BF9D-E9AF72987124}" srcId="{BE6D0AFF-AA8A-4A0A-AE39-B0D22FB2E375}" destId="{40679463-23B4-491B-802A-C73B996AA570}" srcOrd="0" destOrd="0" parTransId="{15DAE980-4901-43E0-9B70-059B95738544}" sibTransId="{D38683FB-484F-473C-95FA-617357263BDE}"/>
    <dgm:cxn modelId="{9998F3CE-B273-45BC-8C02-BB5C43AB123A}" type="presOf" srcId="{D26AB4C1-29D4-4269-9BAB-92AD5A62A3E7}" destId="{4D4FDB54-D017-47B2-BF4A-3A287C556679}" srcOrd="0" destOrd="0" presId="urn:microsoft.com/office/officeart/2018/2/layout/IconVerticalSolidList"/>
    <dgm:cxn modelId="{2EE640C9-B64C-4587-9077-E154AA82ECFE}" type="presParOf" srcId="{290D8E0F-2342-4256-9270-7FDB39A987A0}" destId="{7143C53A-8112-4DDF-8F19-9FA06BDB30F8}" srcOrd="0" destOrd="0" presId="urn:microsoft.com/office/officeart/2018/2/layout/IconVerticalSolidList"/>
    <dgm:cxn modelId="{F9C20C64-B2A5-4AF9-A843-C5F509037B81}" type="presParOf" srcId="{7143C53A-8112-4DDF-8F19-9FA06BDB30F8}" destId="{5BFA622A-C4FC-4A1E-97A5-89342D0A41BE}" srcOrd="0" destOrd="0" presId="urn:microsoft.com/office/officeart/2018/2/layout/IconVerticalSolidList"/>
    <dgm:cxn modelId="{0DB19E47-C6F1-44FA-A56F-2DD4C89CB0B6}" type="presParOf" srcId="{7143C53A-8112-4DDF-8F19-9FA06BDB30F8}" destId="{8A9A79D6-B90B-4283-AD81-0956EF5827EA}" srcOrd="1" destOrd="0" presId="urn:microsoft.com/office/officeart/2018/2/layout/IconVerticalSolidList"/>
    <dgm:cxn modelId="{EB77D80E-5451-47EC-B790-A1C17A5C911A}" type="presParOf" srcId="{7143C53A-8112-4DDF-8F19-9FA06BDB30F8}" destId="{A02E45CB-F33E-480A-932C-09B91A49C92D}" srcOrd="2" destOrd="0" presId="urn:microsoft.com/office/officeart/2018/2/layout/IconVerticalSolidList"/>
    <dgm:cxn modelId="{B03B51F1-64D1-4089-AB10-B364638D81B9}" type="presParOf" srcId="{7143C53A-8112-4DDF-8F19-9FA06BDB30F8}" destId="{EAE82F75-0C63-41AD-92FA-219012C85DF9}" srcOrd="3" destOrd="0" presId="urn:microsoft.com/office/officeart/2018/2/layout/IconVerticalSolidList"/>
    <dgm:cxn modelId="{FC2C72C3-B524-42DC-8826-F75BD70FFD9C}" type="presParOf" srcId="{290D8E0F-2342-4256-9270-7FDB39A987A0}" destId="{3C6CA7C3-C9A2-4C6F-B537-41121B5CE923}" srcOrd="1" destOrd="0" presId="urn:microsoft.com/office/officeart/2018/2/layout/IconVerticalSolidList"/>
    <dgm:cxn modelId="{428D3A0F-7591-41EE-AD60-9AC9FC234616}" type="presParOf" srcId="{290D8E0F-2342-4256-9270-7FDB39A987A0}" destId="{AA6BF6ED-482A-453D-86C8-0B79BF0A7EEE}" srcOrd="2" destOrd="0" presId="urn:microsoft.com/office/officeart/2018/2/layout/IconVerticalSolidList"/>
    <dgm:cxn modelId="{BC6906C3-F8AE-4DAA-9FAA-8D8A46A0C132}" type="presParOf" srcId="{AA6BF6ED-482A-453D-86C8-0B79BF0A7EEE}" destId="{8A09A6D9-5CAA-44FA-83BC-FF41C1929EBC}" srcOrd="0" destOrd="0" presId="urn:microsoft.com/office/officeart/2018/2/layout/IconVerticalSolidList"/>
    <dgm:cxn modelId="{E4A3029A-F02A-4629-AB67-BE4B101EBD0D}" type="presParOf" srcId="{AA6BF6ED-482A-453D-86C8-0B79BF0A7EEE}" destId="{F332137E-361D-42AB-8834-CA27330259E5}" srcOrd="1" destOrd="0" presId="urn:microsoft.com/office/officeart/2018/2/layout/IconVerticalSolidList"/>
    <dgm:cxn modelId="{67E24A31-8656-4F7F-B654-B897117B8362}" type="presParOf" srcId="{AA6BF6ED-482A-453D-86C8-0B79BF0A7EEE}" destId="{C6027D79-403B-4CF9-9B36-29B1202929B0}" srcOrd="2" destOrd="0" presId="urn:microsoft.com/office/officeart/2018/2/layout/IconVerticalSolidList"/>
    <dgm:cxn modelId="{589835F8-3FE9-433E-9F9E-8851E2924F56}" type="presParOf" srcId="{AA6BF6ED-482A-453D-86C8-0B79BF0A7EEE}" destId="{4D4FDB54-D017-47B2-BF4A-3A287C556679}" srcOrd="3" destOrd="0" presId="urn:microsoft.com/office/officeart/2018/2/layout/IconVerticalSolidList"/>
    <dgm:cxn modelId="{41BBB4D5-F0D2-41DF-93A8-A1D02633F5E1}" type="presParOf" srcId="{290D8E0F-2342-4256-9270-7FDB39A987A0}" destId="{97601F53-0E0D-4851-8826-B7C9B41700B0}" srcOrd="3" destOrd="0" presId="urn:microsoft.com/office/officeart/2018/2/layout/IconVerticalSolidList"/>
    <dgm:cxn modelId="{ACD685A5-E387-4BBC-8C09-7782E1C79ACA}" type="presParOf" srcId="{290D8E0F-2342-4256-9270-7FDB39A987A0}" destId="{B3E032B0-232E-48AE-B978-519E45825EB1}" srcOrd="4" destOrd="0" presId="urn:microsoft.com/office/officeart/2018/2/layout/IconVerticalSolidList"/>
    <dgm:cxn modelId="{60CDBFA0-C307-473C-A737-3513FA4E6E18}" type="presParOf" srcId="{B3E032B0-232E-48AE-B978-519E45825EB1}" destId="{9277E349-F346-4E72-8C5E-F00B193A78CC}" srcOrd="0" destOrd="0" presId="urn:microsoft.com/office/officeart/2018/2/layout/IconVerticalSolidList"/>
    <dgm:cxn modelId="{6093C054-BACE-4AB5-A84F-68801EF5B3B3}" type="presParOf" srcId="{B3E032B0-232E-48AE-B978-519E45825EB1}" destId="{74D3C14B-74DA-4110-BF64-78FFB4DCFF93}" srcOrd="1" destOrd="0" presId="urn:microsoft.com/office/officeart/2018/2/layout/IconVerticalSolidList"/>
    <dgm:cxn modelId="{FDBDFA75-DF61-4926-A6C8-136246D931A5}" type="presParOf" srcId="{B3E032B0-232E-48AE-B978-519E45825EB1}" destId="{66B7E453-D625-4B7E-9B77-D550BBCAE6F1}" srcOrd="2" destOrd="0" presId="urn:microsoft.com/office/officeart/2018/2/layout/IconVerticalSolidList"/>
    <dgm:cxn modelId="{5123480C-BDE6-460E-A053-D98F70442FE3}" type="presParOf" srcId="{B3E032B0-232E-48AE-B978-519E45825EB1}" destId="{DC0859B4-48E7-4EEB-9DA8-27B7602B04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0D54C7-8DE4-4DD6-BAEB-5D0F0956D4C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3D24204-68FD-41E6-AB89-2D0ABCDB9B8C}">
      <dgm:prSet custT="1"/>
      <dgm:spPr/>
      <dgm:t>
        <a:bodyPr/>
        <a:lstStyle/>
        <a:p>
          <a:r>
            <a:rPr lang="en-GB" sz="2400" b="0"/>
            <a:t>Sprint 1</a:t>
          </a:r>
          <a:endParaRPr lang="en-US" sz="2400" dirty="0"/>
        </a:p>
      </dgm:t>
    </dgm:pt>
    <dgm:pt modelId="{3762B2DD-B152-47F5-811B-5AD3CCE4EBB0}" type="parTrans" cxnId="{F3543E47-966F-4F1F-9A2B-3253BB4A99A7}">
      <dgm:prSet/>
      <dgm:spPr/>
      <dgm:t>
        <a:bodyPr/>
        <a:lstStyle/>
        <a:p>
          <a:endParaRPr lang="en-US" sz="1200"/>
        </a:p>
      </dgm:t>
    </dgm:pt>
    <dgm:pt modelId="{41527121-B4F9-41D5-9B83-C75D0D3B78A3}" type="sibTrans" cxnId="{F3543E47-966F-4F1F-9A2B-3253BB4A99A7}">
      <dgm:prSet phldrT="1" phldr="0" custT="1"/>
      <dgm:spPr/>
      <dgm:t>
        <a:bodyPr/>
        <a:lstStyle/>
        <a:p>
          <a:r>
            <a:rPr lang="en-US" sz="1400"/>
            <a:t>1</a:t>
          </a:r>
        </a:p>
      </dgm:t>
    </dgm:pt>
    <dgm:pt modelId="{64A353D1-BAEA-4906-AAAA-53011552B468}">
      <dgm:prSet custT="1"/>
      <dgm:spPr/>
      <dgm:t>
        <a:bodyPr/>
        <a:lstStyle/>
        <a:p>
          <a:r>
            <a:rPr lang="en-GB" sz="2400" b="0" dirty="0"/>
            <a:t>Sprint 2</a:t>
          </a:r>
          <a:endParaRPr lang="en-US" sz="2400" dirty="0"/>
        </a:p>
      </dgm:t>
    </dgm:pt>
    <dgm:pt modelId="{1B6BEC55-CB1A-4353-B93B-FAB35386CE6E}" type="parTrans" cxnId="{D509B40F-545B-480A-B32A-A6049A8B04CE}">
      <dgm:prSet/>
      <dgm:spPr/>
      <dgm:t>
        <a:bodyPr/>
        <a:lstStyle/>
        <a:p>
          <a:endParaRPr lang="en-US" sz="1200"/>
        </a:p>
      </dgm:t>
    </dgm:pt>
    <dgm:pt modelId="{12155DBC-5332-4D68-8E2F-61922537DB01}" type="sibTrans" cxnId="{D509B40F-545B-480A-B32A-A6049A8B04CE}">
      <dgm:prSet phldrT="2" phldr="0" custT="1"/>
      <dgm:spPr/>
      <dgm:t>
        <a:bodyPr/>
        <a:lstStyle/>
        <a:p>
          <a:r>
            <a:rPr lang="en-US" sz="1400"/>
            <a:t>2</a:t>
          </a:r>
        </a:p>
      </dgm:t>
    </dgm:pt>
    <dgm:pt modelId="{9767A9B5-2369-431A-B657-F5B7A7A210D8}">
      <dgm:prSet custT="1"/>
      <dgm:spPr/>
      <dgm:t>
        <a:bodyPr/>
        <a:lstStyle/>
        <a:p>
          <a:r>
            <a:rPr lang="en-GB" sz="2400" b="0" dirty="0"/>
            <a:t>Sprint 3</a:t>
          </a:r>
          <a:endParaRPr lang="en-US" sz="2400" dirty="0"/>
        </a:p>
      </dgm:t>
    </dgm:pt>
    <dgm:pt modelId="{BB78D839-9580-48D7-ADF8-4FDCBC9292FB}" type="parTrans" cxnId="{B08284E0-6274-460A-9335-B0FD89D89164}">
      <dgm:prSet/>
      <dgm:spPr/>
      <dgm:t>
        <a:bodyPr/>
        <a:lstStyle/>
        <a:p>
          <a:endParaRPr lang="en-US" sz="1200"/>
        </a:p>
      </dgm:t>
    </dgm:pt>
    <dgm:pt modelId="{E664D24A-1F7D-4721-9672-7AF35F61D1D2}" type="sibTrans" cxnId="{B08284E0-6274-460A-9335-B0FD89D89164}">
      <dgm:prSet phldrT="3" phldr="0"/>
      <dgm:spPr/>
      <dgm:t>
        <a:bodyPr/>
        <a:lstStyle/>
        <a:p>
          <a:endParaRPr lang="en-GB"/>
        </a:p>
      </dgm:t>
    </dgm:pt>
    <dgm:pt modelId="{DBFCE49A-EF1B-440C-83E7-E22000C24FFA}" type="pres">
      <dgm:prSet presAssocID="{030D54C7-8DE4-4DD6-BAEB-5D0F0956D4C7}" presName="Name0" presStyleCnt="0">
        <dgm:presLayoutVars>
          <dgm:dir/>
          <dgm:resizeHandles val="exact"/>
        </dgm:presLayoutVars>
      </dgm:prSet>
      <dgm:spPr/>
    </dgm:pt>
    <dgm:pt modelId="{78AF146E-9879-4ED8-8E13-273CC8DBA355}" type="pres">
      <dgm:prSet presAssocID="{83D24204-68FD-41E6-AB89-2D0ABCDB9B8C}" presName="node" presStyleLbl="node1" presStyleIdx="0" presStyleCnt="3">
        <dgm:presLayoutVars>
          <dgm:bulletEnabled val="1"/>
        </dgm:presLayoutVars>
      </dgm:prSet>
      <dgm:spPr/>
    </dgm:pt>
    <dgm:pt modelId="{27ECACF7-0F45-4AC4-A867-E18DF3DBFDB2}" type="pres">
      <dgm:prSet presAssocID="{41527121-B4F9-41D5-9B83-C75D0D3B78A3}" presName="sibTrans" presStyleLbl="sibTrans2D1" presStyleIdx="0" presStyleCnt="2"/>
      <dgm:spPr/>
    </dgm:pt>
    <dgm:pt modelId="{0131F018-EC00-4438-AA2D-9A7105503A9A}" type="pres">
      <dgm:prSet presAssocID="{41527121-B4F9-41D5-9B83-C75D0D3B78A3}" presName="connectorText" presStyleLbl="sibTrans2D1" presStyleIdx="0" presStyleCnt="2"/>
      <dgm:spPr/>
    </dgm:pt>
    <dgm:pt modelId="{40F176B6-4DC8-464E-B3A2-5F6751ADDD7C}" type="pres">
      <dgm:prSet presAssocID="{64A353D1-BAEA-4906-AAAA-53011552B468}" presName="node" presStyleLbl="node1" presStyleIdx="1" presStyleCnt="3">
        <dgm:presLayoutVars>
          <dgm:bulletEnabled val="1"/>
        </dgm:presLayoutVars>
      </dgm:prSet>
      <dgm:spPr/>
    </dgm:pt>
    <dgm:pt modelId="{CE3BFB2F-33FC-4E4F-93D8-ABC50307F1AD}" type="pres">
      <dgm:prSet presAssocID="{12155DBC-5332-4D68-8E2F-61922537DB01}" presName="sibTrans" presStyleLbl="sibTrans2D1" presStyleIdx="1" presStyleCnt="2"/>
      <dgm:spPr/>
    </dgm:pt>
    <dgm:pt modelId="{A0D94A4B-5C25-496D-BEB0-59969C4C5AE2}" type="pres">
      <dgm:prSet presAssocID="{12155DBC-5332-4D68-8E2F-61922537DB01}" presName="connectorText" presStyleLbl="sibTrans2D1" presStyleIdx="1" presStyleCnt="2"/>
      <dgm:spPr/>
    </dgm:pt>
    <dgm:pt modelId="{F5DFF1B6-619C-46E9-A395-9DEF2D80324D}" type="pres">
      <dgm:prSet presAssocID="{9767A9B5-2369-431A-B657-F5B7A7A210D8}" presName="node" presStyleLbl="node1" presStyleIdx="2" presStyleCnt="3">
        <dgm:presLayoutVars>
          <dgm:bulletEnabled val="1"/>
        </dgm:presLayoutVars>
      </dgm:prSet>
      <dgm:spPr/>
    </dgm:pt>
  </dgm:ptLst>
  <dgm:cxnLst>
    <dgm:cxn modelId="{D509B40F-545B-480A-B32A-A6049A8B04CE}" srcId="{030D54C7-8DE4-4DD6-BAEB-5D0F0956D4C7}" destId="{64A353D1-BAEA-4906-AAAA-53011552B468}" srcOrd="1" destOrd="0" parTransId="{1B6BEC55-CB1A-4353-B93B-FAB35386CE6E}" sibTransId="{12155DBC-5332-4D68-8E2F-61922537DB01}"/>
    <dgm:cxn modelId="{4A57DC1A-BB18-4174-A734-89B22B3D9CC1}" type="presOf" srcId="{41527121-B4F9-41D5-9B83-C75D0D3B78A3}" destId="{0131F018-EC00-4438-AA2D-9A7105503A9A}" srcOrd="1" destOrd="0" presId="urn:microsoft.com/office/officeart/2005/8/layout/process1"/>
    <dgm:cxn modelId="{603EE31C-1D02-434B-B272-E71EB56F1E0F}" type="presOf" srcId="{9767A9B5-2369-431A-B657-F5B7A7A210D8}" destId="{F5DFF1B6-619C-46E9-A395-9DEF2D80324D}" srcOrd="0" destOrd="0" presId="urn:microsoft.com/office/officeart/2005/8/layout/process1"/>
    <dgm:cxn modelId="{C2AF663D-9DC0-4078-B8AE-668BFF525CFE}" type="presOf" srcId="{12155DBC-5332-4D68-8E2F-61922537DB01}" destId="{CE3BFB2F-33FC-4E4F-93D8-ABC50307F1AD}" srcOrd="0" destOrd="0" presId="urn:microsoft.com/office/officeart/2005/8/layout/process1"/>
    <dgm:cxn modelId="{E5F4255B-C80A-47C8-9ABE-629021B9738F}" type="presOf" srcId="{12155DBC-5332-4D68-8E2F-61922537DB01}" destId="{A0D94A4B-5C25-496D-BEB0-59969C4C5AE2}" srcOrd="1" destOrd="0" presId="urn:microsoft.com/office/officeart/2005/8/layout/process1"/>
    <dgm:cxn modelId="{F3543E47-966F-4F1F-9A2B-3253BB4A99A7}" srcId="{030D54C7-8DE4-4DD6-BAEB-5D0F0956D4C7}" destId="{83D24204-68FD-41E6-AB89-2D0ABCDB9B8C}" srcOrd="0" destOrd="0" parTransId="{3762B2DD-B152-47F5-811B-5AD3CCE4EBB0}" sibTransId="{41527121-B4F9-41D5-9B83-C75D0D3B78A3}"/>
    <dgm:cxn modelId="{BC9CC568-E040-4ADB-8F4D-17F40C1F9A8A}" type="presOf" srcId="{83D24204-68FD-41E6-AB89-2D0ABCDB9B8C}" destId="{78AF146E-9879-4ED8-8E13-273CC8DBA355}" srcOrd="0" destOrd="0" presId="urn:microsoft.com/office/officeart/2005/8/layout/process1"/>
    <dgm:cxn modelId="{9D9FBB54-630A-4176-BAF0-8CEC469AD0CA}" type="presOf" srcId="{030D54C7-8DE4-4DD6-BAEB-5D0F0956D4C7}" destId="{DBFCE49A-EF1B-440C-83E7-E22000C24FFA}" srcOrd="0" destOrd="0" presId="urn:microsoft.com/office/officeart/2005/8/layout/process1"/>
    <dgm:cxn modelId="{55FFA7DC-207B-4D1A-BE0C-83620BEB90FB}" type="presOf" srcId="{41527121-B4F9-41D5-9B83-C75D0D3B78A3}" destId="{27ECACF7-0F45-4AC4-A867-E18DF3DBFDB2}" srcOrd="0" destOrd="0" presId="urn:microsoft.com/office/officeart/2005/8/layout/process1"/>
    <dgm:cxn modelId="{B08284E0-6274-460A-9335-B0FD89D89164}" srcId="{030D54C7-8DE4-4DD6-BAEB-5D0F0956D4C7}" destId="{9767A9B5-2369-431A-B657-F5B7A7A210D8}" srcOrd="2" destOrd="0" parTransId="{BB78D839-9580-48D7-ADF8-4FDCBC9292FB}" sibTransId="{E664D24A-1F7D-4721-9672-7AF35F61D1D2}"/>
    <dgm:cxn modelId="{AA3BF6E0-A559-48F4-8A49-F35E26F27E61}" type="presOf" srcId="{64A353D1-BAEA-4906-AAAA-53011552B468}" destId="{40F176B6-4DC8-464E-B3A2-5F6751ADDD7C}" srcOrd="0" destOrd="0" presId="urn:microsoft.com/office/officeart/2005/8/layout/process1"/>
    <dgm:cxn modelId="{C39ECC33-765F-472E-9683-08DA249674C3}" type="presParOf" srcId="{DBFCE49A-EF1B-440C-83E7-E22000C24FFA}" destId="{78AF146E-9879-4ED8-8E13-273CC8DBA355}" srcOrd="0" destOrd="0" presId="urn:microsoft.com/office/officeart/2005/8/layout/process1"/>
    <dgm:cxn modelId="{FA9F2FE8-0332-405E-8047-A2C3AEA05F29}" type="presParOf" srcId="{DBFCE49A-EF1B-440C-83E7-E22000C24FFA}" destId="{27ECACF7-0F45-4AC4-A867-E18DF3DBFDB2}" srcOrd="1" destOrd="0" presId="urn:microsoft.com/office/officeart/2005/8/layout/process1"/>
    <dgm:cxn modelId="{807075CD-36B2-47F8-B774-58D89EF7B970}" type="presParOf" srcId="{27ECACF7-0F45-4AC4-A867-E18DF3DBFDB2}" destId="{0131F018-EC00-4438-AA2D-9A7105503A9A}" srcOrd="0" destOrd="0" presId="urn:microsoft.com/office/officeart/2005/8/layout/process1"/>
    <dgm:cxn modelId="{6A420F6A-2F3F-4D31-86B0-7EB7AFE6A0CB}" type="presParOf" srcId="{DBFCE49A-EF1B-440C-83E7-E22000C24FFA}" destId="{40F176B6-4DC8-464E-B3A2-5F6751ADDD7C}" srcOrd="2" destOrd="0" presId="urn:microsoft.com/office/officeart/2005/8/layout/process1"/>
    <dgm:cxn modelId="{3877CBF0-06A5-46DA-90E7-2180D0EA6DF6}" type="presParOf" srcId="{DBFCE49A-EF1B-440C-83E7-E22000C24FFA}" destId="{CE3BFB2F-33FC-4E4F-93D8-ABC50307F1AD}" srcOrd="3" destOrd="0" presId="urn:microsoft.com/office/officeart/2005/8/layout/process1"/>
    <dgm:cxn modelId="{9197EF84-DB8F-4A3C-A075-59623014878C}" type="presParOf" srcId="{CE3BFB2F-33FC-4E4F-93D8-ABC50307F1AD}" destId="{A0D94A4B-5C25-496D-BEB0-59969C4C5AE2}" srcOrd="0" destOrd="0" presId="urn:microsoft.com/office/officeart/2005/8/layout/process1"/>
    <dgm:cxn modelId="{3B8879A2-A727-4EB3-BEB7-9CAA4796EA27}" type="presParOf" srcId="{DBFCE49A-EF1B-440C-83E7-E22000C24FFA}" destId="{F5DFF1B6-619C-46E9-A395-9DEF2D80324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7F0913B-734C-4860-9F3A-E5C4ED4560B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7B5DF6-B20A-4570-80AF-888DE99E6B43}">
      <dgm:prSet custT="1"/>
      <dgm:spPr/>
      <dgm:t>
        <a:bodyPr/>
        <a:lstStyle/>
        <a:p>
          <a:r>
            <a:rPr lang="en-GB" sz="2000" dirty="0"/>
            <a:t>A sprint is a </a:t>
          </a:r>
          <a:r>
            <a:rPr lang="en-GB" sz="2000" b="1" dirty="0"/>
            <a:t>time-boxed</a:t>
          </a:r>
          <a:r>
            <a:rPr lang="en-GB" sz="2000" dirty="0"/>
            <a:t> event in which development </a:t>
          </a:r>
          <a:br>
            <a:rPr lang="en-GB" sz="2000" dirty="0"/>
          </a:br>
          <a:r>
            <a:rPr lang="en-GB" sz="2000" dirty="0"/>
            <a:t>work takes place.</a:t>
          </a:r>
          <a:endParaRPr lang="en-US" sz="2000" dirty="0"/>
        </a:p>
      </dgm:t>
    </dgm:pt>
    <dgm:pt modelId="{1C4C0D63-3D65-47BF-A809-653F821BB34C}" type="parTrans" cxnId="{85D56321-8F27-4068-8BE9-A3768C7F90A6}">
      <dgm:prSet/>
      <dgm:spPr/>
      <dgm:t>
        <a:bodyPr/>
        <a:lstStyle/>
        <a:p>
          <a:endParaRPr lang="en-US" sz="1600"/>
        </a:p>
      </dgm:t>
    </dgm:pt>
    <dgm:pt modelId="{1A98C307-3E5D-4C63-936E-4B6D67AB29E9}" type="sibTrans" cxnId="{85D56321-8F27-4068-8BE9-A3768C7F90A6}">
      <dgm:prSet/>
      <dgm:spPr/>
      <dgm:t>
        <a:bodyPr/>
        <a:lstStyle/>
        <a:p>
          <a:endParaRPr lang="en-US" sz="1600"/>
        </a:p>
      </dgm:t>
    </dgm:pt>
    <dgm:pt modelId="{FCE20BD9-8BB0-4440-AE87-479E7CA56B8E}">
      <dgm:prSet custT="1"/>
      <dgm:spPr/>
      <dgm:t>
        <a:bodyPr/>
        <a:lstStyle/>
        <a:p>
          <a:r>
            <a:rPr lang="en-GB" sz="2000" dirty="0"/>
            <a:t>The aim of a sprint is to produce new shippable code </a:t>
          </a:r>
          <a:br>
            <a:rPr lang="en-GB" sz="2000" dirty="0"/>
          </a:br>
          <a:r>
            <a:rPr lang="en-GB" sz="2000" dirty="0"/>
            <a:t>that can be used in production.</a:t>
          </a:r>
          <a:endParaRPr lang="en-US" sz="2000" dirty="0"/>
        </a:p>
      </dgm:t>
    </dgm:pt>
    <dgm:pt modelId="{80CD8BD4-EC75-4A4C-8C69-C2ED76F08FB4}" type="parTrans" cxnId="{F1FE210E-E736-4624-879F-F31F2ED0B7BD}">
      <dgm:prSet/>
      <dgm:spPr/>
      <dgm:t>
        <a:bodyPr/>
        <a:lstStyle/>
        <a:p>
          <a:endParaRPr lang="en-US" sz="1600"/>
        </a:p>
      </dgm:t>
    </dgm:pt>
    <dgm:pt modelId="{E228D2F6-227A-4285-92DC-6698EFA595FF}" type="sibTrans" cxnId="{F1FE210E-E736-4624-879F-F31F2ED0B7BD}">
      <dgm:prSet/>
      <dgm:spPr/>
      <dgm:t>
        <a:bodyPr/>
        <a:lstStyle/>
        <a:p>
          <a:endParaRPr lang="en-US" sz="1600"/>
        </a:p>
      </dgm:t>
    </dgm:pt>
    <dgm:pt modelId="{4B2E8876-1E83-43CF-8A75-405D62488AD6}">
      <dgm:prSet custT="1"/>
      <dgm:spPr/>
      <dgm:t>
        <a:bodyPr/>
        <a:lstStyle/>
        <a:p>
          <a:r>
            <a:rPr lang="en-GB" sz="2000" dirty="0"/>
            <a:t>A sprint can be between 1 to 4 weeks long </a:t>
          </a:r>
          <a:endParaRPr lang="en-US" sz="2000" dirty="0"/>
        </a:p>
      </dgm:t>
    </dgm:pt>
    <dgm:pt modelId="{D6AF8A82-4168-4046-800E-E2CD6E500358}" type="parTrans" cxnId="{41397E65-1689-4611-869C-20643A1FF275}">
      <dgm:prSet/>
      <dgm:spPr/>
      <dgm:t>
        <a:bodyPr/>
        <a:lstStyle/>
        <a:p>
          <a:endParaRPr lang="en-US" sz="1600"/>
        </a:p>
      </dgm:t>
    </dgm:pt>
    <dgm:pt modelId="{B923EA5F-C0D4-4E23-9152-45B39A9FFCE0}" type="sibTrans" cxnId="{41397E65-1689-4611-869C-20643A1FF275}">
      <dgm:prSet/>
      <dgm:spPr/>
      <dgm:t>
        <a:bodyPr/>
        <a:lstStyle/>
        <a:p>
          <a:endParaRPr lang="en-US" sz="1600"/>
        </a:p>
      </dgm:t>
    </dgm:pt>
    <dgm:pt modelId="{5DF51B01-0659-432A-B319-4045666132E7}">
      <dgm:prSet custT="1"/>
      <dgm:spPr/>
      <dgm:t>
        <a:bodyPr/>
        <a:lstStyle/>
        <a:p>
          <a:r>
            <a:rPr lang="en-GB" sz="2000" dirty="0"/>
            <a:t>Sprints will run one after another until the product </a:t>
          </a:r>
          <a:br>
            <a:rPr lang="en-GB" sz="2000" dirty="0"/>
          </a:br>
          <a:r>
            <a:rPr lang="en-GB" sz="2000" dirty="0"/>
            <a:t>no longer needs development.</a:t>
          </a:r>
          <a:endParaRPr lang="en-US" sz="2000" dirty="0"/>
        </a:p>
      </dgm:t>
    </dgm:pt>
    <dgm:pt modelId="{EF8FFB82-E50A-4F59-96DC-6BB696B64C13}" type="parTrans" cxnId="{7A5CD5FB-D6E7-416B-BE1D-3CB73A8F86DA}">
      <dgm:prSet/>
      <dgm:spPr/>
      <dgm:t>
        <a:bodyPr/>
        <a:lstStyle/>
        <a:p>
          <a:endParaRPr lang="en-US" sz="1600"/>
        </a:p>
      </dgm:t>
    </dgm:pt>
    <dgm:pt modelId="{643C179C-B5E3-40D9-A80E-B66E6B470BF5}" type="sibTrans" cxnId="{7A5CD5FB-D6E7-416B-BE1D-3CB73A8F86DA}">
      <dgm:prSet/>
      <dgm:spPr/>
      <dgm:t>
        <a:bodyPr/>
        <a:lstStyle/>
        <a:p>
          <a:endParaRPr lang="en-US" sz="1600"/>
        </a:p>
      </dgm:t>
    </dgm:pt>
    <dgm:pt modelId="{95F831F6-905D-4CAE-92C2-3F0DE24F3C46}" type="pres">
      <dgm:prSet presAssocID="{F7F0913B-734C-4860-9F3A-E5C4ED4560BC}" presName="vert0" presStyleCnt="0">
        <dgm:presLayoutVars>
          <dgm:dir/>
          <dgm:animOne val="branch"/>
          <dgm:animLvl val="lvl"/>
        </dgm:presLayoutVars>
      </dgm:prSet>
      <dgm:spPr/>
    </dgm:pt>
    <dgm:pt modelId="{A30869CD-CE0D-4C37-8C02-C401A1C98BB3}" type="pres">
      <dgm:prSet presAssocID="{5B7B5DF6-B20A-4570-80AF-888DE99E6B43}" presName="thickLine" presStyleLbl="alignNode1" presStyleIdx="0" presStyleCnt="4"/>
      <dgm:spPr/>
    </dgm:pt>
    <dgm:pt modelId="{9DC8CB81-B118-4A10-A0A9-F00CAC7C18F6}" type="pres">
      <dgm:prSet presAssocID="{5B7B5DF6-B20A-4570-80AF-888DE99E6B43}" presName="horz1" presStyleCnt="0"/>
      <dgm:spPr/>
    </dgm:pt>
    <dgm:pt modelId="{7A3A2547-6817-4EB9-BE5F-A8C6D8D366AB}" type="pres">
      <dgm:prSet presAssocID="{5B7B5DF6-B20A-4570-80AF-888DE99E6B43}" presName="tx1" presStyleLbl="revTx" presStyleIdx="0" presStyleCnt="4"/>
      <dgm:spPr/>
    </dgm:pt>
    <dgm:pt modelId="{E07BBC02-7E52-49B9-9743-218769483525}" type="pres">
      <dgm:prSet presAssocID="{5B7B5DF6-B20A-4570-80AF-888DE99E6B43}" presName="vert1" presStyleCnt="0"/>
      <dgm:spPr/>
    </dgm:pt>
    <dgm:pt modelId="{E9BB98CB-FBBD-4D7D-9141-AA7889A50110}" type="pres">
      <dgm:prSet presAssocID="{FCE20BD9-8BB0-4440-AE87-479E7CA56B8E}" presName="thickLine" presStyleLbl="alignNode1" presStyleIdx="1" presStyleCnt="4"/>
      <dgm:spPr/>
    </dgm:pt>
    <dgm:pt modelId="{9CBEDDA9-BB03-4BD3-B7EC-EEA93DB614BD}" type="pres">
      <dgm:prSet presAssocID="{FCE20BD9-8BB0-4440-AE87-479E7CA56B8E}" presName="horz1" presStyleCnt="0"/>
      <dgm:spPr/>
    </dgm:pt>
    <dgm:pt modelId="{31479583-4A08-4883-9E59-A6A801E25420}" type="pres">
      <dgm:prSet presAssocID="{FCE20BD9-8BB0-4440-AE87-479E7CA56B8E}" presName="tx1" presStyleLbl="revTx" presStyleIdx="1" presStyleCnt="4"/>
      <dgm:spPr/>
    </dgm:pt>
    <dgm:pt modelId="{649F1290-127D-4B6A-8A6F-65B482508243}" type="pres">
      <dgm:prSet presAssocID="{FCE20BD9-8BB0-4440-AE87-479E7CA56B8E}" presName="vert1" presStyleCnt="0"/>
      <dgm:spPr/>
    </dgm:pt>
    <dgm:pt modelId="{A570E6CA-20BC-4672-979B-AFFA0F9B10BE}" type="pres">
      <dgm:prSet presAssocID="{4B2E8876-1E83-43CF-8A75-405D62488AD6}" presName="thickLine" presStyleLbl="alignNode1" presStyleIdx="2" presStyleCnt="4"/>
      <dgm:spPr/>
    </dgm:pt>
    <dgm:pt modelId="{9C385853-882D-4B7C-A77A-5CF57B345E00}" type="pres">
      <dgm:prSet presAssocID="{4B2E8876-1E83-43CF-8A75-405D62488AD6}" presName="horz1" presStyleCnt="0"/>
      <dgm:spPr/>
    </dgm:pt>
    <dgm:pt modelId="{4D69FC8E-6CB3-44D9-BD03-EAF41566F509}" type="pres">
      <dgm:prSet presAssocID="{4B2E8876-1E83-43CF-8A75-405D62488AD6}" presName="tx1" presStyleLbl="revTx" presStyleIdx="2" presStyleCnt="4"/>
      <dgm:spPr/>
    </dgm:pt>
    <dgm:pt modelId="{CBB1B6B2-07A6-452B-AFFA-4B9AC51F0B4C}" type="pres">
      <dgm:prSet presAssocID="{4B2E8876-1E83-43CF-8A75-405D62488AD6}" presName="vert1" presStyleCnt="0"/>
      <dgm:spPr/>
    </dgm:pt>
    <dgm:pt modelId="{8BA550C1-47F3-41F5-86E4-81B27DC8B2A0}" type="pres">
      <dgm:prSet presAssocID="{5DF51B01-0659-432A-B319-4045666132E7}" presName="thickLine" presStyleLbl="alignNode1" presStyleIdx="3" presStyleCnt="4"/>
      <dgm:spPr/>
    </dgm:pt>
    <dgm:pt modelId="{0B737C7F-2981-48C4-97BC-B5C3CCBD1663}" type="pres">
      <dgm:prSet presAssocID="{5DF51B01-0659-432A-B319-4045666132E7}" presName="horz1" presStyleCnt="0"/>
      <dgm:spPr/>
    </dgm:pt>
    <dgm:pt modelId="{7053B516-25E9-43D4-B8B5-BCB127771A85}" type="pres">
      <dgm:prSet presAssocID="{5DF51B01-0659-432A-B319-4045666132E7}" presName="tx1" presStyleLbl="revTx" presStyleIdx="3" presStyleCnt="4"/>
      <dgm:spPr/>
    </dgm:pt>
    <dgm:pt modelId="{4BA766E0-619D-445D-AB73-AC81CA49A1E3}" type="pres">
      <dgm:prSet presAssocID="{5DF51B01-0659-432A-B319-4045666132E7}" presName="vert1" presStyleCnt="0"/>
      <dgm:spPr/>
    </dgm:pt>
  </dgm:ptLst>
  <dgm:cxnLst>
    <dgm:cxn modelId="{F1FE210E-E736-4624-879F-F31F2ED0B7BD}" srcId="{F7F0913B-734C-4860-9F3A-E5C4ED4560BC}" destId="{FCE20BD9-8BB0-4440-AE87-479E7CA56B8E}" srcOrd="1" destOrd="0" parTransId="{80CD8BD4-EC75-4A4C-8C69-C2ED76F08FB4}" sibTransId="{E228D2F6-227A-4285-92DC-6698EFA595FF}"/>
    <dgm:cxn modelId="{45150B20-8DE8-4FE6-B5E2-C6E7D24943E3}" type="presOf" srcId="{5DF51B01-0659-432A-B319-4045666132E7}" destId="{7053B516-25E9-43D4-B8B5-BCB127771A85}" srcOrd="0" destOrd="0" presId="urn:microsoft.com/office/officeart/2008/layout/LinedList"/>
    <dgm:cxn modelId="{85D56321-8F27-4068-8BE9-A3768C7F90A6}" srcId="{F7F0913B-734C-4860-9F3A-E5C4ED4560BC}" destId="{5B7B5DF6-B20A-4570-80AF-888DE99E6B43}" srcOrd="0" destOrd="0" parTransId="{1C4C0D63-3D65-47BF-A809-653F821BB34C}" sibTransId="{1A98C307-3E5D-4C63-936E-4B6D67AB29E9}"/>
    <dgm:cxn modelId="{81E90642-375E-4069-AC79-2B6C2550EF05}" type="presOf" srcId="{F7F0913B-734C-4860-9F3A-E5C4ED4560BC}" destId="{95F831F6-905D-4CAE-92C2-3F0DE24F3C46}" srcOrd="0" destOrd="0" presId="urn:microsoft.com/office/officeart/2008/layout/LinedList"/>
    <dgm:cxn modelId="{41397E65-1689-4611-869C-20643A1FF275}" srcId="{F7F0913B-734C-4860-9F3A-E5C4ED4560BC}" destId="{4B2E8876-1E83-43CF-8A75-405D62488AD6}" srcOrd="2" destOrd="0" parTransId="{D6AF8A82-4168-4046-800E-E2CD6E500358}" sibTransId="{B923EA5F-C0D4-4E23-9152-45B39A9FFCE0}"/>
    <dgm:cxn modelId="{30F75EB7-634B-4286-BD09-D0C31AEA362B}" type="presOf" srcId="{4B2E8876-1E83-43CF-8A75-405D62488AD6}" destId="{4D69FC8E-6CB3-44D9-BD03-EAF41566F509}" srcOrd="0" destOrd="0" presId="urn:microsoft.com/office/officeart/2008/layout/LinedList"/>
    <dgm:cxn modelId="{A9FB8FC1-E73E-4A15-99AF-3D193E91A2D6}" type="presOf" srcId="{5B7B5DF6-B20A-4570-80AF-888DE99E6B43}" destId="{7A3A2547-6817-4EB9-BE5F-A8C6D8D366AB}" srcOrd="0" destOrd="0" presId="urn:microsoft.com/office/officeart/2008/layout/LinedList"/>
    <dgm:cxn modelId="{7A5CD5FB-D6E7-416B-BE1D-3CB73A8F86DA}" srcId="{F7F0913B-734C-4860-9F3A-E5C4ED4560BC}" destId="{5DF51B01-0659-432A-B319-4045666132E7}" srcOrd="3" destOrd="0" parTransId="{EF8FFB82-E50A-4F59-96DC-6BB696B64C13}" sibTransId="{643C179C-B5E3-40D9-A80E-B66E6B470BF5}"/>
    <dgm:cxn modelId="{36CB6EFF-3CAE-45B9-889D-3670E8906D7C}" type="presOf" srcId="{FCE20BD9-8BB0-4440-AE87-479E7CA56B8E}" destId="{31479583-4A08-4883-9E59-A6A801E25420}" srcOrd="0" destOrd="0" presId="urn:microsoft.com/office/officeart/2008/layout/LinedList"/>
    <dgm:cxn modelId="{07C921F6-4318-4F1F-A560-C3A26765E7C1}" type="presParOf" srcId="{95F831F6-905D-4CAE-92C2-3F0DE24F3C46}" destId="{A30869CD-CE0D-4C37-8C02-C401A1C98BB3}" srcOrd="0" destOrd="0" presId="urn:microsoft.com/office/officeart/2008/layout/LinedList"/>
    <dgm:cxn modelId="{9ABDC8DC-CEF8-4CB6-A77C-41A491DC2CFE}" type="presParOf" srcId="{95F831F6-905D-4CAE-92C2-3F0DE24F3C46}" destId="{9DC8CB81-B118-4A10-A0A9-F00CAC7C18F6}" srcOrd="1" destOrd="0" presId="urn:microsoft.com/office/officeart/2008/layout/LinedList"/>
    <dgm:cxn modelId="{8ECC75C4-9943-46CB-86AF-382C0AD8ACEE}" type="presParOf" srcId="{9DC8CB81-B118-4A10-A0A9-F00CAC7C18F6}" destId="{7A3A2547-6817-4EB9-BE5F-A8C6D8D366AB}" srcOrd="0" destOrd="0" presId="urn:microsoft.com/office/officeart/2008/layout/LinedList"/>
    <dgm:cxn modelId="{2B02801D-595F-4900-91AE-9373E0899A11}" type="presParOf" srcId="{9DC8CB81-B118-4A10-A0A9-F00CAC7C18F6}" destId="{E07BBC02-7E52-49B9-9743-218769483525}" srcOrd="1" destOrd="0" presId="urn:microsoft.com/office/officeart/2008/layout/LinedList"/>
    <dgm:cxn modelId="{225D1A36-BEBA-48EC-BFB3-F09AA4912FB7}" type="presParOf" srcId="{95F831F6-905D-4CAE-92C2-3F0DE24F3C46}" destId="{E9BB98CB-FBBD-4D7D-9141-AA7889A50110}" srcOrd="2" destOrd="0" presId="urn:microsoft.com/office/officeart/2008/layout/LinedList"/>
    <dgm:cxn modelId="{D7A850B3-57E7-492C-9DD2-E6A9D75D1FAD}" type="presParOf" srcId="{95F831F6-905D-4CAE-92C2-3F0DE24F3C46}" destId="{9CBEDDA9-BB03-4BD3-B7EC-EEA93DB614BD}" srcOrd="3" destOrd="0" presId="urn:microsoft.com/office/officeart/2008/layout/LinedList"/>
    <dgm:cxn modelId="{1B842639-3D4F-4806-A870-D7AE55F35F8A}" type="presParOf" srcId="{9CBEDDA9-BB03-4BD3-B7EC-EEA93DB614BD}" destId="{31479583-4A08-4883-9E59-A6A801E25420}" srcOrd="0" destOrd="0" presId="urn:microsoft.com/office/officeart/2008/layout/LinedList"/>
    <dgm:cxn modelId="{6357FAF9-445C-472C-952A-647867B618C2}" type="presParOf" srcId="{9CBEDDA9-BB03-4BD3-B7EC-EEA93DB614BD}" destId="{649F1290-127D-4B6A-8A6F-65B482508243}" srcOrd="1" destOrd="0" presId="urn:microsoft.com/office/officeart/2008/layout/LinedList"/>
    <dgm:cxn modelId="{0B56195E-DA4C-4F7B-8F04-4490B2840B92}" type="presParOf" srcId="{95F831F6-905D-4CAE-92C2-3F0DE24F3C46}" destId="{A570E6CA-20BC-4672-979B-AFFA0F9B10BE}" srcOrd="4" destOrd="0" presId="urn:microsoft.com/office/officeart/2008/layout/LinedList"/>
    <dgm:cxn modelId="{525F1885-6FE5-4354-B3F9-FB9599FC90DA}" type="presParOf" srcId="{95F831F6-905D-4CAE-92C2-3F0DE24F3C46}" destId="{9C385853-882D-4B7C-A77A-5CF57B345E00}" srcOrd="5" destOrd="0" presId="urn:microsoft.com/office/officeart/2008/layout/LinedList"/>
    <dgm:cxn modelId="{A73C589E-23BE-4B5E-AD0F-51CF9F56E116}" type="presParOf" srcId="{9C385853-882D-4B7C-A77A-5CF57B345E00}" destId="{4D69FC8E-6CB3-44D9-BD03-EAF41566F509}" srcOrd="0" destOrd="0" presId="urn:microsoft.com/office/officeart/2008/layout/LinedList"/>
    <dgm:cxn modelId="{4C48DAF9-71C1-4445-88EB-7DCF4DF00DC5}" type="presParOf" srcId="{9C385853-882D-4B7C-A77A-5CF57B345E00}" destId="{CBB1B6B2-07A6-452B-AFFA-4B9AC51F0B4C}" srcOrd="1" destOrd="0" presId="urn:microsoft.com/office/officeart/2008/layout/LinedList"/>
    <dgm:cxn modelId="{A66F4514-8C4C-4313-A8C4-574401720BA4}" type="presParOf" srcId="{95F831F6-905D-4CAE-92C2-3F0DE24F3C46}" destId="{8BA550C1-47F3-41F5-86E4-81B27DC8B2A0}" srcOrd="6" destOrd="0" presId="urn:microsoft.com/office/officeart/2008/layout/LinedList"/>
    <dgm:cxn modelId="{161670F8-72AF-4F6D-A286-0839BE5955D1}" type="presParOf" srcId="{95F831F6-905D-4CAE-92C2-3F0DE24F3C46}" destId="{0B737C7F-2981-48C4-97BC-B5C3CCBD1663}" srcOrd="7" destOrd="0" presId="urn:microsoft.com/office/officeart/2008/layout/LinedList"/>
    <dgm:cxn modelId="{F77B3CE9-643F-4E9C-B282-2256EDD4A66F}" type="presParOf" srcId="{0B737C7F-2981-48C4-97BC-B5C3CCBD1663}" destId="{7053B516-25E9-43D4-B8B5-BCB127771A85}" srcOrd="0" destOrd="0" presId="urn:microsoft.com/office/officeart/2008/layout/LinedList"/>
    <dgm:cxn modelId="{7B2EB62C-AA39-4E2E-97A8-98C58B8DC829}" type="presParOf" srcId="{0B737C7F-2981-48C4-97BC-B5C3CCBD1663}" destId="{4BA766E0-619D-445D-AB73-AC81CA49A1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A8E2D7-98BD-4FA3-B526-FD81E6FEF76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251DED-A485-48C3-A1B2-86026F27890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describe what Agile Scrum is</a:t>
          </a:r>
          <a:endParaRPr lang="en-US"/>
        </a:p>
      </dgm:t>
    </dgm:pt>
    <dgm:pt modelId="{B405588B-AFFC-430D-8CFE-42E1EFF953DA}" type="parTrans" cxnId="{F1F0CFA1-B1BB-456C-84F0-1265061D9495}">
      <dgm:prSet/>
      <dgm:spPr/>
      <dgm:t>
        <a:bodyPr/>
        <a:lstStyle/>
        <a:p>
          <a:endParaRPr lang="en-US"/>
        </a:p>
      </dgm:t>
    </dgm:pt>
    <dgm:pt modelId="{D3DB77B6-B230-46C6-929C-C2B9CE1511D7}" type="sibTrans" cxnId="{F1F0CFA1-B1BB-456C-84F0-1265061D9495}">
      <dgm:prSet/>
      <dgm:spPr/>
      <dgm:t>
        <a:bodyPr/>
        <a:lstStyle/>
        <a:p>
          <a:endParaRPr lang="en-US"/>
        </a:p>
      </dgm:t>
    </dgm:pt>
    <dgm:pt modelId="{B81BD1BE-9F52-4D05-88C1-7F5BA8CE0D8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Describe a product backlog</a:t>
          </a:r>
          <a:endParaRPr lang="en-US"/>
        </a:p>
      </dgm:t>
    </dgm:pt>
    <dgm:pt modelId="{7D5675AE-7997-4CE1-928B-23ADCBFE3871}" type="parTrans" cxnId="{043D92AB-BA7B-477F-A8E3-37BF3E92802C}">
      <dgm:prSet/>
      <dgm:spPr/>
      <dgm:t>
        <a:bodyPr/>
        <a:lstStyle/>
        <a:p>
          <a:endParaRPr lang="en-US"/>
        </a:p>
      </dgm:t>
    </dgm:pt>
    <dgm:pt modelId="{6141039E-EF0E-4BEE-BB05-DC9E8AF6D185}" type="sibTrans" cxnId="{043D92AB-BA7B-477F-A8E3-37BF3E92802C}">
      <dgm:prSet/>
      <dgm:spPr/>
      <dgm:t>
        <a:bodyPr/>
        <a:lstStyle/>
        <a:p>
          <a:endParaRPr lang="en-US"/>
        </a:p>
      </dgm:t>
    </dgm:pt>
    <dgm:pt modelId="{0B965ACD-2953-4DCA-AB97-39F8176DB8A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Explain (DoR)</a:t>
          </a:r>
          <a:endParaRPr lang="en-US"/>
        </a:p>
      </dgm:t>
    </dgm:pt>
    <dgm:pt modelId="{C3C0F777-911F-4251-8D9E-ACEEE2426479}" type="parTrans" cxnId="{A627AE97-6B7B-4B6F-990A-EC3E641E5EE9}">
      <dgm:prSet/>
      <dgm:spPr/>
      <dgm:t>
        <a:bodyPr/>
        <a:lstStyle/>
        <a:p>
          <a:endParaRPr lang="en-US"/>
        </a:p>
      </dgm:t>
    </dgm:pt>
    <dgm:pt modelId="{A5D3CBAF-9A77-4090-8637-1BC90A4CBAD2}" type="sibTrans" cxnId="{A627AE97-6B7B-4B6F-990A-EC3E641E5EE9}">
      <dgm:prSet/>
      <dgm:spPr/>
      <dgm:t>
        <a:bodyPr/>
        <a:lstStyle/>
        <a:p>
          <a:endParaRPr lang="en-US"/>
        </a:p>
      </dgm:t>
    </dgm:pt>
    <dgm:pt modelId="{4D48635A-AFBF-45E7-8B29-73CF316EC5C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Descibe the sprint backlog</a:t>
          </a:r>
          <a:endParaRPr lang="en-US"/>
        </a:p>
      </dgm:t>
    </dgm:pt>
    <dgm:pt modelId="{1D374CB0-8702-44E1-8DAE-DC73AE751144}" type="parTrans" cxnId="{E7D8ECC1-FA12-4623-93A0-EDC691408BA9}">
      <dgm:prSet/>
      <dgm:spPr/>
      <dgm:t>
        <a:bodyPr/>
        <a:lstStyle/>
        <a:p>
          <a:endParaRPr lang="en-US"/>
        </a:p>
      </dgm:t>
    </dgm:pt>
    <dgm:pt modelId="{73A183BD-2FD0-41D3-97E5-75064A075670}" type="sibTrans" cxnId="{E7D8ECC1-FA12-4623-93A0-EDC691408BA9}">
      <dgm:prSet/>
      <dgm:spPr/>
      <dgm:t>
        <a:bodyPr/>
        <a:lstStyle/>
        <a:p>
          <a:endParaRPr lang="en-US"/>
        </a:p>
      </dgm:t>
    </dgm:pt>
    <dgm:pt modelId="{DFB47503-4224-4B76-BCCF-6E066BF27E5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Explain (DoD)</a:t>
          </a:r>
          <a:endParaRPr lang="en-US" dirty="0"/>
        </a:p>
      </dgm:t>
    </dgm:pt>
    <dgm:pt modelId="{7D338216-A683-47EB-8AAC-08B3CB551B63}" type="parTrans" cxnId="{6CC7996A-891D-45DC-B5B7-9CD239EBA1C7}">
      <dgm:prSet/>
      <dgm:spPr/>
      <dgm:t>
        <a:bodyPr/>
        <a:lstStyle/>
        <a:p>
          <a:endParaRPr lang="en-US"/>
        </a:p>
      </dgm:t>
    </dgm:pt>
    <dgm:pt modelId="{F70B3C65-F54F-4C2D-9B14-FA2C25DA372C}" type="sibTrans" cxnId="{6CC7996A-891D-45DC-B5B7-9CD239EBA1C7}">
      <dgm:prSet/>
      <dgm:spPr/>
      <dgm:t>
        <a:bodyPr/>
        <a:lstStyle/>
        <a:p>
          <a:endParaRPr lang="en-US"/>
        </a:p>
      </dgm:t>
    </dgm:pt>
    <dgm:pt modelId="{A136B28D-1E10-41A9-8632-94C51670FC77}" type="pres">
      <dgm:prSet presAssocID="{CFA8E2D7-98BD-4FA3-B526-FD81E6FEF76D}" presName="root" presStyleCnt="0">
        <dgm:presLayoutVars>
          <dgm:dir/>
          <dgm:resizeHandles val="exact"/>
        </dgm:presLayoutVars>
      </dgm:prSet>
      <dgm:spPr/>
    </dgm:pt>
    <dgm:pt modelId="{E9DDD42D-2221-46C1-865F-1F8058B47F60}" type="pres">
      <dgm:prSet presAssocID="{B4251DED-A485-48C3-A1B2-86026F27890D}" presName="compNode" presStyleCnt="0"/>
      <dgm:spPr/>
    </dgm:pt>
    <dgm:pt modelId="{C314387A-6F4D-4037-B502-EAA015F57022}" type="pres">
      <dgm:prSet presAssocID="{B4251DED-A485-48C3-A1B2-86026F27890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FD8DD79-9ADD-4794-A403-6416A19648B9}" type="pres">
      <dgm:prSet presAssocID="{B4251DED-A485-48C3-A1B2-86026F27890D}" presName="spaceRect" presStyleCnt="0"/>
      <dgm:spPr/>
    </dgm:pt>
    <dgm:pt modelId="{1473ABB0-039A-4B87-B355-E29A17EA035A}" type="pres">
      <dgm:prSet presAssocID="{B4251DED-A485-48C3-A1B2-86026F27890D}" presName="textRect" presStyleLbl="revTx" presStyleIdx="0" presStyleCnt="5">
        <dgm:presLayoutVars>
          <dgm:chMax val="1"/>
          <dgm:chPref val="1"/>
        </dgm:presLayoutVars>
      </dgm:prSet>
      <dgm:spPr/>
    </dgm:pt>
    <dgm:pt modelId="{FAB6B01F-7A9D-4BBF-A07E-09685270AA0A}" type="pres">
      <dgm:prSet presAssocID="{D3DB77B6-B230-46C6-929C-C2B9CE1511D7}" presName="sibTrans" presStyleCnt="0"/>
      <dgm:spPr/>
    </dgm:pt>
    <dgm:pt modelId="{B5D78CE5-3F87-40E1-A84A-31795CFF9904}" type="pres">
      <dgm:prSet presAssocID="{B81BD1BE-9F52-4D05-88C1-7F5BA8CE0D85}" presName="compNode" presStyleCnt="0"/>
      <dgm:spPr/>
    </dgm:pt>
    <dgm:pt modelId="{326F4395-D224-45B3-8E2F-16DD07431B91}" type="pres">
      <dgm:prSet presAssocID="{B81BD1BE-9F52-4D05-88C1-7F5BA8CE0D8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E7C8A55-7314-4466-B278-B92605EF41D9}" type="pres">
      <dgm:prSet presAssocID="{B81BD1BE-9F52-4D05-88C1-7F5BA8CE0D85}" presName="spaceRect" presStyleCnt="0"/>
      <dgm:spPr/>
    </dgm:pt>
    <dgm:pt modelId="{1076EF8C-1B35-4EB3-9035-C55EF210D8AD}" type="pres">
      <dgm:prSet presAssocID="{B81BD1BE-9F52-4D05-88C1-7F5BA8CE0D85}" presName="textRect" presStyleLbl="revTx" presStyleIdx="1" presStyleCnt="5">
        <dgm:presLayoutVars>
          <dgm:chMax val="1"/>
          <dgm:chPref val="1"/>
        </dgm:presLayoutVars>
      </dgm:prSet>
      <dgm:spPr/>
    </dgm:pt>
    <dgm:pt modelId="{7F9459DD-D009-4C8D-AD9C-3D795A05EC9B}" type="pres">
      <dgm:prSet presAssocID="{6141039E-EF0E-4BEE-BB05-DC9E8AF6D185}" presName="sibTrans" presStyleCnt="0"/>
      <dgm:spPr/>
    </dgm:pt>
    <dgm:pt modelId="{CEF905AE-B0E1-46AA-847B-7B946E9FF398}" type="pres">
      <dgm:prSet presAssocID="{0B965ACD-2953-4DCA-AB97-39F8176DB8A5}" presName="compNode" presStyleCnt="0"/>
      <dgm:spPr/>
    </dgm:pt>
    <dgm:pt modelId="{39AC8B0B-7C23-4880-8BF2-251023A8E9E5}" type="pres">
      <dgm:prSet presAssocID="{0B965ACD-2953-4DCA-AB97-39F8176DB8A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BBB5F670-1E2A-45BA-8916-B93713742F43}" type="pres">
      <dgm:prSet presAssocID="{0B965ACD-2953-4DCA-AB97-39F8176DB8A5}" presName="spaceRect" presStyleCnt="0"/>
      <dgm:spPr/>
    </dgm:pt>
    <dgm:pt modelId="{428A0D54-73FC-48E8-A183-7B8E5F9B29B5}" type="pres">
      <dgm:prSet presAssocID="{0B965ACD-2953-4DCA-AB97-39F8176DB8A5}" presName="textRect" presStyleLbl="revTx" presStyleIdx="2" presStyleCnt="5">
        <dgm:presLayoutVars>
          <dgm:chMax val="1"/>
          <dgm:chPref val="1"/>
        </dgm:presLayoutVars>
      </dgm:prSet>
      <dgm:spPr/>
    </dgm:pt>
    <dgm:pt modelId="{16E147A2-EA04-44A2-9E30-469D9F434EFF}" type="pres">
      <dgm:prSet presAssocID="{A5D3CBAF-9A77-4090-8637-1BC90A4CBAD2}" presName="sibTrans" presStyleCnt="0"/>
      <dgm:spPr/>
    </dgm:pt>
    <dgm:pt modelId="{AAF2BD49-20C2-4F51-8136-228A9F5E2124}" type="pres">
      <dgm:prSet presAssocID="{4D48635A-AFBF-45E7-8B29-73CF316EC5C0}" presName="compNode" presStyleCnt="0"/>
      <dgm:spPr/>
    </dgm:pt>
    <dgm:pt modelId="{C4E280DC-6DFC-4C31-B564-D760E30BD288}" type="pres">
      <dgm:prSet presAssocID="{4D48635A-AFBF-45E7-8B29-73CF316EC5C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F82ADC2-EA44-413D-8CBB-4401C6307BB8}" type="pres">
      <dgm:prSet presAssocID="{4D48635A-AFBF-45E7-8B29-73CF316EC5C0}" presName="spaceRect" presStyleCnt="0"/>
      <dgm:spPr/>
    </dgm:pt>
    <dgm:pt modelId="{112EC2ED-8B29-4580-9BD0-0DB70C89F861}" type="pres">
      <dgm:prSet presAssocID="{4D48635A-AFBF-45E7-8B29-73CF316EC5C0}" presName="textRect" presStyleLbl="revTx" presStyleIdx="3" presStyleCnt="5">
        <dgm:presLayoutVars>
          <dgm:chMax val="1"/>
          <dgm:chPref val="1"/>
        </dgm:presLayoutVars>
      </dgm:prSet>
      <dgm:spPr/>
    </dgm:pt>
    <dgm:pt modelId="{FE08C080-DE55-435D-AC8B-DB983D76FDCA}" type="pres">
      <dgm:prSet presAssocID="{73A183BD-2FD0-41D3-97E5-75064A075670}" presName="sibTrans" presStyleCnt="0"/>
      <dgm:spPr/>
    </dgm:pt>
    <dgm:pt modelId="{BF59BBAE-C737-4951-AD70-D087B739B757}" type="pres">
      <dgm:prSet presAssocID="{DFB47503-4224-4B76-BCCF-6E066BF27E52}" presName="compNode" presStyleCnt="0"/>
      <dgm:spPr/>
    </dgm:pt>
    <dgm:pt modelId="{CD6C9FEB-E9F4-47B6-88C1-DC490847BD16}" type="pres">
      <dgm:prSet presAssocID="{DFB47503-4224-4B76-BCCF-6E066BF27E5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4CAA225-A6E7-4AEC-AB94-B22478CCABBE}" type="pres">
      <dgm:prSet presAssocID="{DFB47503-4224-4B76-BCCF-6E066BF27E52}" presName="spaceRect" presStyleCnt="0"/>
      <dgm:spPr/>
    </dgm:pt>
    <dgm:pt modelId="{2BC652EF-EA8E-4B0C-BCEB-5385D2BAFF4D}" type="pres">
      <dgm:prSet presAssocID="{DFB47503-4224-4B76-BCCF-6E066BF27E5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8852805-BE43-4C1E-A36A-74AC89BAFEFA}" type="presOf" srcId="{DFB47503-4224-4B76-BCCF-6E066BF27E52}" destId="{2BC652EF-EA8E-4B0C-BCEB-5385D2BAFF4D}" srcOrd="0" destOrd="0" presId="urn:microsoft.com/office/officeart/2018/2/layout/IconLabelList"/>
    <dgm:cxn modelId="{326DD92E-4E20-4A3B-8EE9-3EDC7BFF96E8}" type="presOf" srcId="{B4251DED-A485-48C3-A1B2-86026F27890D}" destId="{1473ABB0-039A-4B87-B355-E29A17EA035A}" srcOrd="0" destOrd="0" presId="urn:microsoft.com/office/officeart/2018/2/layout/IconLabelList"/>
    <dgm:cxn modelId="{3E9A8546-5A26-4A23-89CB-6D6E2F58A06F}" type="presOf" srcId="{CFA8E2D7-98BD-4FA3-B526-FD81E6FEF76D}" destId="{A136B28D-1E10-41A9-8632-94C51670FC77}" srcOrd="0" destOrd="0" presId="urn:microsoft.com/office/officeart/2018/2/layout/IconLabelList"/>
    <dgm:cxn modelId="{6CC7996A-891D-45DC-B5B7-9CD239EBA1C7}" srcId="{CFA8E2D7-98BD-4FA3-B526-FD81E6FEF76D}" destId="{DFB47503-4224-4B76-BCCF-6E066BF27E52}" srcOrd="4" destOrd="0" parTransId="{7D338216-A683-47EB-8AAC-08B3CB551B63}" sibTransId="{F70B3C65-F54F-4C2D-9B14-FA2C25DA372C}"/>
    <dgm:cxn modelId="{FA728D76-7EB1-47F8-B79C-DF3E6EF0B6B5}" type="presOf" srcId="{0B965ACD-2953-4DCA-AB97-39F8176DB8A5}" destId="{428A0D54-73FC-48E8-A183-7B8E5F9B29B5}" srcOrd="0" destOrd="0" presId="urn:microsoft.com/office/officeart/2018/2/layout/IconLabelList"/>
    <dgm:cxn modelId="{3A451990-6B0E-480C-A08E-5C4BE2C03527}" type="presOf" srcId="{B81BD1BE-9F52-4D05-88C1-7F5BA8CE0D85}" destId="{1076EF8C-1B35-4EB3-9035-C55EF210D8AD}" srcOrd="0" destOrd="0" presId="urn:microsoft.com/office/officeart/2018/2/layout/IconLabelList"/>
    <dgm:cxn modelId="{A627AE97-6B7B-4B6F-990A-EC3E641E5EE9}" srcId="{CFA8E2D7-98BD-4FA3-B526-FD81E6FEF76D}" destId="{0B965ACD-2953-4DCA-AB97-39F8176DB8A5}" srcOrd="2" destOrd="0" parTransId="{C3C0F777-911F-4251-8D9E-ACEEE2426479}" sibTransId="{A5D3CBAF-9A77-4090-8637-1BC90A4CBAD2}"/>
    <dgm:cxn modelId="{81C7ECA0-970E-43F8-B96A-160923DC4032}" type="presOf" srcId="{4D48635A-AFBF-45E7-8B29-73CF316EC5C0}" destId="{112EC2ED-8B29-4580-9BD0-0DB70C89F861}" srcOrd="0" destOrd="0" presId="urn:microsoft.com/office/officeart/2018/2/layout/IconLabelList"/>
    <dgm:cxn modelId="{F1F0CFA1-B1BB-456C-84F0-1265061D9495}" srcId="{CFA8E2D7-98BD-4FA3-B526-FD81E6FEF76D}" destId="{B4251DED-A485-48C3-A1B2-86026F27890D}" srcOrd="0" destOrd="0" parTransId="{B405588B-AFFC-430D-8CFE-42E1EFF953DA}" sibTransId="{D3DB77B6-B230-46C6-929C-C2B9CE1511D7}"/>
    <dgm:cxn modelId="{043D92AB-BA7B-477F-A8E3-37BF3E92802C}" srcId="{CFA8E2D7-98BD-4FA3-B526-FD81E6FEF76D}" destId="{B81BD1BE-9F52-4D05-88C1-7F5BA8CE0D85}" srcOrd="1" destOrd="0" parTransId="{7D5675AE-7997-4CE1-928B-23ADCBFE3871}" sibTransId="{6141039E-EF0E-4BEE-BB05-DC9E8AF6D185}"/>
    <dgm:cxn modelId="{E7D8ECC1-FA12-4623-93A0-EDC691408BA9}" srcId="{CFA8E2D7-98BD-4FA3-B526-FD81E6FEF76D}" destId="{4D48635A-AFBF-45E7-8B29-73CF316EC5C0}" srcOrd="3" destOrd="0" parTransId="{1D374CB0-8702-44E1-8DAE-DC73AE751144}" sibTransId="{73A183BD-2FD0-41D3-97E5-75064A075670}"/>
    <dgm:cxn modelId="{C79DC538-7194-44C2-A4A4-73576A6068ED}" type="presParOf" srcId="{A136B28D-1E10-41A9-8632-94C51670FC77}" destId="{E9DDD42D-2221-46C1-865F-1F8058B47F60}" srcOrd="0" destOrd="0" presId="urn:microsoft.com/office/officeart/2018/2/layout/IconLabelList"/>
    <dgm:cxn modelId="{333B7B71-7AAA-4976-B3F7-5D7A824EA471}" type="presParOf" srcId="{E9DDD42D-2221-46C1-865F-1F8058B47F60}" destId="{C314387A-6F4D-4037-B502-EAA015F57022}" srcOrd="0" destOrd="0" presId="urn:microsoft.com/office/officeart/2018/2/layout/IconLabelList"/>
    <dgm:cxn modelId="{55042C84-2C80-4CAC-9378-DE89B9B9D91C}" type="presParOf" srcId="{E9DDD42D-2221-46C1-865F-1F8058B47F60}" destId="{1FD8DD79-9ADD-4794-A403-6416A19648B9}" srcOrd="1" destOrd="0" presId="urn:microsoft.com/office/officeart/2018/2/layout/IconLabelList"/>
    <dgm:cxn modelId="{1E139980-3669-48F0-8A91-2F8DDFAB1E82}" type="presParOf" srcId="{E9DDD42D-2221-46C1-865F-1F8058B47F60}" destId="{1473ABB0-039A-4B87-B355-E29A17EA035A}" srcOrd="2" destOrd="0" presId="urn:microsoft.com/office/officeart/2018/2/layout/IconLabelList"/>
    <dgm:cxn modelId="{73336BA2-9B18-4A61-8FD5-EF813EEE89D5}" type="presParOf" srcId="{A136B28D-1E10-41A9-8632-94C51670FC77}" destId="{FAB6B01F-7A9D-4BBF-A07E-09685270AA0A}" srcOrd="1" destOrd="0" presId="urn:microsoft.com/office/officeart/2018/2/layout/IconLabelList"/>
    <dgm:cxn modelId="{0F814BF5-5FC2-41A6-9142-61B961ED5484}" type="presParOf" srcId="{A136B28D-1E10-41A9-8632-94C51670FC77}" destId="{B5D78CE5-3F87-40E1-A84A-31795CFF9904}" srcOrd="2" destOrd="0" presId="urn:microsoft.com/office/officeart/2018/2/layout/IconLabelList"/>
    <dgm:cxn modelId="{69CEAB4D-2FD7-46DC-8C46-C95FEB4344CB}" type="presParOf" srcId="{B5D78CE5-3F87-40E1-A84A-31795CFF9904}" destId="{326F4395-D224-45B3-8E2F-16DD07431B91}" srcOrd="0" destOrd="0" presId="urn:microsoft.com/office/officeart/2018/2/layout/IconLabelList"/>
    <dgm:cxn modelId="{0CC553FA-0225-48DE-A28D-881157DF3624}" type="presParOf" srcId="{B5D78CE5-3F87-40E1-A84A-31795CFF9904}" destId="{4E7C8A55-7314-4466-B278-B92605EF41D9}" srcOrd="1" destOrd="0" presId="urn:microsoft.com/office/officeart/2018/2/layout/IconLabelList"/>
    <dgm:cxn modelId="{0E490955-E9C1-48A8-91B1-3C2C4CA15C44}" type="presParOf" srcId="{B5D78CE5-3F87-40E1-A84A-31795CFF9904}" destId="{1076EF8C-1B35-4EB3-9035-C55EF210D8AD}" srcOrd="2" destOrd="0" presId="urn:microsoft.com/office/officeart/2018/2/layout/IconLabelList"/>
    <dgm:cxn modelId="{839F5CC5-6712-49CB-946E-3E5F3C12EB48}" type="presParOf" srcId="{A136B28D-1E10-41A9-8632-94C51670FC77}" destId="{7F9459DD-D009-4C8D-AD9C-3D795A05EC9B}" srcOrd="3" destOrd="0" presId="urn:microsoft.com/office/officeart/2018/2/layout/IconLabelList"/>
    <dgm:cxn modelId="{758DE0C2-099A-42BF-8879-1D080EF2946E}" type="presParOf" srcId="{A136B28D-1E10-41A9-8632-94C51670FC77}" destId="{CEF905AE-B0E1-46AA-847B-7B946E9FF398}" srcOrd="4" destOrd="0" presId="urn:microsoft.com/office/officeart/2018/2/layout/IconLabelList"/>
    <dgm:cxn modelId="{882122D2-55B1-40FE-A9E1-AAD2FCD39FAE}" type="presParOf" srcId="{CEF905AE-B0E1-46AA-847B-7B946E9FF398}" destId="{39AC8B0B-7C23-4880-8BF2-251023A8E9E5}" srcOrd="0" destOrd="0" presId="urn:microsoft.com/office/officeart/2018/2/layout/IconLabelList"/>
    <dgm:cxn modelId="{27F96947-81FD-44E4-9FEC-D1D68DEFEB92}" type="presParOf" srcId="{CEF905AE-B0E1-46AA-847B-7B946E9FF398}" destId="{BBB5F670-1E2A-45BA-8916-B93713742F43}" srcOrd="1" destOrd="0" presId="urn:microsoft.com/office/officeart/2018/2/layout/IconLabelList"/>
    <dgm:cxn modelId="{75481987-04C6-4306-A7AB-3E514C65E7F5}" type="presParOf" srcId="{CEF905AE-B0E1-46AA-847B-7B946E9FF398}" destId="{428A0D54-73FC-48E8-A183-7B8E5F9B29B5}" srcOrd="2" destOrd="0" presId="urn:microsoft.com/office/officeart/2018/2/layout/IconLabelList"/>
    <dgm:cxn modelId="{DCE594B2-7015-4432-AD6E-6F25DEA5A072}" type="presParOf" srcId="{A136B28D-1E10-41A9-8632-94C51670FC77}" destId="{16E147A2-EA04-44A2-9E30-469D9F434EFF}" srcOrd="5" destOrd="0" presId="urn:microsoft.com/office/officeart/2018/2/layout/IconLabelList"/>
    <dgm:cxn modelId="{67D98B20-B2D6-4C5D-A1C9-A8DA112B592A}" type="presParOf" srcId="{A136B28D-1E10-41A9-8632-94C51670FC77}" destId="{AAF2BD49-20C2-4F51-8136-228A9F5E2124}" srcOrd="6" destOrd="0" presId="urn:microsoft.com/office/officeart/2018/2/layout/IconLabelList"/>
    <dgm:cxn modelId="{B27DD726-9D63-4C85-B4D7-A86EA6FEBAB1}" type="presParOf" srcId="{AAF2BD49-20C2-4F51-8136-228A9F5E2124}" destId="{C4E280DC-6DFC-4C31-B564-D760E30BD288}" srcOrd="0" destOrd="0" presId="urn:microsoft.com/office/officeart/2018/2/layout/IconLabelList"/>
    <dgm:cxn modelId="{4156C6F5-1590-4A0B-96B5-692EDED2F196}" type="presParOf" srcId="{AAF2BD49-20C2-4F51-8136-228A9F5E2124}" destId="{2F82ADC2-EA44-413D-8CBB-4401C6307BB8}" srcOrd="1" destOrd="0" presId="urn:microsoft.com/office/officeart/2018/2/layout/IconLabelList"/>
    <dgm:cxn modelId="{0F788F07-5732-4872-90E9-C944EDB3AF9A}" type="presParOf" srcId="{AAF2BD49-20C2-4F51-8136-228A9F5E2124}" destId="{112EC2ED-8B29-4580-9BD0-0DB70C89F861}" srcOrd="2" destOrd="0" presId="urn:microsoft.com/office/officeart/2018/2/layout/IconLabelList"/>
    <dgm:cxn modelId="{7D82404C-E0C4-402A-969F-495403ADEAC5}" type="presParOf" srcId="{A136B28D-1E10-41A9-8632-94C51670FC77}" destId="{FE08C080-DE55-435D-AC8B-DB983D76FDCA}" srcOrd="7" destOrd="0" presId="urn:microsoft.com/office/officeart/2018/2/layout/IconLabelList"/>
    <dgm:cxn modelId="{E47E7B43-0EC7-4D8B-8E23-11BA1761A38F}" type="presParOf" srcId="{A136B28D-1E10-41A9-8632-94C51670FC77}" destId="{BF59BBAE-C737-4951-AD70-D087B739B757}" srcOrd="8" destOrd="0" presId="urn:microsoft.com/office/officeart/2018/2/layout/IconLabelList"/>
    <dgm:cxn modelId="{24744A01-202F-4A3B-8DF4-8106E92D6BBE}" type="presParOf" srcId="{BF59BBAE-C737-4951-AD70-D087B739B757}" destId="{CD6C9FEB-E9F4-47B6-88C1-DC490847BD16}" srcOrd="0" destOrd="0" presId="urn:microsoft.com/office/officeart/2018/2/layout/IconLabelList"/>
    <dgm:cxn modelId="{184BC79A-6179-42C9-A367-AE511A02A2F7}" type="presParOf" srcId="{BF59BBAE-C737-4951-AD70-D087B739B757}" destId="{14CAA225-A6E7-4AEC-AB94-B22478CCABBE}" srcOrd="1" destOrd="0" presId="urn:microsoft.com/office/officeart/2018/2/layout/IconLabelList"/>
    <dgm:cxn modelId="{86A93F65-7A43-45BF-AAFC-FD10A1A5F43D}" type="presParOf" srcId="{BF59BBAE-C737-4951-AD70-D087B739B757}" destId="{2BC652EF-EA8E-4B0C-BCEB-5385D2BAFF4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FF2E511-F011-4E19-BE37-8F87BF65D8A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8E89EB-122F-4BBA-9026-5BFA7A1B75E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Complete Lab2</a:t>
          </a:r>
          <a:endParaRPr lang="en-US" dirty="0"/>
        </a:p>
      </dgm:t>
    </dgm:pt>
    <dgm:pt modelId="{0A3331E4-CDE4-4240-A7FC-E4BDEC6F0112}" type="parTrans" cxnId="{9C4523C0-EAC6-4F84-8BA4-D7E5E4942B8E}">
      <dgm:prSet/>
      <dgm:spPr/>
      <dgm:t>
        <a:bodyPr/>
        <a:lstStyle/>
        <a:p>
          <a:endParaRPr lang="en-US"/>
        </a:p>
      </dgm:t>
    </dgm:pt>
    <dgm:pt modelId="{4DD90F7C-5D68-4A05-93F4-821F8F9B4855}" type="sibTrans" cxnId="{9C4523C0-EAC6-4F84-8BA4-D7E5E4942B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00A093-7AF0-4B55-A0B6-E7E8543D178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Duration 20 minutes</a:t>
          </a:r>
          <a:endParaRPr lang="en-US" dirty="0"/>
        </a:p>
      </dgm:t>
    </dgm:pt>
    <dgm:pt modelId="{E613EBDD-6750-4E66-9A89-E06AFF628DEF}" type="parTrans" cxnId="{070AC89D-BEA9-481B-87A4-684153012AC0}">
      <dgm:prSet/>
      <dgm:spPr/>
      <dgm:t>
        <a:bodyPr/>
        <a:lstStyle/>
        <a:p>
          <a:endParaRPr lang="en-US"/>
        </a:p>
      </dgm:t>
    </dgm:pt>
    <dgm:pt modelId="{1920BBC1-5339-4CEF-BF47-4291C5C43E14}" type="sibTrans" cxnId="{070AC89D-BEA9-481B-87A4-684153012AC0}">
      <dgm:prSet/>
      <dgm:spPr/>
      <dgm:t>
        <a:bodyPr/>
        <a:lstStyle/>
        <a:p>
          <a:endParaRPr lang="en-US"/>
        </a:p>
      </dgm:t>
    </dgm:pt>
    <dgm:pt modelId="{81B8870A-FF55-41D5-86AD-81222099FB2D}" type="pres">
      <dgm:prSet presAssocID="{0FF2E511-F011-4E19-BE37-8F87BF65D8AE}" presName="root" presStyleCnt="0">
        <dgm:presLayoutVars>
          <dgm:dir/>
          <dgm:resizeHandles val="exact"/>
        </dgm:presLayoutVars>
      </dgm:prSet>
      <dgm:spPr/>
    </dgm:pt>
    <dgm:pt modelId="{BF4666F0-9FBB-4938-8791-CDFAB26BEDAE}" type="pres">
      <dgm:prSet presAssocID="{0FF2E511-F011-4E19-BE37-8F87BF65D8AE}" presName="container" presStyleCnt="0">
        <dgm:presLayoutVars>
          <dgm:dir/>
          <dgm:resizeHandles val="exact"/>
        </dgm:presLayoutVars>
      </dgm:prSet>
      <dgm:spPr/>
    </dgm:pt>
    <dgm:pt modelId="{19FDCD1B-1EC3-49B2-9E29-44BD3224C1F9}" type="pres">
      <dgm:prSet presAssocID="{9E8E89EB-122F-4BBA-9026-5BFA7A1B75E8}" presName="compNode" presStyleCnt="0"/>
      <dgm:spPr/>
    </dgm:pt>
    <dgm:pt modelId="{55253B88-11B2-4FFC-B0D0-79C53B358DB6}" type="pres">
      <dgm:prSet presAssocID="{9E8E89EB-122F-4BBA-9026-5BFA7A1B75E8}" presName="iconBgRect" presStyleLbl="bgShp" presStyleIdx="0" presStyleCnt="2"/>
      <dgm:spPr/>
    </dgm:pt>
    <dgm:pt modelId="{BDC667B8-37FC-4156-A853-E2D9061FE76E}" type="pres">
      <dgm:prSet presAssocID="{9E8E89EB-122F-4BBA-9026-5BFA7A1B75E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2B3E64F-51D1-4F8A-8E13-91F52B353F2A}" type="pres">
      <dgm:prSet presAssocID="{9E8E89EB-122F-4BBA-9026-5BFA7A1B75E8}" presName="spaceRect" presStyleCnt="0"/>
      <dgm:spPr/>
    </dgm:pt>
    <dgm:pt modelId="{84E1C8A0-5F72-4D99-80BD-B4C61DE9A566}" type="pres">
      <dgm:prSet presAssocID="{9E8E89EB-122F-4BBA-9026-5BFA7A1B75E8}" presName="textRect" presStyleLbl="revTx" presStyleIdx="0" presStyleCnt="2">
        <dgm:presLayoutVars>
          <dgm:chMax val="1"/>
          <dgm:chPref val="1"/>
        </dgm:presLayoutVars>
      </dgm:prSet>
      <dgm:spPr/>
    </dgm:pt>
    <dgm:pt modelId="{46E48C1F-EFC0-4EFE-B4FF-529FD4E2E311}" type="pres">
      <dgm:prSet presAssocID="{4DD90F7C-5D68-4A05-93F4-821F8F9B4855}" presName="sibTrans" presStyleLbl="sibTrans2D1" presStyleIdx="0" presStyleCnt="0"/>
      <dgm:spPr/>
    </dgm:pt>
    <dgm:pt modelId="{56A995DD-4649-4A34-B35E-D566C2389384}" type="pres">
      <dgm:prSet presAssocID="{D100A093-7AF0-4B55-A0B6-E7E8543D1781}" presName="compNode" presStyleCnt="0"/>
      <dgm:spPr/>
    </dgm:pt>
    <dgm:pt modelId="{E53569A0-CEE1-4300-97E4-12949D94E8EC}" type="pres">
      <dgm:prSet presAssocID="{D100A093-7AF0-4B55-A0B6-E7E8543D1781}" presName="iconBgRect" presStyleLbl="bgShp" presStyleIdx="1" presStyleCnt="2"/>
      <dgm:spPr/>
    </dgm:pt>
    <dgm:pt modelId="{971A118B-ADC1-4F11-BEBC-79F95FA8DA53}" type="pres">
      <dgm:prSet presAssocID="{D100A093-7AF0-4B55-A0B6-E7E8543D178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F5633B3-B1E8-453E-8051-946593EB5335}" type="pres">
      <dgm:prSet presAssocID="{D100A093-7AF0-4B55-A0B6-E7E8543D1781}" presName="spaceRect" presStyleCnt="0"/>
      <dgm:spPr/>
    </dgm:pt>
    <dgm:pt modelId="{D5CED254-74D4-4BC7-963D-ADE709BA7DD8}" type="pres">
      <dgm:prSet presAssocID="{D100A093-7AF0-4B55-A0B6-E7E8543D178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AF75604-82E6-48F2-AECB-CA9CF7FB772E}" type="presOf" srcId="{9E8E89EB-122F-4BBA-9026-5BFA7A1B75E8}" destId="{84E1C8A0-5F72-4D99-80BD-B4C61DE9A566}" srcOrd="0" destOrd="0" presId="urn:microsoft.com/office/officeart/2018/2/layout/IconCircleList"/>
    <dgm:cxn modelId="{5A5CD52B-CA31-4C99-AE4F-C836B6592E94}" type="presOf" srcId="{4DD90F7C-5D68-4A05-93F4-821F8F9B4855}" destId="{46E48C1F-EFC0-4EFE-B4FF-529FD4E2E311}" srcOrd="0" destOrd="0" presId="urn:microsoft.com/office/officeart/2018/2/layout/IconCircleList"/>
    <dgm:cxn modelId="{82713094-61A6-4730-B6BA-B631F487F214}" type="presOf" srcId="{D100A093-7AF0-4B55-A0B6-E7E8543D1781}" destId="{D5CED254-74D4-4BC7-963D-ADE709BA7DD8}" srcOrd="0" destOrd="0" presId="urn:microsoft.com/office/officeart/2018/2/layout/IconCircleList"/>
    <dgm:cxn modelId="{070AC89D-BEA9-481B-87A4-684153012AC0}" srcId="{0FF2E511-F011-4E19-BE37-8F87BF65D8AE}" destId="{D100A093-7AF0-4B55-A0B6-E7E8543D1781}" srcOrd="1" destOrd="0" parTransId="{E613EBDD-6750-4E66-9A89-E06AFF628DEF}" sibTransId="{1920BBC1-5339-4CEF-BF47-4291C5C43E14}"/>
    <dgm:cxn modelId="{10C4CCAD-A4AA-406F-B3FC-6D4A661A5497}" type="presOf" srcId="{0FF2E511-F011-4E19-BE37-8F87BF65D8AE}" destId="{81B8870A-FF55-41D5-86AD-81222099FB2D}" srcOrd="0" destOrd="0" presId="urn:microsoft.com/office/officeart/2018/2/layout/IconCircleList"/>
    <dgm:cxn modelId="{9C4523C0-EAC6-4F84-8BA4-D7E5E4942B8E}" srcId="{0FF2E511-F011-4E19-BE37-8F87BF65D8AE}" destId="{9E8E89EB-122F-4BBA-9026-5BFA7A1B75E8}" srcOrd="0" destOrd="0" parTransId="{0A3331E4-CDE4-4240-A7FC-E4BDEC6F0112}" sibTransId="{4DD90F7C-5D68-4A05-93F4-821F8F9B4855}"/>
    <dgm:cxn modelId="{04439224-2A0F-4692-BD44-EC416CF5D5FB}" type="presParOf" srcId="{81B8870A-FF55-41D5-86AD-81222099FB2D}" destId="{BF4666F0-9FBB-4938-8791-CDFAB26BEDAE}" srcOrd="0" destOrd="0" presId="urn:microsoft.com/office/officeart/2018/2/layout/IconCircleList"/>
    <dgm:cxn modelId="{63AE444F-59D1-4334-A545-68134DBAD202}" type="presParOf" srcId="{BF4666F0-9FBB-4938-8791-CDFAB26BEDAE}" destId="{19FDCD1B-1EC3-49B2-9E29-44BD3224C1F9}" srcOrd="0" destOrd="0" presId="urn:microsoft.com/office/officeart/2018/2/layout/IconCircleList"/>
    <dgm:cxn modelId="{8C7C227E-FC8B-4BF2-99BC-1A8FA035A17D}" type="presParOf" srcId="{19FDCD1B-1EC3-49B2-9E29-44BD3224C1F9}" destId="{55253B88-11B2-4FFC-B0D0-79C53B358DB6}" srcOrd="0" destOrd="0" presId="urn:microsoft.com/office/officeart/2018/2/layout/IconCircleList"/>
    <dgm:cxn modelId="{516F7967-A76E-4400-BAC2-1B17E2ED0C01}" type="presParOf" srcId="{19FDCD1B-1EC3-49B2-9E29-44BD3224C1F9}" destId="{BDC667B8-37FC-4156-A853-E2D9061FE76E}" srcOrd="1" destOrd="0" presId="urn:microsoft.com/office/officeart/2018/2/layout/IconCircleList"/>
    <dgm:cxn modelId="{A33DFBFD-30C9-4261-B14E-B978959A09EC}" type="presParOf" srcId="{19FDCD1B-1EC3-49B2-9E29-44BD3224C1F9}" destId="{82B3E64F-51D1-4F8A-8E13-91F52B353F2A}" srcOrd="2" destOrd="0" presId="urn:microsoft.com/office/officeart/2018/2/layout/IconCircleList"/>
    <dgm:cxn modelId="{4A6130F8-04C9-4BA6-9CFD-381217E7891C}" type="presParOf" srcId="{19FDCD1B-1EC3-49B2-9E29-44BD3224C1F9}" destId="{84E1C8A0-5F72-4D99-80BD-B4C61DE9A566}" srcOrd="3" destOrd="0" presId="urn:microsoft.com/office/officeart/2018/2/layout/IconCircleList"/>
    <dgm:cxn modelId="{889622EE-1E01-4A59-AE8A-FAB186C72718}" type="presParOf" srcId="{BF4666F0-9FBB-4938-8791-CDFAB26BEDAE}" destId="{46E48C1F-EFC0-4EFE-B4FF-529FD4E2E311}" srcOrd="1" destOrd="0" presId="urn:microsoft.com/office/officeart/2018/2/layout/IconCircleList"/>
    <dgm:cxn modelId="{DCC6D3F2-9BBF-4168-B2C3-EDB9AAAA40A1}" type="presParOf" srcId="{BF4666F0-9FBB-4938-8791-CDFAB26BEDAE}" destId="{56A995DD-4649-4A34-B35E-D566C2389384}" srcOrd="2" destOrd="0" presId="urn:microsoft.com/office/officeart/2018/2/layout/IconCircleList"/>
    <dgm:cxn modelId="{87BA594C-7D61-4142-9458-A53418F07D1A}" type="presParOf" srcId="{56A995DD-4649-4A34-B35E-D566C2389384}" destId="{E53569A0-CEE1-4300-97E4-12949D94E8EC}" srcOrd="0" destOrd="0" presId="urn:microsoft.com/office/officeart/2018/2/layout/IconCircleList"/>
    <dgm:cxn modelId="{38566325-75BD-4EDB-BA6A-BCF06C95999E}" type="presParOf" srcId="{56A995DD-4649-4A34-B35E-D566C2389384}" destId="{971A118B-ADC1-4F11-BEBC-79F95FA8DA53}" srcOrd="1" destOrd="0" presId="urn:microsoft.com/office/officeart/2018/2/layout/IconCircleList"/>
    <dgm:cxn modelId="{96157355-5BFC-42AA-93D7-97D2B674E58B}" type="presParOf" srcId="{56A995DD-4649-4A34-B35E-D566C2389384}" destId="{1F5633B3-B1E8-453E-8051-946593EB5335}" srcOrd="2" destOrd="0" presId="urn:microsoft.com/office/officeart/2018/2/layout/IconCircleList"/>
    <dgm:cxn modelId="{7067EB94-50AD-446A-B1B0-47E047CC15E9}" type="presParOf" srcId="{56A995DD-4649-4A34-B35E-D566C2389384}" destId="{D5CED254-74D4-4BC7-963D-ADE709BA7DD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97D7F-8530-471D-85A9-5F37200F085B}">
      <dsp:nvSpPr>
        <dsp:cNvPr id="0" name=""/>
        <dsp:cNvSpPr/>
      </dsp:nvSpPr>
      <dsp:spPr>
        <a:xfrm>
          <a:off x="647876" y="408222"/>
          <a:ext cx="879900" cy="879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50950-9746-4D0D-BB32-BB316E624131}">
      <dsp:nvSpPr>
        <dsp:cNvPr id="0" name=""/>
        <dsp:cNvSpPr/>
      </dsp:nvSpPr>
      <dsp:spPr>
        <a:xfrm>
          <a:off x="110159" y="1595286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What Agile Scrum is</a:t>
          </a:r>
          <a:endParaRPr lang="en-US" sz="2300" kern="1200"/>
        </a:p>
      </dsp:txBody>
      <dsp:txXfrm>
        <a:off x="110159" y="1595286"/>
        <a:ext cx="1955334" cy="720000"/>
      </dsp:txXfrm>
    </dsp:sp>
    <dsp:sp modelId="{54657EBC-25AD-42DC-A113-48B2B120D956}">
      <dsp:nvSpPr>
        <dsp:cNvPr id="0" name=""/>
        <dsp:cNvSpPr/>
      </dsp:nvSpPr>
      <dsp:spPr>
        <a:xfrm>
          <a:off x="2945393" y="408222"/>
          <a:ext cx="879900" cy="879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1B166-188E-4F91-9176-FCA00C47F6F6}">
      <dsp:nvSpPr>
        <dsp:cNvPr id="0" name=""/>
        <dsp:cNvSpPr/>
      </dsp:nvSpPr>
      <dsp:spPr>
        <a:xfrm>
          <a:off x="2407677" y="1595286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What the product backlog</a:t>
          </a:r>
          <a:endParaRPr lang="en-US" sz="2300" kern="1200"/>
        </a:p>
      </dsp:txBody>
      <dsp:txXfrm>
        <a:off x="2407677" y="1595286"/>
        <a:ext cx="1955334" cy="720000"/>
      </dsp:txXfrm>
    </dsp:sp>
    <dsp:sp modelId="{AC5D3BC9-2E3D-48D3-A44E-90F63C73B5E1}">
      <dsp:nvSpPr>
        <dsp:cNvPr id="0" name=""/>
        <dsp:cNvSpPr/>
      </dsp:nvSpPr>
      <dsp:spPr>
        <a:xfrm>
          <a:off x="5242911" y="408222"/>
          <a:ext cx="879900" cy="8799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2DF03-8C14-464E-A8A6-715545760430}">
      <dsp:nvSpPr>
        <dsp:cNvPr id="0" name=""/>
        <dsp:cNvSpPr/>
      </dsp:nvSpPr>
      <dsp:spPr>
        <a:xfrm>
          <a:off x="4705194" y="1595286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Definition of Ready (DoR)</a:t>
          </a:r>
          <a:endParaRPr lang="en-US" sz="2300" kern="1200"/>
        </a:p>
      </dsp:txBody>
      <dsp:txXfrm>
        <a:off x="4705194" y="1595286"/>
        <a:ext cx="1955334" cy="720000"/>
      </dsp:txXfrm>
    </dsp:sp>
    <dsp:sp modelId="{DC3D9E8B-7725-49F5-AF8B-94F9362D4E42}">
      <dsp:nvSpPr>
        <dsp:cNvPr id="0" name=""/>
        <dsp:cNvSpPr/>
      </dsp:nvSpPr>
      <dsp:spPr>
        <a:xfrm>
          <a:off x="1796635" y="2751994"/>
          <a:ext cx="879900" cy="8799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DD6F5-A4F3-4E8F-9019-10432D019332}">
      <dsp:nvSpPr>
        <dsp:cNvPr id="0" name=""/>
        <dsp:cNvSpPr/>
      </dsp:nvSpPr>
      <dsp:spPr>
        <a:xfrm>
          <a:off x="1258918" y="3991184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What is the sprint backlog</a:t>
          </a:r>
          <a:endParaRPr lang="en-US" sz="2300" kern="1200"/>
        </a:p>
      </dsp:txBody>
      <dsp:txXfrm>
        <a:off x="1258918" y="3991184"/>
        <a:ext cx="1955334" cy="720000"/>
      </dsp:txXfrm>
    </dsp:sp>
    <dsp:sp modelId="{5E468A1A-9AA4-4A91-AAEB-E820A70AC228}">
      <dsp:nvSpPr>
        <dsp:cNvPr id="0" name=""/>
        <dsp:cNvSpPr/>
      </dsp:nvSpPr>
      <dsp:spPr>
        <a:xfrm>
          <a:off x="4094152" y="2804120"/>
          <a:ext cx="879900" cy="8799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7E147-4EA3-4058-AD82-FCAB3D8CDFF1}">
      <dsp:nvSpPr>
        <dsp:cNvPr id="0" name=""/>
        <dsp:cNvSpPr/>
      </dsp:nvSpPr>
      <dsp:spPr>
        <a:xfrm>
          <a:off x="3556435" y="3991184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Definition of Done (DoD)</a:t>
          </a:r>
          <a:endParaRPr lang="en-US" sz="2300" kern="1200"/>
        </a:p>
      </dsp:txBody>
      <dsp:txXfrm>
        <a:off x="3556435" y="3991184"/>
        <a:ext cx="195533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BB59C-DD59-4CA9-AC96-77A140CA79EA}">
      <dsp:nvSpPr>
        <dsp:cNvPr id="0" name=""/>
        <dsp:cNvSpPr/>
      </dsp:nvSpPr>
      <dsp:spPr>
        <a:xfrm>
          <a:off x="0" y="351"/>
          <a:ext cx="7154863" cy="8761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The Scrum framework gets its name from Rugby</a:t>
          </a:r>
          <a:br>
            <a:rPr lang="en-GB" sz="2400" kern="1200" dirty="0"/>
          </a:br>
          <a:r>
            <a:rPr lang="en-GB" sz="2000" kern="1200" dirty="0"/>
            <a:t>In Rugby, the individual players work as a single unit to move.</a:t>
          </a:r>
          <a:endParaRPr lang="en-US" sz="2400" kern="1200" dirty="0"/>
        </a:p>
      </dsp:txBody>
      <dsp:txXfrm>
        <a:off x="42771" y="43122"/>
        <a:ext cx="7069321" cy="790632"/>
      </dsp:txXfrm>
    </dsp:sp>
    <dsp:sp modelId="{DE81AA6B-AEB4-46AB-BE10-BB8DD04E91DE}">
      <dsp:nvSpPr>
        <dsp:cNvPr id="0" name=""/>
        <dsp:cNvSpPr/>
      </dsp:nvSpPr>
      <dsp:spPr>
        <a:xfrm>
          <a:off x="0" y="876525"/>
          <a:ext cx="7154863" cy="4242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167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800" kern="1200" dirty="0"/>
            <a:t>Scrum is repetitive and will produce an addition of code at the end of every sprint.</a:t>
          </a:r>
          <a:br>
            <a:rPr lang="en-GB" sz="2800" kern="1200" dirty="0"/>
          </a:br>
          <a:r>
            <a:rPr lang="en-GB" sz="2800" kern="1200" dirty="0"/>
            <a:t> 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800" kern="1200" dirty="0"/>
            <a:t>The code will add functionality to what was there previously, therefore adding value. </a:t>
          </a:r>
          <a:br>
            <a:rPr lang="en-GB" sz="2800" kern="1200" dirty="0"/>
          </a:b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800" kern="1200" dirty="0"/>
            <a:t>This additional code should aim to be ‘shippable’; it shouldn't be half-broken, but ready to distribute.</a:t>
          </a:r>
          <a:endParaRPr lang="en-US" sz="2800" kern="1200" dirty="0"/>
        </a:p>
      </dsp:txBody>
      <dsp:txXfrm>
        <a:off x="0" y="876525"/>
        <a:ext cx="7154863" cy="42425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126B9-D93B-45F5-A47D-1F0259995AB5}">
      <dsp:nvSpPr>
        <dsp:cNvPr id="0" name=""/>
        <dsp:cNvSpPr/>
      </dsp:nvSpPr>
      <dsp:spPr>
        <a:xfrm>
          <a:off x="-63860" y="0"/>
          <a:ext cx="6988608" cy="10737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AAB98-9770-480B-A87E-99278861AE16}">
      <dsp:nvSpPr>
        <dsp:cNvPr id="0" name=""/>
        <dsp:cNvSpPr/>
      </dsp:nvSpPr>
      <dsp:spPr>
        <a:xfrm>
          <a:off x="260940" y="251198"/>
          <a:ext cx="590547" cy="5905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0B8A4-78BE-4D2B-A9A1-EE34B0FE229C}">
      <dsp:nvSpPr>
        <dsp:cNvPr id="0" name=""/>
        <dsp:cNvSpPr/>
      </dsp:nvSpPr>
      <dsp:spPr>
        <a:xfrm>
          <a:off x="1176289" y="9610"/>
          <a:ext cx="5746031" cy="1073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36" tIns="113636" rIns="113636" bIns="11363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The Product Backlog is a list of all features, enhancements and fixes to be made to the product in future releases.</a:t>
          </a:r>
          <a:endParaRPr lang="en-US" sz="1800" kern="1200"/>
        </a:p>
      </dsp:txBody>
      <dsp:txXfrm>
        <a:off x="1176289" y="9610"/>
        <a:ext cx="5746031" cy="1073723"/>
      </dsp:txXfrm>
    </dsp:sp>
    <dsp:sp modelId="{A9A042D2-009C-4029-A377-DD3A95842298}">
      <dsp:nvSpPr>
        <dsp:cNvPr id="0" name=""/>
        <dsp:cNvSpPr/>
      </dsp:nvSpPr>
      <dsp:spPr>
        <a:xfrm>
          <a:off x="-63860" y="1351764"/>
          <a:ext cx="6988608" cy="10737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21E46-8A15-4349-9D21-4EA32A689497}">
      <dsp:nvSpPr>
        <dsp:cNvPr id="0" name=""/>
        <dsp:cNvSpPr/>
      </dsp:nvSpPr>
      <dsp:spPr>
        <a:xfrm>
          <a:off x="260940" y="1593352"/>
          <a:ext cx="590547" cy="5905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4525B-868A-4D2F-909E-6C02E3761EC4}">
      <dsp:nvSpPr>
        <dsp:cNvPr id="0" name=""/>
        <dsp:cNvSpPr/>
      </dsp:nvSpPr>
      <dsp:spPr>
        <a:xfrm>
          <a:off x="1176289" y="1351764"/>
          <a:ext cx="5746031" cy="1073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36" tIns="113636" rIns="113636" bIns="11363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Items include a description, order, estimate, and value.</a:t>
          </a:r>
          <a:endParaRPr lang="en-US" sz="1800" kern="1200"/>
        </a:p>
      </dsp:txBody>
      <dsp:txXfrm>
        <a:off x="1176289" y="1351764"/>
        <a:ext cx="5746031" cy="1073723"/>
      </dsp:txXfrm>
    </dsp:sp>
    <dsp:sp modelId="{0E25DB11-56F4-4E7E-8EF2-78A27AFA77E9}">
      <dsp:nvSpPr>
        <dsp:cNvPr id="0" name=""/>
        <dsp:cNvSpPr/>
      </dsp:nvSpPr>
      <dsp:spPr>
        <a:xfrm>
          <a:off x="-63860" y="2693918"/>
          <a:ext cx="6988608" cy="10737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38318-674D-49BE-9444-94D374C2B1F5}">
      <dsp:nvSpPr>
        <dsp:cNvPr id="0" name=""/>
        <dsp:cNvSpPr/>
      </dsp:nvSpPr>
      <dsp:spPr>
        <a:xfrm>
          <a:off x="260940" y="2935506"/>
          <a:ext cx="590547" cy="5905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52C39-6AD6-4F08-AA99-80DEDA1A51D4}">
      <dsp:nvSpPr>
        <dsp:cNvPr id="0" name=""/>
        <dsp:cNvSpPr/>
      </dsp:nvSpPr>
      <dsp:spPr>
        <a:xfrm>
          <a:off x="1176289" y="2693918"/>
          <a:ext cx="5746031" cy="1073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36" tIns="113636" rIns="113636" bIns="11363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The </a:t>
          </a:r>
          <a:r>
            <a:rPr lang="en-GB" sz="1800" b="1" kern="1200"/>
            <a:t>product owner </a:t>
          </a:r>
          <a:r>
            <a:rPr lang="en-GB" sz="1800" kern="1200"/>
            <a:t>is responsible for the product backlog, including its content, availability, and ordering.</a:t>
          </a:r>
          <a:endParaRPr lang="en-US" sz="1800" kern="1200"/>
        </a:p>
      </dsp:txBody>
      <dsp:txXfrm>
        <a:off x="1176289" y="2693918"/>
        <a:ext cx="5746031" cy="1073723"/>
      </dsp:txXfrm>
    </dsp:sp>
    <dsp:sp modelId="{6BD15434-D871-4576-9B31-412BBF801562}">
      <dsp:nvSpPr>
        <dsp:cNvPr id="0" name=""/>
        <dsp:cNvSpPr/>
      </dsp:nvSpPr>
      <dsp:spPr>
        <a:xfrm>
          <a:off x="-63860" y="4036073"/>
          <a:ext cx="6988608" cy="10737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9FAF5-08E8-4E28-AF46-8AA1F2E2B614}">
      <dsp:nvSpPr>
        <dsp:cNvPr id="0" name=""/>
        <dsp:cNvSpPr/>
      </dsp:nvSpPr>
      <dsp:spPr>
        <a:xfrm>
          <a:off x="260940" y="4277660"/>
          <a:ext cx="590547" cy="5905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21FA3-BB26-49B7-A4AC-47AEF07B1C27}">
      <dsp:nvSpPr>
        <dsp:cNvPr id="0" name=""/>
        <dsp:cNvSpPr/>
      </dsp:nvSpPr>
      <dsp:spPr>
        <a:xfrm>
          <a:off x="1046141" y="4036073"/>
          <a:ext cx="6006326" cy="1073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36" tIns="113636" rIns="113636" bIns="11363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The development team will collaborate with the product owner, adding details to the backlog items where necessary</a:t>
          </a:r>
          <a:endParaRPr lang="en-US" sz="1800" kern="1200" dirty="0"/>
        </a:p>
      </dsp:txBody>
      <dsp:txXfrm>
        <a:off x="1046141" y="4036073"/>
        <a:ext cx="6006326" cy="10737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225AA-83B7-4443-A76B-FB817F075079}">
      <dsp:nvSpPr>
        <dsp:cNvPr id="0" name=""/>
        <dsp:cNvSpPr/>
      </dsp:nvSpPr>
      <dsp:spPr>
        <a:xfrm>
          <a:off x="2549" y="1184051"/>
          <a:ext cx="586490" cy="5864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E90BB-45ED-4B3D-9858-6BF500E5F321}">
      <dsp:nvSpPr>
        <dsp:cNvPr id="0" name=""/>
        <dsp:cNvSpPr/>
      </dsp:nvSpPr>
      <dsp:spPr>
        <a:xfrm>
          <a:off x="125712" y="1307214"/>
          <a:ext cx="340164" cy="3401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74F2B-A16F-4FE5-9B9E-8EE8DB78CFAC}">
      <dsp:nvSpPr>
        <dsp:cNvPr id="0" name=""/>
        <dsp:cNvSpPr/>
      </dsp:nvSpPr>
      <dsp:spPr>
        <a:xfrm>
          <a:off x="714717" y="1184051"/>
          <a:ext cx="1382442" cy="586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Technical details that have been discussed on the item and agreed</a:t>
          </a:r>
          <a:endParaRPr lang="en-US" sz="1400" kern="1200" dirty="0"/>
        </a:p>
      </dsp:txBody>
      <dsp:txXfrm>
        <a:off x="714717" y="1184051"/>
        <a:ext cx="1382442" cy="586490"/>
      </dsp:txXfrm>
    </dsp:sp>
    <dsp:sp modelId="{2AF8FED4-61AE-4971-87EA-D870DA42F37C}">
      <dsp:nvSpPr>
        <dsp:cNvPr id="0" name=""/>
        <dsp:cNvSpPr/>
      </dsp:nvSpPr>
      <dsp:spPr>
        <a:xfrm>
          <a:off x="2338039" y="1184051"/>
          <a:ext cx="586490" cy="5864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B10BCA-E219-483F-92A1-8C11559F9D82}">
      <dsp:nvSpPr>
        <dsp:cNvPr id="0" name=""/>
        <dsp:cNvSpPr/>
      </dsp:nvSpPr>
      <dsp:spPr>
        <a:xfrm>
          <a:off x="2461202" y="1307214"/>
          <a:ext cx="340164" cy="3401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CA838-09D3-465E-A0F6-033C009E57FB}">
      <dsp:nvSpPr>
        <dsp:cNvPr id="0" name=""/>
        <dsp:cNvSpPr/>
      </dsp:nvSpPr>
      <dsp:spPr>
        <a:xfrm>
          <a:off x="3050206" y="1184051"/>
          <a:ext cx="1382442" cy="586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Assigning a priority</a:t>
          </a:r>
          <a:endParaRPr lang="en-US" sz="1800" kern="1200"/>
        </a:p>
      </dsp:txBody>
      <dsp:txXfrm>
        <a:off x="3050206" y="1184051"/>
        <a:ext cx="1382442" cy="586490"/>
      </dsp:txXfrm>
    </dsp:sp>
    <dsp:sp modelId="{F1836E70-F066-4BDC-BD1B-9C6A6EBC9A38}">
      <dsp:nvSpPr>
        <dsp:cNvPr id="0" name=""/>
        <dsp:cNvSpPr/>
      </dsp:nvSpPr>
      <dsp:spPr>
        <a:xfrm>
          <a:off x="4673528" y="1184051"/>
          <a:ext cx="586490" cy="5864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BF734E-C6E8-4B2D-8F84-F40F5A826888}">
      <dsp:nvSpPr>
        <dsp:cNvPr id="0" name=""/>
        <dsp:cNvSpPr/>
      </dsp:nvSpPr>
      <dsp:spPr>
        <a:xfrm>
          <a:off x="4796691" y="1307214"/>
          <a:ext cx="340164" cy="3401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363A0-6223-40AF-A4AE-453206BF0634}">
      <dsp:nvSpPr>
        <dsp:cNvPr id="0" name=""/>
        <dsp:cNvSpPr/>
      </dsp:nvSpPr>
      <dsp:spPr>
        <a:xfrm>
          <a:off x="5385695" y="1184051"/>
          <a:ext cx="1382442" cy="586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Acceptance Criteria</a:t>
          </a:r>
          <a:endParaRPr lang="en-US" sz="1800" kern="1200" dirty="0"/>
        </a:p>
      </dsp:txBody>
      <dsp:txXfrm>
        <a:off x="5385695" y="1184051"/>
        <a:ext cx="1382442" cy="5864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90299-A9B1-45A0-AD5F-CB0D80859B0F}">
      <dsp:nvSpPr>
        <dsp:cNvPr id="0" name=""/>
        <dsp:cNvSpPr/>
      </dsp:nvSpPr>
      <dsp:spPr>
        <a:xfrm>
          <a:off x="0" y="421399"/>
          <a:ext cx="6770688" cy="8513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45973-3008-4F17-9CF9-517C58230D9D}">
      <dsp:nvSpPr>
        <dsp:cNvPr id="0" name=""/>
        <dsp:cNvSpPr/>
      </dsp:nvSpPr>
      <dsp:spPr>
        <a:xfrm>
          <a:off x="257548" y="612964"/>
          <a:ext cx="468269" cy="4682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59DE2-E3B6-46FE-9382-53E1B914E65B}">
      <dsp:nvSpPr>
        <dsp:cNvPr id="0" name=""/>
        <dsp:cNvSpPr/>
      </dsp:nvSpPr>
      <dsp:spPr>
        <a:xfrm>
          <a:off x="983366" y="421399"/>
          <a:ext cx="5787321" cy="851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06" tIns="90106" rIns="90106" bIns="901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Definition of done (DoD) </a:t>
          </a:r>
          <a:br>
            <a:rPr lang="en-GB" sz="1400" b="1" kern="1200" dirty="0"/>
          </a:br>
          <a:r>
            <a:rPr lang="en-GB" sz="1400" b="0" kern="1200" dirty="0"/>
            <a:t>defines what is needed before it can be regarded as complete. </a:t>
          </a:r>
          <a:br>
            <a:rPr lang="en-GB" sz="1400" b="0" kern="1200" dirty="0"/>
          </a:br>
          <a:r>
            <a:rPr lang="en-GB" sz="1400" b="0" kern="1200" dirty="0"/>
            <a:t>Can be applied to a feature, a Sprint or a release.</a:t>
          </a:r>
          <a:endParaRPr lang="en-US" sz="1400" kern="1200" dirty="0"/>
        </a:p>
      </dsp:txBody>
      <dsp:txXfrm>
        <a:off x="983366" y="421399"/>
        <a:ext cx="5787321" cy="851399"/>
      </dsp:txXfrm>
    </dsp:sp>
    <dsp:sp modelId="{52302A54-7848-46BE-A925-286CB8DDFD7A}">
      <dsp:nvSpPr>
        <dsp:cNvPr id="0" name=""/>
        <dsp:cNvSpPr/>
      </dsp:nvSpPr>
      <dsp:spPr>
        <a:xfrm>
          <a:off x="0" y="1500211"/>
          <a:ext cx="6770688" cy="8513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BA7EC-3E81-4C58-A47A-82BB1BE5E735}">
      <dsp:nvSpPr>
        <dsp:cNvPr id="0" name=""/>
        <dsp:cNvSpPr/>
      </dsp:nvSpPr>
      <dsp:spPr>
        <a:xfrm>
          <a:off x="257548" y="1670763"/>
          <a:ext cx="468269" cy="4682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D4EDF-A4EC-4B1B-8E06-7A79F3C5D999}">
      <dsp:nvSpPr>
        <dsp:cNvPr id="0" name=""/>
        <dsp:cNvSpPr/>
      </dsp:nvSpPr>
      <dsp:spPr>
        <a:xfrm>
          <a:off x="983366" y="1479198"/>
          <a:ext cx="5787321" cy="851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06" tIns="90106" rIns="90106" bIns="901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/>
            <a:t>A checklist of items which could be included for a feature could include:</a:t>
          </a:r>
          <a:endParaRPr lang="en-US" sz="1400" kern="1200"/>
        </a:p>
      </dsp:txBody>
      <dsp:txXfrm>
        <a:off x="983366" y="1479198"/>
        <a:ext cx="5787321" cy="8513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A622A-C4FC-4A1E-97A5-89342D0A41BE}">
      <dsp:nvSpPr>
        <dsp:cNvPr id="0" name=""/>
        <dsp:cNvSpPr/>
      </dsp:nvSpPr>
      <dsp:spPr>
        <a:xfrm>
          <a:off x="0" y="1447"/>
          <a:ext cx="6397780" cy="7407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A79D6-B90B-4283-AD81-0956EF5827EA}">
      <dsp:nvSpPr>
        <dsp:cNvPr id="0" name=""/>
        <dsp:cNvSpPr/>
      </dsp:nvSpPr>
      <dsp:spPr>
        <a:xfrm>
          <a:off x="224078" y="168117"/>
          <a:ext cx="407813" cy="4074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82F75-0C63-41AD-92FA-219012C85DF9}">
      <dsp:nvSpPr>
        <dsp:cNvPr id="0" name=""/>
        <dsp:cNvSpPr/>
      </dsp:nvSpPr>
      <dsp:spPr>
        <a:xfrm>
          <a:off x="855969" y="1447"/>
          <a:ext cx="5428188" cy="74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73" tIns="78473" rIns="78473" bIns="784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 sprint backlog is usually presented in a Kanban board.</a:t>
          </a:r>
          <a:endParaRPr lang="en-US" sz="1600" kern="1200" dirty="0"/>
        </a:p>
      </dsp:txBody>
      <dsp:txXfrm>
        <a:off x="855969" y="1447"/>
        <a:ext cx="5428188" cy="741478"/>
      </dsp:txXfrm>
    </dsp:sp>
    <dsp:sp modelId="{8A09A6D9-5CAA-44FA-83BC-FF41C1929EBC}">
      <dsp:nvSpPr>
        <dsp:cNvPr id="0" name=""/>
        <dsp:cNvSpPr/>
      </dsp:nvSpPr>
      <dsp:spPr>
        <a:xfrm>
          <a:off x="0" y="891221"/>
          <a:ext cx="6397780" cy="7407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2137E-361D-42AB-8834-CA27330259E5}">
      <dsp:nvSpPr>
        <dsp:cNvPr id="0" name=""/>
        <dsp:cNvSpPr/>
      </dsp:nvSpPr>
      <dsp:spPr>
        <a:xfrm>
          <a:off x="224078" y="1057891"/>
          <a:ext cx="407813" cy="4074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FDB54-D017-47B2-BF4A-3A287C556679}">
      <dsp:nvSpPr>
        <dsp:cNvPr id="0" name=""/>
        <dsp:cNvSpPr/>
      </dsp:nvSpPr>
      <dsp:spPr>
        <a:xfrm>
          <a:off x="855969" y="891221"/>
          <a:ext cx="5428188" cy="74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73" tIns="78473" rIns="78473" bIns="784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As tasks are worked, the cards move from one end of the board to the other. This movement helps the team to see the project’s progress.</a:t>
          </a:r>
          <a:endParaRPr lang="en-US" sz="1600" kern="1200" dirty="0"/>
        </a:p>
      </dsp:txBody>
      <dsp:txXfrm>
        <a:off x="855969" y="891221"/>
        <a:ext cx="5428188" cy="741478"/>
      </dsp:txXfrm>
    </dsp:sp>
    <dsp:sp modelId="{9277E349-F346-4E72-8C5E-F00B193A78CC}">
      <dsp:nvSpPr>
        <dsp:cNvPr id="0" name=""/>
        <dsp:cNvSpPr/>
      </dsp:nvSpPr>
      <dsp:spPr>
        <a:xfrm>
          <a:off x="0" y="1780995"/>
          <a:ext cx="6397780" cy="7407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D3C14B-74DA-4110-BF64-78FFB4DCFF93}">
      <dsp:nvSpPr>
        <dsp:cNvPr id="0" name=""/>
        <dsp:cNvSpPr/>
      </dsp:nvSpPr>
      <dsp:spPr>
        <a:xfrm>
          <a:off x="224078" y="1947665"/>
          <a:ext cx="407813" cy="4074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859B4-48E7-4EEB-9DA8-27B7602B0482}">
      <dsp:nvSpPr>
        <dsp:cNvPr id="0" name=""/>
        <dsp:cNvSpPr/>
      </dsp:nvSpPr>
      <dsp:spPr>
        <a:xfrm>
          <a:off x="855969" y="1780995"/>
          <a:ext cx="5428188" cy="74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73" tIns="78473" rIns="78473" bIns="784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hlinkClick xmlns:r="http://schemas.openxmlformats.org/officeDocument/2006/relationships" r:id="rId7"/>
            </a:rPr>
            <a:t>Trello</a:t>
          </a:r>
          <a:r>
            <a:rPr lang="en-GB" sz="2000" kern="1200" dirty="0"/>
            <a:t> is a common project tracking tool.</a:t>
          </a:r>
          <a:endParaRPr lang="en-US" sz="2000" kern="1200" dirty="0"/>
        </a:p>
      </dsp:txBody>
      <dsp:txXfrm>
        <a:off x="855969" y="1780995"/>
        <a:ext cx="5428188" cy="7414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F146E-9879-4ED8-8E13-273CC8DBA355}">
      <dsp:nvSpPr>
        <dsp:cNvPr id="0" name=""/>
        <dsp:cNvSpPr/>
      </dsp:nvSpPr>
      <dsp:spPr>
        <a:xfrm>
          <a:off x="5379" y="126062"/>
          <a:ext cx="1607920" cy="9647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/>
            <a:t>Sprint 1</a:t>
          </a:r>
          <a:endParaRPr lang="en-US" sz="2400" kern="1200" dirty="0"/>
        </a:p>
      </dsp:txBody>
      <dsp:txXfrm>
        <a:off x="33636" y="154319"/>
        <a:ext cx="1551406" cy="908238"/>
      </dsp:txXfrm>
    </dsp:sp>
    <dsp:sp modelId="{27ECACF7-0F45-4AC4-A867-E18DF3DBFDB2}">
      <dsp:nvSpPr>
        <dsp:cNvPr id="0" name=""/>
        <dsp:cNvSpPr/>
      </dsp:nvSpPr>
      <dsp:spPr>
        <a:xfrm>
          <a:off x="1774092" y="409056"/>
          <a:ext cx="340879" cy="3987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</a:t>
          </a:r>
        </a:p>
      </dsp:txBody>
      <dsp:txXfrm>
        <a:off x="1774092" y="488809"/>
        <a:ext cx="238615" cy="239258"/>
      </dsp:txXfrm>
    </dsp:sp>
    <dsp:sp modelId="{40F176B6-4DC8-464E-B3A2-5F6751ADDD7C}">
      <dsp:nvSpPr>
        <dsp:cNvPr id="0" name=""/>
        <dsp:cNvSpPr/>
      </dsp:nvSpPr>
      <dsp:spPr>
        <a:xfrm>
          <a:off x="2256468" y="126062"/>
          <a:ext cx="1607920" cy="9647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Sprint 2</a:t>
          </a:r>
          <a:endParaRPr lang="en-US" sz="2400" kern="1200" dirty="0"/>
        </a:p>
      </dsp:txBody>
      <dsp:txXfrm>
        <a:off x="2284725" y="154319"/>
        <a:ext cx="1551406" cy="908238"/>
      </dsp:txXfrm>
    </dsp:sp>
    <dsp:sp modelId="{CE3BFB2F-33FC-4E4F-93D8-ABC50307F1AD}">
      <dsp:nvSpPr>
        <dsp:cNvPr id="0" name=""/>
        <dsp:cNvSpPr/>
      </dsp:nvSpPr>
      <dsp:spPr>
        <a:xfrm>
          <a:off x="4025181" y="409056"/>
          <a:ext cx="340879" cy="3987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</a:t>
          </a:r>
        </a:p>
      </dsp:txBody>
      <dsp:txXfrm>
        <a:off x="4025181" y="488809"/>
        <a:ext cx="238615" cy="239258"/>
      </dsp:txXfrm>
    </dsp:sp>
    <dsp:sp modelId="{F5DFF1B6-619C-46E9-A395-9DEF2D80324D}">
      <dsp:nvSpPr>
        <dsp:cNvPr id="0" name=""/>
        <dsp:cNvSpPr/>
      </dsp:nvSpPr>
      <dsp:spPr>
        <a:xfrm>
          <a:off x="4507557" y="126062"/>
          <a:ext cx="1607920" cy="9647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/>
            <a:t>Sprint 3</a:t>
          </a:r>
          <a:endParaRPr lang="en-US" sz="2400" kern="1200" dirty="0"/>
        </a:p>
      </dsp:txBody>
      <dsp:txXfrm>
        <a:off x="4535814" y="154319"/>
        <a:ext cx="1551406" cy="9082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869CD-CE0D-4C37-8C02-C401A1C98BB3}">
      <dsp:nvSpPr>
        <dsp:cNvPr id="0" name=""/>
        <dsp:cNvSpPr/>
      </dsp:nvSpPr>
      <dsp:spPr>
        <a:xfrm>
          <a:off x="0" y="0"/>
          <a:ext cx="61208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A2547-6817-4EB9-BE5F-A8C6D8D366AB}">
      <dsp:nvSpPr>
        <dsp:cNvPr id="0" name=""/>
        <dsp:cNvSpPr/>
      </dsp:nvSpPr>
      <dsp:spPr>
        <a:xfrm>
          <a:off x="0" y="0"/>
          <a:ext cx="6120859" cy="83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 sprint is a </a:t>
          </a:r>
          <a:r>
            <a:rPr lang="en-GB" sz="2000" b="1" kern="1200" dirty="0"/>
            <a:t>time-boxed</a:t>
          </a:r>
          <a:r>
            <a:rPr lang="en-GB" sz="2000" kern="1200" dirty="0"/>
            <a:t> event in which development </a:t>
          </a:r>
          <a:br>
            <a:rPr lang="en-GB" sz="2000" kern="1200" dirty="0"/>
          </a:br>
          <a:r>
            <a:rPr lang="en-GB" sz="2000" kern="1200" dirty="0"/>
            <a:t>work takes place.</a:t>
          </a:r>
          <a:endParaRPr lang="en-US" sz="2000" kern="1200" dirty="0"/>
        </a:p>
      </dsp:txBody>
      <dsp:txXfrm>
        <a:off x="0" y="0"/>
        <a:ext cx="6120859" cy="830184"/>
      </dsp:txXfrm>
    </dsp:sp>
    <dsp:sp modelId="{E9BB98CB-FBBD-4D7D-9141-AA7889A50110}">
      <dsp:nvSpPr>
        <dsp:cNvPr id="0" name=""/>
        <dsp:cNvSpPr/>
      </dsp:nvSpPr>
      <dsp:spPr>
        <a:xfrm>
          <a:off x="0" y="830184"/>
          <a:ext cx="61208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79583-4A08-4883-9E59-A6A801E25420}">
      <dsp:nvSpPr>
        <dsp:cNvPr id="0" name=""/>
        <dsp:cNvSpPr/>
      </dsp:nvSpPr>
      <dsp:spPr>
        <a:xfrm>
          <a:off x="0" y="830184"/>
          <a:ext cx="6120859" cy="83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The aim of a sprint is to produce new shippable code </a:t>
          </a:r>
          <a:br>
            <a:rPr lang="en-GB" sz="2000" kern="1200" dirty="0"/>
          </a:br>
          <a:r>
            <a:rPr lang="en-GB" sz="2000" kern="1200" dirty="0"/>
            <a:t>that can be used in production.</a:t>
          </a:r>
          <a:endParaRPr lang="en-US" sz="2000" kern="1200" dirty="0"/>
        </a:p>
      </dsp:txBody>
      <dsp:txXfrm>
        <a:off x="0" y="830184"/>
        <a:ext cx="6120859" cy="830184"/>
      </dsp:txXfrm>
    </dsp:sp>
    <dsp:sp modelId="{A570E6CA-20BC-4672-979B-AFFA0F9B10BE}">
      <dsp:nvSpPr>
        <dsp:cNvPr id="0" name=""/>
        <dsp:cNvSpPr/>
      </dsp:nvSpPr>
      <dsp:spPr>
        <a:xfrm>
          <a:off x="0" y="1660369"/>
          <a:ext cx="61208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9FC8E-6CB3-44D9-BD03-EAF41566F509}">
      <dsp:nvSpPr>
        <dsp:cNvPr id="0" name=""/>
        <dsp:cNvSpPr/>
      </dsp:nvSpPr>
      <dsp:spPr>
        <a:xfrm>
          <a:off x="0" y="1660369"/>
          <a:ext cx="6120859" cy="83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 sprint can be between 1 to 4 weeks long </a:t>
          </a:r>
          <a:endParaRPr lang="en-US" sz="2000" kern="1200" dirty="0"/>
        </a:p>
      </dsp:txBody>
      <dsp:txXfrm>
        <a:off x="0" y="1660369"/>
        <a:ext cx="6120859" cy="830184"/>
      </dsp:txXfrm>
    </dsp:sp>
    <dsp:sp modelId="{8BA550C1-47F3-41F5-86E4-81B27DC8B2A0}">
      <dsp:nvSpPr>
        <dsp:cNvPr id="0" name=""/>
        <dsp:cNvSpPr/>
      </dsp:nvSpPr>
      <dsp:spPr>
        <a:xfrm>
          <a:off x="0" y="2490554"/>
          <a:ext cx="61208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3B516-25E9-43D4-B8B5-BCB127771A85}">
      <dsp:nvSpPr>
        <dsp:cNvPr id="0" name=""/>
        <dsp:cNvSpPr/>
      </dsp:nvSpPr>
      <dsp:spPr>
        <a:xfrm>
          <a:off x="0" y="2490554"/>
          <a:ext cx="6120859" cy="83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Sprints will run one after another until the product </a:t>
          </a:r>
          <a:br>
            <a:rPr lang="en-GB" sz="2000" kern="1200" dirty="0"/>
          </a:br>
          <a:r>
            <a:rPr lang="en-GB" sz="2000" kern="1200" dirty="0"/>
            <a:t>no longer needs development.</a:t>
          </a:r>
          <a:endParaRPr lang="en-US" sz="2000" kern="1200" dirty="0"/>
        </a:p>
      </dsp:txBody>
      <dsp:txXfrm>
        <a:off x="0" y="2490554"/>
        <a:ext cx="6120859" cy="83018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14387A-6F4D-4037-B502-EAA015F57022}">
      <dsp:nvSpPr>
        <dsp:cNvPr id="0" name=""/>
        <dsp:cNvSpPr/>
      </dsp:nvSpPr>
      <dsp:spPr>
        <a:xfrm>
          <a:off x="647876" y="408222"/>
          <a:ext cx="879900" cy="879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3ABB0-039A-4B87-B355-E29A17EA035A}">
      <dsp:nvSpPr>
        <dsp:cNvPr id="0" name=""/>
        <dsp:cNvSpPr/>
      </dsp:nvSpPr>
      <dsp:spPr>
        <a:xfrm>
          <a:off x="110159" y="1595286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describe what Agile Scrum is</a:t>
          </a:r>
          <a:endParaRPr lang="en-US" sz="2300" kern="1200"/>
        </a:p>
      </dsp:txBody>
      <dsp:txXfrm>
        <a:off x="110159" y="1595286"/>
        <a:ext cx="1955334" cy="720000"/>
      </dsp:txXfrm>
    </dsp:sp>
    <dsp:sp modelId="{326F4395-D224-45B3-8E2F-16DD07431B91}">
      <dsp:nvSpPr>
        <dsp:cNvPr id="0" name=""/>
        <dsp:cNvSpPr/>
      </dsp:nvSpPr>
      <dsp:spPr>
        <a:xfrm>
          <a:off x="2945393" y="408222"/>
          <a:ext cx="879900" cy="879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6EF8C-1B35-4EB3-9035-C55EF210D8AD}">
      <dsp:nvSpPr>
        <dsp:cNvPr id="0" name=""/>
        <dsp:cNvSpPr/>
      </dsp:nvSpPr>
      <dsp:spPr>
        <a:xfrm>
          <a:off x="2407677" y="1595286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Describe a product backlog</a:t>
          </a:r>
          <a:endParaRPr lang="en-US" sz="2300" kern="1200"/>
        </a:p>
      </dsp:txBody>
      <dsp:txXfrm>
        <a:off x="2407677" y="1595286"/>
        <a:ext cx="1955334" cy="720000"/>
      </dsp:txXfrm>
    </dsp:sp>
    <dsp:sp modelId="{39AC8B0B-7C23-4880-8BF2-251023A8E9E5}">
      <dsp:nvSpPr>
        <dsp:cNvPr id="0" name=""/>
        <dsp:cNvSpPr/>
      </dsp:nvSpPr>
      <dsp:spPr>
        <a:xfrm>
          <a:off x="5242911" y="408222"/>
          <a:ext cx="879900" cy="8799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A0D54-73FC-48E8-A183-7B8E5F9B29B5}">
      <dsp:nvSpPr>
        <dsp:cNvPr id="0" name=""/>
        <dsp:cNvSpPr/>
      </dsp:nvSpPr>
      <dsp:spPr>
        <a:xfrm>
          <a:off x="4705194" y="1595286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Explain (DoR)</a:t>
          </a:r>
          <a:endParaRPr lang="en-US" sz="2300" kern="1200"/>
        </a:p>
      </dsp:txBody>
      <dsp:txXfrm>
        <a:off x="4705194" y="1595286"/>
        <a:ext cx="1955334" cy="720000"/>
      </dsp:txXfrm>
    </dsp:sp>
    <dsp:sp modelId="{C4E280DC-6DFC-4C31-B564-D760E30BD288}">
      <dsp:nvSpPr>
        <dsp:cNvPr id="0" name=""/>
        <dsp:cNvSpPr/>
      </dsp:nvSpPr>
      <dsp:spPr>
        <a:xfrm>
          <a:off x="1796635" y="2804120"/>
          <a:ext cx="879900" cy="8799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EC2ED-8B29-4580-9BD0-0DB70C89F861}">
      <dsp:nvSpPr>
        <dsp:cNvPr id="0" name=""/>
        <dsp:cNvSpPr/>
      </dsp:nvSpPr>
      <dsp:spPr>
        <a:xfrm>
          <a:off x="1258918" y="3991184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Descibe the sprint backlog</a:t>
          </a:r>
          <a:endParaRPr lang="en-US" sz="2300" kern="1200"/>
        </a:p>
      </dsp:txBody>
      <dsp:txXfrm>
        <a:off x="1258918" y="3991184"/>
        <a:ext cx="1955334" cy="720000"/>
      </dsp:txXfrm>
    </dsp:sp>
    <dsp:sp modelId="{CD6C9FEB-E9F4-47B6-88C1-DC490847BD16}">
      <dsp:nvSpPr>
        <dsp:cNvPr id="0" name=""/>
        <dsp:cNvSpPr/>
      </dsp:nvSpPr>
      <dsp:spPr>
        <a:xfrm>
          <a:off x="4094152" y="2804120"/>
          <a:ext cx="879900" cy="8799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652EF-EA8E-4B0C-BCEB-5385D2BAFF4D}">
      <dsp:nvSpPr>
        <dsp:cNvPr id="0" name=""/>
        <dsp:cNvSpPr/>
      </dsp:nvSpPr>
      <dsp:spPr>
        <a:xfrm>
          <a:off x="3556435" y="3991184"/>
          <a:ext cx="19553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Explain (DoD)</a:t>
          </a:r>
          <a:endParaRPr lang="en-US" sz="2300" kern="1200" dirty="0"/>
        </a:p>
      </dsp:txBody>
      <dsp:txXfrm>
        <a:off x="3556435" y="3991184"/>
        <a:ext cx="1955334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53B88-11B2-4FFC-B0D0-79C53B358DB6}">
      <dsp:nvSpPr>
        <dsp:cNvPr id="0" name=""/>
        <dsp:cNvSpPr/>
      </dsp:nvSpPr>
      <dsp:spPr>
        <a:xfrm>
          <a:off x="65763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667B8-37FC-4156-A853-E2D9061FE76E}">
      <dsp:nvSpPr>
        <dsp:cNvPr id="0" name=""/>
        <dsp:cNvSpPr/>
      </dsp:nvSpPr>
      <dsp:spPr>
        <a:xfrm>
          <a:off x="227625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1C8A0-5F72-4D99-80BD-B4C61DE9A566}">
      <dsp:nvSpPr>
        <dsp:cNvPr id="0" name=""/>
        <dsp:cNvSpPr/>
      </dsp:nvSpPr>
      <dsp:spPr>
        <a:xfrm>
          <a:off x="1001698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Complete Lab2</a:t>
          </a:r>
          <a:endParaRPr lang="en-US" sz="2400" kern="1200" dirty="0"/>
        </a:p>
      </dsp:txBody>
      <dsp:txXfrm>
        <a:off x="1001698" y="1661696"/>
        <a:ext cx="1816814" cy="770769"/>
      </dsp:txXfrm>
    </dsp:sp>
    <dsp:sp modelId="{E53569A0-CEE1-4300-97E4-12949D94E8EC}">
      <dsp:nvSpPr>
        <dsp:cNvPr id="0" name=""/>
        <dsp:cNvSpPr/>
      </dsp:nvSpPr>
      <dsp:spPr>
        <a:xfrm>
          <a:off x="3135078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A118B-ADC1-4F11-BEBC-79F95FA8DA53}">
      <dsp:nvSpPr>
        <dsp:cNvPr id="0" name=""/>
        <dsp:cNvSpPr/>
      </dsp:nvSpPr>
      <dsp:spPr>
        <a:xfrm>
          <a:off x="3296940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ED254-74D4-4BC7-963D-ADE709BA7DD8}">
      <dsp:nvSpPr>
        <dsp:cNvPr id="0" name=""/>
        <dsp:cNvSpPr/>
      </dsp:nvSpPr>
      <dsp:spPr>
        <a:xfrm>
          <a:off x="4071013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Duration 20 minutes</a:t>
          </a:r>
          <a:endParaRPr lang="en-US" sz="2400" kern="1200" dirty="0"/>
        </a:p>
      </dsp:txBody>
      <dsp:txXfrm>
        <a:off x="4071013" y="1661696"/>
        <a:ext cx="1816814" cy="770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411CF-B85F-45D4-AD10-F67B0B2B54AF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EEF07-76B2-4678-9FB8-BB5DEB996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70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from https://www.scrum.org/forum/scrum-forum/60128/building-product-backlog-during-sprint-retrospective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EEF07-76B2-4678-9FB8-BB5DEB9969C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706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827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D627-7089-40A1-8D7D-1D98493E2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12C0A-DA6F-4F4E-888C-5ABE302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54171-DA95-47DD-8CCC-1039806B7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D4CF6-A173-4337-B866-8481372F5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407FF-667A-49FF-95B2-98EEAFD6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0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E383-696A-46AB-B850-AAF6BA46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7C3D-EB5B-41D0-BEF9-B82EA6666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BA7FB-11CB-49EF-9B75-4886A4ED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FEDE5-E6AF-45F6-853C-7FF01A0A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D202C-1C38-42D9-8CBC-D0CFD8680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05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53B9-3AAB-4141-969C-515E822D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EDC68-41AE-41C8-BC35-D5918574E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56F08-21D2-4E46-B029-C2C1C640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49744-697A-4230-B769-83D2545D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7F13-6A43-4F0D-AEFC-517456A1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5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6FF2-C329-407A-A726-4036B5A7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25BEE-F7D1-40F5-B6B9-5FA8E6043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76DD6-4450-4F62-81DD-5A963C7B0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501E1-BBFB-4EDB-BC3F-B6DF8584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CC318-5DEB-4096-9DC8-ABDABA9D3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3365A-2E31-4E73-B742-4AF0376E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879B3-C65D-4942-A47D-FC835C55D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062F6-9FF9-43C4-9510-EF47C6078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21B1F-43D8-4B8F-B75E-345882F24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AD007-D4DF-4F94-9A89-60D62288D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D73C7-D2D6-4B7E-B238-4081D511B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DB755-E222-4432-97E3-F7B083A8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3DFD2-358A-4384-AFC7-038025D8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60EAE-6F2B-41D3-A8A4-15F01B44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16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96BA-E1C1-40CE-BF3F-E679ED96B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D1DCE-636D-4FD2-B607-EC8B38D43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E54E1-F7FD-429E-8669-8FFB0DE0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81458-1F33-4FCC-8AC7-3E529016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56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08C70-EFFF-4A03-83DC-B0A3D269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008B7-1F4F-4C5E-A7FB-DB08058D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9DC30-4997-4D55-B10F-06DFEEF6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76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B9B65-8516-46E6-970B-790F1D78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0C265-ADE4-4587-A529-0349744A6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C87B3-C298-4823-AAB1-58DA983BB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A39CA-88D7-4D66-B66E-2CAAD58C4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33A77-3D03-4133-A588-7FFF4F02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15905-4165-4339-B0C6-93777E47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545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96C7-38A3-463F-84D3-DCD7A702B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488A0-0136-4DCC-BC2A-D2AAC9EF1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27A5F-7458-4141-9205-D51E643D4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56B06-A1F2-447C-BAD5-6098C704D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CECB0-A256-44FF-8BDA-4F317916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DCB1D-D95D-429B-BD55-03C5336C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01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FF2BC-F883-47FA-AFE6-C53CE96E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9F109-AF64-4946-94D4-DAE2FBBBE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EE019-BFFD-43C2-B409-0158DBF0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89EA-0F49-4097-AC0D-9089C6DB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232A9-904B-483F-8808-F42C21CF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52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B296E-8D66-4E3F-B2CC-1C65F4F45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DC1E4-49A1-4D80-B64F-F1197C18A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1A88D-2D10-4310-A989-C18B7784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D75E7-B1C3-4310-B0DC-2CC5C31C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8938B-EBD1-4DCD-87B3-C3BDFAA4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088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1">
    <p:bg>
      <p:bgPr>
        <a:solidFill>
          <a:srgbClr val="03E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78A22-79ED-C346-B050-A5F64C0AC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29" t="3699" r="30729" b="22632"/>
          <a:stretch/>
        </p:blipFill>
        <p:spPr>
          <a:xfrm>
            <a:off x="2848191" y="0"/>
            <a:ext cx="9343809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919999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3919999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509568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FEF35C1-44BF-B94B-A048-96124C64D190}"/>
              </a:ext>
            </a:extLst>
          </p:cNvPr>
          <p:cNvSpPr/>
          <p:nvPr userDrawn="1"/>
        </p:nvSpPr>
        <p:spPr>
          <a:xfrm>
            <a:off x="0" y="4310243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54564-8AAA-2B4B-A7F2-A093E969C4FB}"/>
              </a:ext>
            </a:extLst>
          </p:cNvPr>
          <p:cNvSpPr/>
          <p:nvPr userDrawn="1"/>
        </p:nvSpPr>
        <p:spPr>
          <a:xfrm>
            <a:off x="0" y="4903556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995567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15076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03699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EFA6EA-DFF8-4E2E-9CE2-62049DEE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2E195-FF34-4416-90EB-4A4A5AC17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BB367-8353-46DC-B00F-629D7168C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20208-B57B-4F53-9DFD-BB50C2B29448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05FB9-09DF-4E96-A78A-39E1F1106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3A77-45D3-4D42-A474-968B87C85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519E0-E8D3-49CE-AC99-13C93F024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73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crumguides.org/" TargetMode="External"/><Relationship Id="rId3" Type="http://schemas.openxmlformats.org/officeDocument/2006/relationships/diagramLayout" Target="../diagrams/layout2.xml"/><Relationship Id="rId7" Type="http://schemas.openxmlformats.org/officeDocument/2006/relationships/image" Target="../media/image1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hyperlink" Target="https://stph.scenari-community.org/ing/agi/co/fig06conception.html" TargetMode="External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hyperlink" Target="https://creativecommons.org/licenses/by-sa/3.0/" TargetMode="External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39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 defTabSz="762000"/>
            <a:endParaRPr lang="en-GB" sz="3600" b="1" baseline="30000">
              <a:cs typeface="Arial" charset="0"/>
            </a:endParaRPr>
          </a:p>
          <a:p>
            <a:endParaRPr lang="en-GB" sz="3200"/>
          </a:p>
          <a:p>
            <a:endParaRPr lang="en-GB" sz="140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">
                <a:latin typeface="+mj-lt"/>
              </a:rPr>
            </a:br>
            <a:r>
              <a:rPr lang="en">
                <a:latin typeface="+mj-lt"/>
              </a:rPr>
              <a:t>agile Scrum</a:t>
            </a:r>
            <a:endParaRPr lang="en-GB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299" y="5768975"/>
            <a:ext cx="5627171" cy="7058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11260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462B6DD-27BE-F80E-81B6-A370F5BFE4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2674869"/>
              </p:ext>
            </p:extLst>
          </p:nvPr>
        </p:nvGraphicFramePr>
        <p:xfrm>
          <a:off x="5037137" y="1349986"/>
          <a:ext cx="6770688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27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18797E-A586-4E7F-9659-43945FC0FC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AGILE SCRUM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6C79C7C5-BD15-9E6D-14FA-5108E3A1DC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6262552"/>
              </p:ext>
            </p:extLst>
          </p:nvPr>
        </p:nvGraphicFramePr>
        <p:xfrm>
          <a:off x="4917066" y="407874"/>
          <a:ext cx="7154863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FDE7BDC7-DD6F-41EC-F63F-5EE7039C77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4906" y="1340746"/>
            <a:ext cx="710005" cy="423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94F53F-5F45-5927-B404-DF0B7CBDA3AC}"/>
              </a:ext>
            </a:extLst>
          </p:cNvPr>
          <p:cNvSpPr txBox="1"/>
          <p:nvPr/>
        </p:nvSpPr>
        <p:spPr>
          <a:xfrm>
            <a:off x="8872045" y="6126960"/>
            <a:ext cx="3042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linkClick r:id="rId8"/>
              </a:rPr>
              <a:t>http://www.scrumguides.org</a:t>
            </a:r>
            <a:endParaRPr lang="en-GB" sz="1800" b="1" dirty="0"/>
          </a:p>
          <a:p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197320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1C2ECE-008B-489E-8C94-ED7C578E7B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PRODUCT BACKLOG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B5EF49BE-D82C-A575-BDFA-ACF85299F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8397" y="2652094"/>
            <a:ext cx="1495958" cy="19937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DC6816-5A09-DAB0-36BD-F1409A93CED9}"/>
              </a:ext>
            </a:extLst>
          </p:cNvPr>
          <p:cNvSpPr txBox="1"/>
          <p:nvPr/>
        </p:nvSpPr>
        <p:spPr>
          <a:xfrm>
            <a:off x="3523201" y="6858000"/>
            <a:ext cx="1649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3" tooltip="https://stph.scenari-community.org/ing/agi/co/fig06conception.html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4" tooltip="https://creativecommons.org/licenses/by-sa/3.0/"/>
              </a:rPr>
              <a:t>CC BY-SA</a:t>
            </a:r>
            <a:endParaRPr lang="en-GB" sz="900"/>
          </a:p>
        </p:txBody>
      </p:sp>
      <p:graphicFrame>
        <p:nvGraphicFramePr>
          <p:cNvPr id="8" name="Text Placeholder 2">
            <a:extLst>
              <a:ext uri="{FF2B5EF4-FFF2-40B4-BE49-F238E27FC236}">
                <a16:creationId xmlns:a16="http://schemas.microsoft.com/office/drawing/2014/main" id="{9F0151FE-307E-DA18-B580-F6854ED1F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6027589"/>
              </p:ext>
            </p:extLst>
          </p:nvPr>
        </p:nvGraphicFramePr>
        <p:xfrm>
          <a:off x="4693008" y="869296"/>
          <a:ext cx="6988608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7116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770BB1-C06D-4A64-A43C-9B663AB3C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Definition of ready (DOR)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AF2AD-CF2D-4377-8981-8039563DA1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4429" y="367000"/>
            <a:ext cx="7442916" cy="218938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400" b="1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Definition of Ready </a:t>
            </a: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(</a:t>
            </a:r>
            <a:r>
              <a:rPr lang="en-GB" sz="2400" dirty="0" err="1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DoR</a:t>
            </a: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) </a:t>
            </a:r>
            <a:b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</a:b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defines what a product backlog item needs </a:t>
            </a:r>
            <a:b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</a:b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before it can go into the sprint backlog.</a:t>
            </a:r>
            <a:endParaRPr lang="en-GB" sz="2400" dirty="0">
              <a:solidFill>
                <a:srgbClr val="2E2D2C"/>
              </a:solidFill>
              <a:effectLst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A checklist of items could include:</a:t>
            </a:r>
            <a:endParaRPr lang="en-GB" sz="2400" dirty="0">
              <a:solidFill>
                <a:srgbClr val="2E2D2C"/>
              </a:solidFill>
              <a:effectLst/>
              <a:ea typeface="Calibri" panose="020F0502020204030204" pitchFamily="34" charset="0"/>
            </a:endParaRPr>
          </a:p>
        </p:txBody>
      </p:sp>
      <p:graphicFrame>
        <p:nvGraphicFramePr>
          <p:cNvPr id="8" name="Text Placeholder 2">
            <a:extLst>
              <a:ext uri="{FF2B5EF4-FFF2-40B4-BE49-F238E27FC236}">
                <a16:creationId xmlns:a16="http://schemas.microsoft.com/office/drawing/2014/main" id="{8EB83F74-9DF3-483B-811D-F914D3F02F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003494"/>
              </p:ext>
            </p:extLst>
          </p:nvPr>
        </p:nvGraphicFramePr>
        <p:xfrm>
          <a:off x="4490327" y="1933930"/>
          <a:ext cx="6770688" cy="2954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22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C4A5F6-284F-4268-D87E-054E4A880D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Product Backlog Item (PBI)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836C3-1801-6932-996D-A55795A49D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7915" y="1212333"/>
            <a:ext cx="6770688" cy="511940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PBI Must have a </a:t>
            </a:r>
            <a:r>
              <a:rPr lang="en-GB" b="1" dirty="0"/>
              <a:t>clear description</a:t>
            </a:r>
            <a:r>
              <a:rPr lang="en-GB" dirty="0"/>
              <a:t>. A clear user story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Offer a clear </a:t>
            </a:r>
            <a:r>
              <a:rPr lang="en-GB" b="1" dirty="0"/>
              <a:t>Business value</a:t>
            </a:r>
            <a:r>
              <a:rPr lang="en-GB" dirty="0"/>
              <a:t> properly articulated and agreed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Acceptance criteria</a:t>
            </a:r>
            <a:r>
              <a:rPr lang="en-GB" dirty="0"/>
              <a:t> is clear and </a:t>
            </a:r>
            <a:r>
              <a:rPr lang="en-GB" b="1" dirty="0"/>
              <a:t>testable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Must have the </a:t>
            </a:r>
            <a:r>
              <a:rPr lang="en-GB" b="1" dirty="0"/>
              <a:t>staff</a:t>
            </a:r>
            <a:r>
              <a:rPr lang="en-GB" dirty="0"/>
              <a:t> to complete it 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Its </a:t>
            </a:r>
            <a:r>
              <a:rPr lang="en-GB" b="1" dirty="0"/>
              <a:t>dependencies</a:t>
            </a:r>
            <a:r>
              <a:rPr lang="en-GB" dirty="0"/>
              <a:t> on other systems/things is identified. The team must make sure there are no dependencies blocking the PBI from being completed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And above all, the Product Owner has </a:t>
            </a:r>
            <a:r>
              <a:rPr lang="en-GB" b="1" dirty="0"/>
              <a:t>approved </a:t>
            </a:r>
            <a:r>
              <a:rPr lang="en-GB" dirty="0"/>
              <a:t>the user story </a:t>
            </a:r>
          </a:p>
        </p:txBody>
      </p:sp>
    </p:spTree>
    <p:extLst>
      <p:ext uri="{BB962C8B-B14F-4D97-AF65-F5344CB8AC3E}">
        <p14:creationId xmlns:p14="http://schemas.microsoft.com/office/powerpoint/2010/main" val="301051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60084C-B7AA-4CB6-979E-28816CEBA0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Definition of done (DOD)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EF864-EDD9-4518-9FF9-03457BD04225}"/>
              </a:ext>
            </a:extLst>
          </p:cNvPr>
          <p:cNvSpPr txBox="1"/>
          <p:nvPr/>
        </p:nvSpPr>
        <p:spPr>
          <a:xfrm>
            <a:off x="6096000" y="3659873"/>
            <a:ext cx="4026308" cy="1338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212529"/>
              </a:buClr>
              <a:buSzPts val="1200"/>
              <a:buFont typeface="Arial" panose="020B0604020202020204" pitchFamily="34" charset="0"/>
              <a:buChar char="●"/>
            </a:pPr>
            <a:r>
              <a:rPr lang="en-GB" sz="2000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Unit testing written and passed</a:t>
            </a:r>
            <a:endParaRPr lang="en-GB" sz="2000" u="none" strike="noStrike" dirty="0">
              <a:solidFill>
                <a:srgbClr val="2E2D2C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212529"/>
              </a:buClr>
              <a:buSzPts val="1200"/>
              <a:buFont typeface="Arial" panose="020B0604020202020204" pitchFamily="34" charset="0"/>
              <a:buChar char="●"/>
            </a:pPr>
            <a:r>
              <a:rPr lang="en-GB" sz="2000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Documentation updated</a:t>
            </a:r>
            <a:endParaRPr lang="en-GB" sz="2000" u="none" strike="noStrike" dirty="0">
              <a:solidFill>
                <a:srgbClr val="2E2D2C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212529"/>
              </a:buClr>
              <a:buSzPts val="1200"/>
              <a:buFont typeface="Arial" panose="020B0604020202020204" pitchFamily="34" charset="0"/>
              <a:buChar char="●"/>
            </a:pPr>
            <a:r>
              <a:rPr lang="en-GB" sz="2000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Peer code review completed</a:t>
            </a:r>
            <a:endParaRPr lang="en-GB" sz="2000" u="none" strike="noStrike" dirty="0">
              <a:solidFill>
                <a:srgbClr val="2E2D2C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7B426718-BB55-BEDA-5BB8-49EB0C4770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869496"/>
              </p:ext>
            </p:extLst>
          </p:nvPr>
        </p:nvGraphicFramePr>
        <p:xfrm>
          <a:off x="5037137" y="761410"/>
          <a:ext cx="6770688" cy="2751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195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052978-EDBF-498F-B3A7-C14E8FF093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Sprint backlog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01352-81DB-4551-AB1E-23DACFBD4B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3597" y="407990"/>
            <a:ext cx="7698403" cy="51194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The sprint backlog is the set of product backlog items selected for inclusion in the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12529"/>
                </a:solidFill>
                <a:ea typeface="Montserrat" panose="00000500000000000000" pitchFamily="2" charset="0"/>
                <a:cs typeface="Montserrat" panose="00000500000000000000" pitchFamily="2" charset="0"/>
              </a:rPr>
              <a:t>This items will meet  the Definition of Done (DoD)</a:t>
            </a:r>
            <a:endParaRPr lang="en-GB" sz="2400" dirty="0">
              <a:solidFill>
                <a:srgbClr val="212529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 It shows all the work that the development team think necessary to meet the sprint goal.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As items are worked on, they move through the workflow </a:t>
            </a:r>
          </a:p>
          <a:p>
            <a:pPr marL="465746" lvl="1" indent="-285750"/>
            <a:r>
              <a:rPr lang="en-GB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The workflow usually has at least 3 stages</a:t>
            </a:r>
            <a:r>
              <a:rPr lang="en-GB" dirty="0">
                <a:solidFill>
                  <a:srgbClr val="212529"/>
                </a:solidFill>
                <a:ea typeface="Montserrat" panose="00000500000000000000" pitchFamily="2" charset="0"/>
                <a:cs typeface="Montserrat" panose="00000500000000000000" pitchFamily="2" charset="0"/>
              </a:rPr>
              <a:t> (</a:t>
            </a:r>
            <a:r>
              <a:rPr lang="en-GB" sz="1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To Do, In-progress and Done</a:t>
            </a:r>
            <a:r>
              <a:rPr lang="en-GB" dirty="0">
                <a:solidFill>
                  <a:srgbClr val="212529"/>
                </a:solidFill>
                <a:ea typeface="Montserrat" panose="00000500000000000000" pitchFamily="2" charset="0"/>
                <a:cs typeface="Montserrat" panose="00000500000000000000" pitchFamily="2" charset="0"/>
              </a:rPr>
              <a:t>)</a:t>
            </a:r>
            <a:endParaRPr lang="en-GB" dirty="0">
              <a:solidFill>
                <a:srgbClr val="212529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2E2D2C"/>
              </a:solidFill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  <a:p>
            <a:endParaRPr lang="en-GB" dirty="0"/>
          </a:p>
        </p:txBody>
      </p:sp>
      <p:pic>
        <p:nvPicPr>
          <p:cNvPr id="2050" name="Picture 2" descr="Building the Product Backlog During the Sprint Retrospective | Scrum.org">
            <a:extLst>
              <a:ext uri="{FF2B5EF4-FFF2-40B4-BE49-F238E27FC236}">
                <a16:creationId xmlns:a16="http://schemas.microsoft.com/office/drawing/2014/main" id="{B9F112A4-848F-2A9F-1401-91B862C14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390" y="3600539"/>
            <a:ext cx="4186237" cy="2543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114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052978-EDBF-498F-B3A7-C14E8FF093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Sprint backlog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97C13167-87D8-A189-A0A2-C8517EA1AC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329207"/>
              </p:ext>
            </p:extLst>
          </p:nvPr>
        </p:nvGraphicFramePr>
        <p:xfrm>
          <a:off x="4752001" y="681394"/>
          <a:ext cx="6397780" cy="2523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85BD4E4-A763-F69D-76F3-8361C92D48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45" y="3652685"/>
            <a:ext cx="4455699" cy="24967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7189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19456A-9A1F-4641-90A3-2FA22CB190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is a sprint?</a:t>
            </a:r>
          </a:p>
        </p:txBody>
      </p:sp>
      <p:graphicFrame>
        <p:nvGraphicFramePr>
          <p:cNvPr id="4" name="Text Placeholder 2">
            <a:extLst>
              <a:ext uri="{FF2B5EF4-FFF2-40B4-BE49-F238E27FC236}">
                <a16:creationId xmlns:a16="http://schemas.microsoft.com/office/drawing/2014/main" id="{109977CF-9656-852C-7091-57A3EB0960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5509417"/>
              </p:ext>
            </p:extLst>
          </p:nvPr>
        </p:nvGraphicFramePr>
        <p:xfrm>
          <a:off x="5314866" y="4358020"/>
          <a:ext cx="6120858" cy="121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EF0066C9-1AAC-8052-F97A-92D57098B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499538"/>
              </p:ext>
            </p:extLst>
          </p:nvPr>
        </p:nvGraphicFramePr>
        <p:xfrm>
          <a:off x="5273111" y="661326"/>
          <a:ext cx="6120859" cy="3320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86028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48C6C5-69B2-471B-B5CF-7973BDD7F0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pic>
        <p:nvPicPr>
          <p:cNvPr id="4" name="Picture 2" descr="Reviews - Web Sites: Recommended - Research Guides at Thrift Library">
            <a:extLst>
              <a:ext uri="{FF2B5EF4-FFF2-40B4-BE49-F238E27FC236}">
                <a16:creationId xmlns:a16="http://schemas.microsoft.com/office/drawing/2014/main" id="{81675868-C1F0-2E0A-E4C4-E60FFB1BE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474" y="122077"/>
            <a:ext cx="1539810" cy="153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861D6FFF-FCD2-8B97-45A2-2416886A30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5933569"/>
              </p:ext>
            </p:extLst>
          </p:nvPr>
        </p:nvGraphicFramePr>
        <p:xfrm>
          <a:off x="4412104" y="1349986"/>
          <a:ext cx="6770688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ED3B381-4C90-2CBB-C142-027D155DD97E}"/>
              </a:ext>
            </a:extLst>
          </p:cNvPr>
          <p:cNvSpPr txBox="1"/>
          <p:nvPr/>
        </p:nvSpPr>
        <p:spPr>
          <a:xfrm>
            <a:off x="4762981" y="399855"/>
            <a:ext cx="6377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You now can</a:t>
            </a:r>
          </a:p>
        </p:txBody>
      </p:sp>
    </p:spTree>
    <p:extLst>
      <p:ext uri="{BB962C8B-B14F-4D97-AF65-F5344CB8AC3E}">
        <p14:creationId xmlns:p14="http://schemas.microsoft.com/office/powerpoint/2010/main" val="3268888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55AAE2-2DE9-4D28-A804-5D33B8E49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graphicFrame>
        <p:nvGraphicFramePr>
          <p:cNvPr id="5" name="Text Placeholder 6">
            <a:extLst>
              <a:ext uri="{FF2B5EF4-FFF2-40B4-BE49-F238E27FC236}">
                <a16:creationId xmlns:a16="http://schemas.microsoft.com/office/drawing/2014/main" id="{8B163FBC-AF36-DBAA-775A-7258E57654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2132397"/>
              </p:ext>
            </p:extLst>
          </p:nvPr>
        </p:nvGraphicFramePr>
        <p:xfrm>
          <a:off x="5386690" y="1014056"/>
          <a:ext cx="5953591" cy="4094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25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3562A7F8CAFB43942423E6A5E04770" ma:contentTypeVersion="7" ma:contentTypeDescription="Create a new document." ma:contentTypeScope="" ma:versionID="d0e8e795b8a8d4266e7f4576f77b80ea">
  <xsd:schema xmlns:xsd="http://www.w3.org/2001/XMLSchema" xmlns:xs="http://www.w3.org/2001/XMLSchema" xmlns:p="http://schemas.microsoft.com/office/2006/metadata/properties" xmlns:ns2="dfd82559-97a2-4871-a676-597bf1b13ee5" targetNamespace="http://schemas.microsoft.com/office/2006/metadata/properties" ma:root="true" ma:fieldsID="6a00af95b1079ccfaed25b0f57987d55" ns2:_="">
    <xsd:import namespace="dfd82559-97a2-4871-a676-597bf1b13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d82559-97a2-4871-a676-597bf1b13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34F5FA-24DB-4480-BAC1-46977A6D08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200A95-FA5A-45EA-81F1-2B6E29A2FD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d82559-97a2-4871-a676-597bf1b13e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091F5F-3975-4C44-BECA-DC53CF2AF7F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Widescreen</PresentationFormat>
  <Paragraphs>73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Krana Fat B</vt:lpstr>
      <vt:lpstr>Montserrat</vt:lpstr>
      <vt:lpstr>Segoe UI</vt:lpstr>
      <vt:lpstr>Office Theme</vt:lpstr>
      <vt:lpstr> agile Scrum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agile Scrum</dc:title>
  <dc:creator>MarkAndrew Rogers</dc:creator>
  <cp:lastModifiedBy>mike baradaran</cp:lastModifiedBy>
  <cp:revision>29</cp:revision>
  <dcterms:created xsi:type="dcterms:W3CDTF">2022-01-31T15:53:11Z</dcterms:created>
  <dcterms:modified xsi:type="dcterms:W3CDTF">2023-11-27T23:18:27Z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0x010100753562A7F8CAFB43942423E6A5E04770</vt:lpwstr>
  </property>
</Properties>
</file>