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sldIdLst>
    <p:sldId id="462" r:id="rId5"/>
    <p:sldId id="757" r:id="rId6"/>
    <p:sldId id="758" r:id="rId7"/>
    <p:sldId id="761" r:id="rId8"/>
    <p:sldId id="759" r:id="rId9"/>
    <p:sldId id="762" r:id="rId10"/>
    <p:sldId id="763" r:id="rId11"/>
    <p:sldId id="764" r:id="rId12"/>
    <p:sldId id="7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BF714D-4C91-43CF-BD9F-6F450DE6940A}" v="3" dt="2022-02-01T11:55:24.4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2157" autoAdjust="0"/>
  </p:normalViewPr>
  <p:slideViewPr>
    <p:cSldViewPr snapToGrid="0">
      <p:cViewPr varScale="1">
        <p:scale>
          <a:sx n="72" d="100"/>
          <a:sy n="72" d="100"/>
        </p:scale>
        <p:origin x="110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Andrew Rogers" userId="fbd1f26338c9b5ce" providerId="LiveId" clId="{57BF714D-4C91-43CF-BD9F-6F450DE6940A}"/>
    <pc:docChg chg="undo custSel addSld delSld modSld sldOrd">
      <pc:chgData name="MarkAndrew Rogers" userId="fbd1f26338c9b5ce" providerId="LiveId" clId="{57BF714D-4C91-43CF-BD9F-6F450DE6940A}" dt="2022-02-01T12:04:20.597" v="1116" actId="20577"/>
      <pc:docMkLst>
        <pc:docMk/>
      </pc:docMkLst>
      <pc:sldChg chg="modSp add mod">
        <pc:chgData name="MarkAndrew Rogers" userId="fbd1f26338c9b5ce" providerId="LiveId" clId="{57BF714D-4C91-43CF-BD9F-6F450DE6940A}" dt="2022-02-01T12:04:20.597" v="1116" actId="20577"/>
        <pc:sldMkLst>
          <pc:docMk/>
          <pc:sldMk cId="1932256695" sldId="456"/>
        </pc:sldMkLst>
        <pc:spChg chg="mod">
          <ac:chgData name="MarkAndrew Rogers" userId="fbd1f26338c9b5ce" providerId="LiveId" clId="{57BF714D-4C91-43CF-BD9F-6F450DE6940A}" dt="2022-02-01T12:04:20.597" v="1116" actId="20577"/>
          <ac:spMkLst>
            <pc:docMk/>
            <pc:sldMk cId="1932256695" sldId="456"/>
            <ac:spMk id="7" creationId="{CCC4AE2F-C0E8-473D-9D53-77A9DA3BEA1F}"/>
          </ac:spMkLst>
        </pc:spChg>
      </pc:sldChg>
      <pc:sldChg chg="modSp mod">
        <pc:chgData name="MarkAndrew Rogers" userId="fbd1f26338c9b5ce" providerId="LiveId" clId="{57BF714D-4C91-43CF-BD9F-6F450DE6940A}" dt="2022-02-01T12:03:50.377" v="1101" actId="20577"/>
        <pc:sldMkLst>
          <pc:docMk/>
          <pc:sldMk cId="1112600258" sldId="462"/>
        </pc:sldMkLst>
        <pc:spChg chg="mod">
          <ac:chgData name="MarkAndrew Rogers" userId="fbd1f26338c9b5ce" providerId="LiveId" clId="{57BF714D-4C91-43CF-BD9F-6F450DE6940A}" dt="2022-02-01T12:03:50.377" v="1101" actId="20577"/>
          <ac:spMkLst>
            <pc:docMk/>
            <pc:sldMk cId="1112600258" sldId="462"/>
            <ac:spMk id="3" creationId="{00000000-0000-0000-0000-000000000000}"/>
          </ac:spMkLst>
        </pc:spChg>
      </pc:sldChg>
      <pc:sldChg chg="modSp mod">
        <pc:chgData name="MarkAndrew Rogers" userId="fbd1f26338c9b5ce" providerId="LiveId" clId="{57BF714D-4C91-43CF-BD9F-6F450DE6940A}" dt="2022-01-31T16:56:49.366" v="8" actId="20577"/>
        <pc:sldMkLst>
          <pc:docMk/>
          <pc:sldMk cId="2018271411" sldId="757"/>
        </pc:sldMkLst>
        <pc:spChg chg="mod">
          <ac:chgData name="MarkAndrew Rogers" userId="fbd1f26338c9b5ce" providerId="LiveId" clId="{57BF714D-4C91-43CF-BD9F-6F450DE6940A}" dt="2022-01-31T16:56:49.366" v="8" actId="20577"/>
          <ac:spMkLst>
            <pc:docMk/>
            <pc:sldMk cId="2018271411" sldId="757"/>
            <ac:spMk id="3" creationId="{31F2E46C-A09C-4D8F-8B86-51C97198AA44}"/>
          </ac:spMkLst>
        </pc:spChg>
      </pc:sldChg>
      <pc:sldChg chg="addSp modSp new mod modNotesTx">
        <pc:chgData name="MarkAndrew Rogers" userId="fbd1f26338c9b5ce" providerId="LiveId" clId="{57BF714D-4C91-43CF-BD9F-6F450DE6940A}" dt="2022-02-01T11:52:51.179" v="909" actId="255"/>
        <pc:sldMkLst>
          <pc:docMk/>
          <pc:sldMk cId="1110322443" sldId="758"/>
        </pc:sldMkLst>
        <pc:spChg chg="mod">
          <ac:chgData name="MarkAndrew Rogers" userId="fbd1f26338c9b5ce" providerId="LiveId" clId="{57BF714D-4C91-43CF-BD9F-6F450DE6940A}" dt="2022-02-01T11:39:57.610" v="34" actId="20577"/>
          <ac:spMkLst>
            <pc:docMk/>
            <pc:sldMk cId="1110322443" sldId="758"/>
            <ac:spMk id="2" creationId="{D0DCB59B-E18C-44AD-A305-08AD6EDDFBF8}"/>
          </ac:spMkLst>
        </pc:spChg>
        <pc:spChg chg="mod">
          <ac:chgData name="MarkAndrew Rogers" userId="fbd1f26338c9b5ce" providerId="LiveId" clId="{57BF714D-4C91-43CF-BD9F-6F450DE6940A}" dt="2022-02-01T11:52:51.179" v="909" actId="255"/>
          <ac:spMkLst>
            <pc:docMk/>
            <pc:sldMk cId="1110322443" sldId="758"/>
            <ac:spMk id="3" creationId="{8FDA2AEB-EB0A-46AD-BC43-B4B577986939}"/>
          </ac:spMkLst>
        </pc:spChg>
        <pc:picChg chg="add mod">
          <ac:chgData name="MarkAndrew Rogers" userId="fbd1f26338c9b5ce" providerId="LiveId" clId="{57BF714D-4C91-43CF-BD9F-6F450DE6940A}" dt="2022-02-01T11:40:39.919" v="40" actId="1076"/>
          <ac:picMkLst>
            <pc:docMk/>
            <pc:sldMk cId="1110322443" sldId="758"/>
            <ac:picMk id="5" creationId="{C196AD6B-DCF2-4B12-98D0-8CBCDF506A80}"/>
          </ac:picMkLst>
        </pc:picChg>
      </pc:sldChg>
      <pc:sldChg chg="modSp new mod modNotesTx">
        <pc:chgData name="MarkAndrew Rogers" userId="fbd1f26338c9b5ce" providerId="LiveId" clId="{57BF714D-4C91-43CF-BD9F-6F450DE6940A}" dt="2022-02-01T11:52:25.427" v="907" actId="20577"/>
        <pc:sldMkLst>
          <pc:docMk/>
          <pc:sldMk cId="2914169182" sldId="759"/>
        </pc:sldMkLst>
        <pc:spChg chg="mod">
          <ac:chgData name="MarkAndrew Rogers" userId="fbd1f26338c9b5ce" providerId="LiveId" clId="{57BF714D-4C91-43CF-BD9F-6F450DE6940A}" dt="2022-02-01T11:45:34.701" v="501" actId="20577"/>
          <ac:spMkLst>
            <pc:docMk/>
            <pc:sldMk cId="2914169182" sldId="759"/>
            <ac:spMk id="2" creationId="{E9F4A1D0-8DA4-42BC-8095-1986CFEF62DD}"/>
          </ac:spMkLst>
        </pc:spChg>
        <pc:spChg chg="mod">
          <ac:chgData name="MarkAndrew Rogers" userId="fbd1f26338c9b5ce" providerId="LiveId" clId="{57BF714D-4C91-43CF-BD9F-6F450DE6940A}" dt="2022-02-01T11:48:06.456" v="553" actId="20577"/>
          <ac:spMkLst>
            <pc:docMk/>
            <pc:sldMk cId="2914169182" sldId="759"/>
            <ac:spMk id="3" creationId="{3462D51D-EE3E-474B-BB10-6636F034073B}"/>
          </ac:spMkLst>
        </pc:spChg>
      </pc:sldChg>
      <pc:sldChg chg="modSp new del mod ord">
        <pc:chgData name="MarkAndrew Rogers" userId="fbd1f26338c9b5ce" providerId="LiveId" clId="{57BF714D-4C91-43CF-BD9F-6F450DE6940A}" dt="2022-02-01T11:56:28.567" v="948" actId="47"/>
        <pc:sldMkLst>
          <pc:docMk/>
          <pc:sldMk cId="4128351219" sldId="760"/>
        </pc:sldMkLst>
        <pc:spChg chg="mod">
          <ac:chgData name="MarkAndrew Rogers" userId="fbd1f26338c9b5ce" providerId="LiveId" clId="{57BF714D-4C91-43CF-BD9F-6F450DE6940A}" dt="2022-02-01T11:54:37.316" v="939" actId="20577"/>
          <ac:spMkLst>
            <pc:docMk/>
            <pc:sldMk cId="4128351219" sldId="760"/>
            <ac:spMk id="2" creationId="{9397AFC1-D49D-4246-9B19-07AF414E6567}"/>
          </ac:spMkLst>
        </pc:spChg>
        <pc:spChg chg="mod">
          <ac:chgData name="MarkAndrew Rogers" userId="fbd1f26338c9b5ce" providerId="LiveId" clId="{57BF714D-4C91-43CF-BD9F-6F450DE6940A}" dt="2022-02-01T11:55:07.748" v="941" actId="20577"/>
          <ac:spMkLst>
            <pc:docMk/>
            <pc:sldMk cId="4128351219" sldId="760"/>
            <ac:spMk id="3" creationId="{8552A5DC-190A-4685-B4CC-133BDA841FA8}"/>
          </ac:spMkLst>
        </pc:spChg>
      </pc:sldChg>
      <pc:sldChg chg="modSp mod">
        <pc:chgData name="MarkAndrew Rogers" userId="fbd1f26338c9b5ce" providerId="LiveId" clId="{57BF714D-4C91-43CF-BD9F-6F450DE6940A}" dt="2022-02-01T11:55:51.138" v="947" actId="12"/>
        <pc:sldMkLst>
          <pc:docMk/>
          <pc:sldMk cId="3592560965" sldId="761"/>
        </pc:sldMkLst>
        <pc:spChg chg="mod">
          <ac:chgData name="MarkAndrew Rogers" userId="fbd1f26338c9b5ce" providerId="LiveId" clId="{57BF714D-4C91-43CF-BD9F-6F450DE6940A}" dt="2022-02-01T11:55:51.138" v="947" actId="12"/>
          <ac:spMkLst>
            <pc:docMk/>
            <pc:sldMk cId="3592560965" sldId="761"/>
            <ac:spMk id="3" creationId="{8552A5DC-190A-4685-B4CC-133BDA841FA8}"/>
          </ac:spMkLst>
        </pc:spChg>
      </pc:sldChg>
      <pc:sldChg chg="modSp new mod">
        <pc:chgData name="MarkAndrew Rogers" userId="fbd1f26338c9b5ce" providerId="LiveId" clId="{57BF714D-4C91-43CF-BD9F-6F450DE6940A}" dt="2022-02-01T11:59:52.053" v="1005" actId="27636"/>
        <pc:sldMkLst>
          <pc:docMk/>
          <pc:sldMk cId="117395282" sldId="762"/>
        </pc:sldMkLst>
        <pc:spChg chg="mod">
          <ac:chgData name="MarkAndrew Rogers" userId="fbd1f26338c9b5ce" providerId="LiveId" clId="{57BF714D-4C91-43CF-BD9F-6F450DE6940A}" dt="2022-02-01T11:59:04.839" v="975" actId="20577"/>
          <ac:spMkLst>
            <pc:docMk/>
            <pc:sldMk cId="117395282" sldId="762"/>
            <ac:spMk id="2" creationId="{96B5F7FB-6098-4CCC-B631-A21232DD4D91}"/>
          </ac:spMkLst>
        </pc:spChg>
        <pc:spChg chg="mod">
          <ac:chgData name="MarkAndrew Rogers" userId="fbd1f26338c9b5ce" providerId="LiveId" clId="{57BF714D-4C91-43CF-BD9F-6F450DE6940A}" dt="2022-02-01T11:59:52.053" v="1005" actId="27636"/>
          <ac:spMkLst>
            <pc:docMk/>
            <pc:sldMk cId="117395282" sldId="762"/>
            <ac:spMk id="3" creationId="{A85BC14A-7B40-4ADF-A009-10AFE635F284}"/>
          </ac:spMkLst>
        </pc:spChg>
      </pc:sldChg>
      <pc:sldChg chg="modSp new mod">
        <pc:chgData name="MarkAndrew Rogers" userId="fbd1f26338c9b5ce" providerId="LiveId" clId="{57BF714D-4C91-43CF-BD9F-6F450DE6940A}" dt="2022-02-01T12:03:15.410" v="1099" actId="20577"/>
        <pc:sldMkLst>
          <pc:docMk/>
          <pc:sldMk cId="2726138924" sldId="763"/>
        </pc:sldMkLst>
        <pc:spChg chg="mod">
          <ac:chgData name="MarkAndrew Rogers" userId="fbd1f26338c9b5ce" providerId="LiveId" clId="{57BF714D-4C91-43CF-BD9F-6F450DE6940A}" dt="2022-02-01T12:02:18.885" v="1090" actId="20577"/>
          <ac:spMkLst>
            <pc:docMk/>
            <pc:sldMk cId="2726138924" sldId="763"/>
            <ac:spMk id="2" creationId="{315A8DE7-BAC6-46A9-9E1D-8789F759362C}"/>
          </ac:spMkLst>
        </pc:spChg>
        <pc:spChg chg="mod">
          <ac:chgData name="MarkAndrew Rogers" userId="fbd1f26338c9b5ce" providerId="LiveId" clId="{57BF714D-4C91-43CF-BD9F-6F450DE6940A}" dt="2022-02-01T12:03:15.410" v="1099" actId="20577"/>
          <ac:spMkLst>
            <pc:docMk/>
            <pc:sldMk cId="2726138924" sldId="763"/>
            <ac:spMk id="3" creationId="{3836FC8A-D41F-4716-BAA1-8403E8EB82F9}"/>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ata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8.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_rels/data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24.svg"/></Relationships>
</file>

<file path=ppt/diagrams/_rels/data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4" Type="http://schemas.openxmlformats.org/officeDocument/2006/relationships/image" Target="../media/image2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8.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_rels/drawing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24.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BF5C3F-438F-4BEF-822E-EE79BF3BEA5A}"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7C333948-BEA1-4CCF-A4D2-A5AA04E0027D}">
      <dgm:prSet/>
      <dgm:spPr/>
      <dgm:t>
        <a:bodyPr/>
        <a:lstStyle/>
        <a:p>
          <a:pPr>
            <a:lnSpc>
              <a:spcPct val="100000"/>
            </a:lnSpc>
          </a:pPr>
          <a:r>
            <a:rPr lang="en-GB"/>
            <a:t>What is an Agile Sprint</a:t>
          </a:r>
          <a:endParaRPr lang="en-US"/>
        </a:p>
      </dgm:t>
    </dgm:pt>
    <dgm:pt modelId="{48DF70F1-C013-4311-9002-2AE7975D69A3}" type="parTrans" cxnId="{E58C311B-9723-440D-A542-1E4A2C1A9A6A}">
      <dgm:prSet/>
      <dgm:spPr/>
      <dgm:t>
        <a:bodyPr/>
        <a:lstStyle/>
        <a:p>
          <a:endParaRPr lang="en-US"/>
        </a:p>
      </dgm:t>
    </dgm:pt>
    <dgm:pt modelId="{316AB5BF-7DD7-4F63-B03D-800911931828}" type="sibTrans" cxnId="{E58C311B-9723-440D-A542-1E4A2C1A9A6A}">
      <dgm:prSet/>
      <dgm:spPr/>
      <dgm:t>
        <a:bodyPr/>
        <a:lstStyle/>
        <a:p>
          <a:pPr>
            <a:lnSpc>
              <a:spcPct val="100000"/>
            </a:lnSpc>
          </a:pPr>
          <a:endParaRPr lang="en-US"/>
        </a:p>
      </dgm:t>
    </dgm:pt>
    <dgm:pt modelId="{7E0D69AE-0073-40E4-8330-4F64E49F4468}">
      <dgm:prSet/>
      <dgm:spPr/>
      <dgm:t>
        <a:bodyPr/>
        <a:lstStyle/>
        <a:p>
          <a:pPr>
            <a:lnSpc>
              <a:spcPct val="100000"/>
            </a:lnSpc>
          </a:pPr>
          <a:r>
            <a:rPr lang="en-GB" dirty="0"/>
            <a:t>The ceremonies of an Agile Sprint</a:t>
          </a:r>
          <a:endParaRPr lang="en-US" dirty="0"/>
        </a:p>
      </dgm:t>
    </dgm:pt>
    <dgm:pt modelId="{6B7ACDD7-5FC4-4027-8E6A-85D9F4C7F77E}" type="parTrans" cxnId="{393ACCE5-E95D-48D2-B492-818D87510AC5}">
      <dgm:prSet/>
      <dgm:spPr/>
      <dgm:t>
        <a:bodyPr/>
        <a:lstStyle/>
        <a:p>
          <a:endParaRPr lang="en-US"/>
        </a:p>
      </dgm:t>
    </dgm:pt>
    <dgm:pt modelId="{783B0015-2368-457D-BFD1-73BC62CB100C}" type="sibTrans" cxnId="{393ACCE5-E95D-48D2-B492-818D87510AC5}">
      <dgm:prSet/>
      <dgm:spPr/>
      <dgm:t>
        <a:bodyPr/>
        <a:lstStyle/>
        <a:p>
          <a:endParaRPr lang="en-US"/>
        </a:p>
      </dgm:t>
    </dgm:pt>
    <dgm:pt modelId="{CB210C39-CD72-4F3B-9657-FF2665DD60C6}" type="pres">
      <dgm:prSet presAssocID="{9ABF5C3F-438F-4BEF-822E-EE79BF3BEA5A}" presName="root" presStyleCnt="0">
        <dgm:presLayoutVars>
          <dgm:dir/>
          <dgm:resizeHandles val="exact"/>
        </dgm:presLayoutVars>
      </dgm:prSet>
      <dgm:spPr/>
    </dgm:pt>
    <dgm:pt modelId="{DA09C8A4-7F7F-47F1-9565-8A9BD683ECDA}" type="pres">
      <dgm:prSet presAssocID="{9ABF5C3F-438F-4BEF-822E-EE79BF3BEA5A}" presName="container" presStyleCnt="0">
        <dgm:presLayoutVars>
          <dgm:dir/>
          <dgm:resizeHandles val="exact"/>
        </dgm:presLayoutVars>
      </dgm:prSet>
      <dgm:spPr/>
    </dgm:pt>
    <dgm:pt modelId="{45462F6F-ECCA-4214-AF4D-6EC12FC1D1A0}" type="pres">
      <dgm:prSet presAssocID="{7C333948-BEA1-4CCF-A4D2-A5AA04E0027D}" presName="compNode" presStyleCnt="0"/>
      <dgm:spPr/>
    </dgm:pt>
    <dgm:pt modelId="{7F830284-13F5-4C1E-85DD-39E3C919564D}" type="pres">
      <dgm:prSet presAssocID="{7C333948-BEA1-4CCF-A4D2-A5AA04E0027D}" presName="iconBgRect" presStyleLbl="bgShp" presStyleIdx="0" presStyleCnt="2"/>
      <dgm:spPr/>
    </dgm:pt>
    <dgm:pt modelId="{9EF355AB-34AE-436B-9F43-ECF3CC2DEE7B}" type="pres">
      <dgm:prSet presAssocID="{7C333948-BEA1-4CCF-A4D2-A5AA04E0027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2B405741-B81B-4BBD-83C2-DC130247911B}" type="pres">
      <dgm:prSet presAssocID="{7C333948-BEA1-4CCF-A4D2-A5AA04E0027D}" presName="spaceRect" presStyleCnt="0"/>
      <dgm:spPr/>
    </dgm:pt>
    <dgm:pt modelId="{F68D7A90-4546-47FB-B949-5ABD82CD9BF4}" type="pres">
      <dgm:prSet presAssocID="{7C333948-BEA1-4CCF-A4D2-A5AA04E0027D}" presName="textRect" presStyleLbl="revTx" presStyleIdx="0" presStyleCnt="2">
        <dgm:presLayoutVars>
          <dgm:chMax val="1"/>
          <dgm:chPref val="1"/>
        </dgm:presLayoutVars>
      </dgm:prSet>
      <dgm:spPr/>
    </dgm:pt>
    <dgm:pt modelId="{5A442B1C-EAA0-4A86-B38F-7EC23468D3AF}" type="pres">
      <dgm:prSet presAssocID="{316AB5BF-7DD7-4F63-B03D-800911931828}" presName="sibTrans" presStyleLbl="sibTrans2D1" presStyleIdx="0" presStyleCnt="0"/>
      <dgm:spPr/>
    </dgm:pt>
    <dgm:pt modelId="{7347AFE2-2767-446B-8505-1EC5AED04EE7}" type="pres">
      <dgm:prSet presAssocID="{7E0D69AE-0073-40E4-8330-4F64E49F4468}" presName="compNode" presStyleCnt="0"/>
      <dgm:spPr/>
    </dgm:pt>
    <dgm:pt modelId="{36751918-52D1-4F7C-B437-DFBAAC5CDF76}" type="pres">
      <dgm:prSet presAssocID="{7E0D69AE-0073-40E4-8330-4F64E49F4468}" presName="iconBgRect" presStyleLbl="bgShp" presStyleIdx="1" presStyleCnt="2"/>
      <dgm:spPr/>
    </dgm:pt>
    <dgm:pt modelId="{4EC5CF26-7637-40D0-BD2C-B5F2DD02B6B1}" type="pres">
      <dgm:prSet presAssocID="{7E0D69AE-0073-40E4-8330-4F64E49F446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eeting"/>
        </a:ext>
      </dgm:extLst>
    </dgm:pt>
    <dgm:pt modelId="{33D7B172-D359-4EF1-9BD1-6C0586A70406}" type="pres">
      <dgm:prSet presAssocID="{7E0D69AE-0073-40E4-8330-4F64E49F4468}" presName="spaceRect" presStyleCnt="0"/>
      <dgm:spPr/>
    </dgm:pt>
    <dgm:pt modelId="{698ED3C7-C02F-4252-A854-3C4294221CCD}" type="pres">
      <dgm:prSet presAssocID="{7E0D69AE-0073-40E4-8330-4F64E49F4468}" presName="textRect" presStyleLbl="revTx" presStyleIdx="1" presStyleCnt="2">
        <dgm:presLayoutVars>
          <dgm:chMax val="1"/>
          <dgm:chPref val="1"/>
        </dgm:presLayoutVars>
      </dgm:prSet>
      <dgm:spPr/>
    </dgm:pt>
  </dgm:ptLst>
  <dgm:cxnLst>
    <dgm:cxn modelId="{6879A401-EA8C-4A3B-8C43-D371FA1B225D}" type="presOf" srcId="{9ABF5C3F-438F-4BEF-822E-EE79BF3BEA5A}" destId="{CB210C39-CD72-4F3B-9657-FF2665DD60C6}" srcOrd="0" destOrd="0" presId="urn:microsoft.com/office/officeart/2018/2/layout/IconCircleList"/>
    <dgm:cxn modelId="{E58C311B-9723-440D-A542-1E4A2C1A9A6A}" srcId="{9ABF5C3F-438F-4BEF-822E-EE79BF3BEA5A}" destId="{7C333948-BEA1-4CCF-A4D2-A5AA04E0027D}" srcOrd="0" destOrd="0" parTransId="{48DF70F1-C013-4311-9002-2AE7975D69A3}" sibTransId="{316AB5BF-7DD7-4F63-B03D-800911931828}"/>
    <dgm:cxn modelId="{E7BCD222-9CC8-4D8F-8623-B44F7640098C}" type="presOf" srcId="{316AB5BF-7DD7-4F63-B03D-800911931828}" destId="{5A442B1C-EAA0-4A86-B38F-7EC23468D3AF}" srcOrd="0" destOrd="0" presId="urn:microsoft.com/office/officeart/2018/2/layout/IconCircleList"/>
    <dgm:cxn modelId="{2512664A-4325-4D48-9903-2CBFAECF4F83}" type="presOf" srcId="{7C333948-BEA1-4CCF-A4D2-A5AA04E0027D}" destId="{F68D7A90-4546-47FB-B949-5ABD82CD9BF4}" srcOrd="0" destOrd="0" presId="urn:microsoft.com/office/officeart/2018/2/layout/IconCircleList"/>
    <dgm:cxn modelId="{393ACCE5-E95D-48D2-B492-818D87510AC5}" srcId="{9ABF5C3F-438F-4BEF-822E-EE79BF3BEA5A}" destId="{7E0D69AE-0073-40E4-8330-4F64E49F4468}" srcOrd="1" destOrd="0" parTransId="{6B7ACDD7-5FC4-4027-8E6A-85D9F4C7F77E}" sibTransId="{783B0015-2368-457D-BFD1-73BC62CB100C}"/>
    <dgm:cxn modelId="{12CA45F3-C759-4910-8391-0A3F2DEACC7E}" type="presOf" srcId="{7E0D69AE-0073-40E4-8330-4F64E49F4468}" destId="{698ED3C7-C02F-4252-A854-3C4294221CCD}" srcOrd="0" destOrd="0" presId="urn:microsoft.com/office/officeart/2018/2/layout/IconCircleList"/>
    <dgm:cxn modelId="{B49AF6FF-0145-497E-A56E-D66AE6BAC20B}" type="presParOf" srcId="{CB210C39-CD72-4F3B-9657-FF2665DD60C6}" destId="{DA09C8A4-7F7F-47F1-9565-8A9BD683ECDA}" srcOrd="0" destOrd="0" presId="urn:microsoft.com/office/officeart/2018/2/layout/IconCircleList"/>
    <dgm:cxn modelId="{D6E2A48D-7780-490A-840A-E0EA7B3FCB66}" type="presParOf" srcId="{DA09C8A4-7F7F-47F1-9565-8A9BD683ECDA}" destId="{45462F6F-ECCA-4214-AF4D-6EC12FC1D1A0}" srcOrd="0" destOrd="0" presId="urn:microsoft.com/office/officeart/2018/2/layout/IconCircleList"/>
    <dgm:cxn modelId="{246FB2AE-6323-49C1-B0A7-1F089DA62A4F}" type="presParOf" srcId="{45462F6F-ECCA-4214-AF4D-6EC12FC1D1A0}" destId="{7F830284-13F5-4C1E-85DD-39E3C919564D}" srcOrd="0" destOrd="0" presId="urn:microsoft.com/office/officeart/2018/2/layout/IconCircleList"/>
    <dgm:cxn modelId="{7F43DDA0-AA0E-45AA-86CE-4208FADA7F3D}" type="presParOf" srcId="{45462F6F-ECCA-4214-AF4D-6EC12FC1D1A0}" destId="{9EF355AB-34AE-436B-9F43-ECF3CC2DEE7B}" srcOrd="1" destOrd="0" presId="urn:microsoft.com/office/officeart/2018/2/layout/IconCircleList"/>
    <dgm:cxn modelId="{EEAF6451-84D3-4F54-9DD7-E163D12E3C9B}" type="presParOf" srcId="{45462F6F-ECCA-4214-AF4D-6EC12FC1D1A0}" destId="{2B405741-B81B-4BBD-83C2-DC130247911B}" srcOrd="2" destOrd="0" presId="urn:microsoft.com/office/officeart/2018/2/layout/IconCircleList"/>
    <dgm:cxn modelId="{C1B08EC8-4AF5-490D-89FE-FD627DDD13CD}" type="presParOf" srcId="{45462F6F-ECCA-4214-AF4D-6EC12FC1D1A0}" destId="{F68D7A90-4546-47FB-B949-5ABD82CD9BF4}" srcOrd="3" destOrd="0" presId="urn:microsoft.com/office/officeart/2018/2/layout/IconCircleList"/>
    <dgm:cxn modelId="{1A1B3E87-64B1-48B2-8DEB-1BFC54B019F3}" type="presParOf" srcId="{DA09C8A4-7F7F-47F1-9565-8A9BD683ECDA}" destId="{5A442B1C-EAA0-4A86-B38F-7EC23468D3AF}" srcOrd="1" destOrd="0" presId="urn:microsoft.com/office/officeart/2018/2/layout/IconCircleList"/>
    <dgm:cxn modelId="{66397382-5FDF-4AD3-985C-A55F557B9095}" type="presParOf" srcId="{DA09C8A4-7F7F-47F1-9565-8A9BD683ECDA}" destId="{7347AFE2-2767-446B-8505-1EC5AED04EE7}" srcOrd="2" destOrd="0" presId="urn:microsoft.com/office/officeart/2018/2/layout/IconCircleList"/>
    <dgm:cxn modelId="{2E5528A6-25A9-43F5-97C3-4354BA93ECDB}" type="presParOf" srcId="{7347AFE2-2767-446B-8505-1EC5AED04EE7}" destId="{36751918-52D1-4F7C-B437-DFBAAC5CDF76}" srcOrd="0" destOrd="0" presId="urn:microsoft.com/office/officeart/2018/2/layout/IconCircleList"/>
    <dgm:cxn modelId="{50F1ACE4-5A0E-4C45-800A-60F625A6C9AC}" type="presParOf" srcId="{7347AFE2-2767-446B-8505-1EC5AED04EE7}" destId="{4EC5CF26-7637-40D0-BD2C-B5F2DD02B6B1}" srcOrd="1" destOrd="0" presId="urn:microsoft.com/office/officeart/2018/2/layout/IconCircleList"/>
    <dgm:cxn modelId="{09B95BE0-CB5D-4629-8968-2A81ED892555}" type="presParOf" srcId="{7347AFE2-2767-446B-8505-1EC5AED04EE7}" destId="{33D7B172-D359-4EF1-9BD1-6C0586A70406}" srcOrd="2" destOrd="0" presId="urn:microsoft.com/office/officeart/2018/2/layout/IconCircleList"/>
    <dgm:cxn modelId="{E46594B7-2D0A-48BC-8824-A2B2D860F6FB}" type="presParOf" srcId="{7347AFE2-2767-446B-8505-1EC5AED04EE7}" destId="{698ED3C7-C02F-4252-A854-3C4294221CCD}"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20A763A-BFC3-4187-ACE5-042961811B3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194A5C1-62B0-46C4-B535-FDCDB9492A90}">
      <dgm:prSet/>
      <dgm:spPr/>
      <dgm:t>
        <a:bodyPr/>
        <a:lstStyle/>
        <a:p>
          <a:pPr>
            <a:lnSpc>
              <a:spcPct val="100000"/>
            </a:lnSpc>
          </a:pPr>
          <a:r>
            <a:rPr lang="en-GB"/>
            <a:t>This meeting is held at the beginning of the sprint.</a:t>
          </a:r>
          <a:endParaRPr lang="en-US"/>
        </a:p>
      </dgm:t>
    </dgm:pt>
    <dgm:pt modelId="{82435DCC-8332-4CD2-8607-C6F4503729B6}" type="parTrans" cxnId="{3E05420D-1E4E-431D-8A9B-3B242C713721}">
      <dgm:prSet/>
      <dgm:spPr/>
      <dgm:t>
        <a:bodyPr/>
        <a:lstStyle/>
        <a:p>
          <a:endParaRPr lang="en-US"/>
        </a:p>
      </dgm:t>
    </dgm:pt>
    <dgm:pt modelId="{338FFEBC-5098-40C6-A9C1-E16A5E2EF37D}" type="sibTrans" cxnId="{3E05420D-1E4E-431D-8A9B-3B242C713721}">
      <dgm:prSet/>
      <dgm:spPr/>
      <dgm:t>
        <a:bodyPr/>
        <a:lstStyle/>
        <a:p>
          <a:endParaRPr lang="en-US"/>
        </a:p>
      </dgm:t>
    </dgm:pt>
    <dgm:pt modelId="{7F33DE66-9427-4D64-AAD2-332FE8FEFD7C}">
      <dgm:prSet/>
      <dgm:spPr/>
      <dgm:t>
        <a:bodyPr/>
        <a:lstStyle/>
        <a:p>
          <a:pPr>
            <a:lnSpc>
              <a:spcPct val="100000"/>
            </a:lnSpc>
          </a:pPr>
          <a:r>
            <a:rPr lang="en-GB"/>
            <a:t>The meeting will usually take the full day for a two-week sprint and is split into two sections (what and how).</a:t>
          </a:r>
          <a:endParaRPr lang="en-US"/>
        </a:p>
      </dgm:t>
    </dgm:pt>
    <dgm:pt modelId="{7B226BFB-D32F-4383-9B9C-B8BD478D11CB}" type="parTrans" cxnId="{A7F63725-169D-4735-A8E9-E25B34D4D9D7}">
      <dgm:prSet/>
      <dgm:spPr/>
      <dgm:t>
        <a:bodyPr/>
        <a:lstStyle/>
        <a:p>
          <a:endParaRPr lang="en-US"/>
        </a:p>
      </dgm:t>
    </dgm:pt>
    <dgm:pt modelId="{ABECC623-9B22-4A85-85B6-58DDCA9A971A}" type="sibTrans" cxnId="{A7F63725-169D-4735-A8E9-E25B34D4D9D7}">
      <dgm:prSet/>
      <dgm:spPr/>
      <dgm:t>
        <a:bodyPr/>
        <a:lstStyle/>
        <a:p>
          <a:endParaRPr lang="en-US"/>
        </a:p>
      </dgm:t>
    </dgm:pt>
    <dgm:pt modelId="{C0316DD9-1C37-4A8D-A224-D0513C9376B2}">
      <dgm:prSet/>
      <dgm:spPr/>
      <dgm:t>
        <a:bodyPr/>
        <a:lstStyle/>
        <a:p>
          <a:pPr>
            <a:lnSpc>
              <a:spcPct val="100000"/>
            </a:lnSpc>
          </a:pPr>
          <a:r>
            <a:rPr lang="en-GB"/>
            <a:t>The first half of the meeting is where the team decide </a:t>
          </a:r>
          <a:r>
            <a:rPr lang="en-GB" b="1"/>
            <a:t>what</a:t>
          </a:r>
          <a:r>
            <a:rPr lang="en-GB"/>
            <a:t> is going to be brought into the sprint backlog.</a:t>
          </a:r>
          <a:endParaRPr lang="en-US"/>
        </a:p>
      </dgm:t>
    </dgm:pt>
    <dgm:pt modelId="{EA068320-3C5D-4A14-B9B8-7EE57BA51017}" type="parTrans" cxnId="{774CEA5D-09C0-47F5-8F57-DED1D33B0C5F}">
      <dgm:prSet/>
      <dgm:spPr/>
      <dgm:t>
        <a:bodyPr/>
        <a:lstStyle/>
        <a:p>
          <a:endParaRPr lang="en-US"/>
        </a:p>
      </dgm:t>
    </dgm:pt>
    <dgm:pt modelId="{F64C162E-DD05-461A-B626-30518B3AAF4B}" type="sibTrans" cxnId="{774CEA5D-09C0-47F5-8F57-DED1D33B0C5F}">
      <dgm:prSet/>
      <dgm:spPr/>
      <dgm:t>
        <a:bodyPr/>
        <a:lstStyle/>
        <a:p>
          <a:endParaRPr lang="en-US"/>
        </a:p>
      </dgm:t>
    </dgm:pt>
    <dgm:pt modelId="{7F07B07C-E7CE-430A-8B2E-8917B2C33098}">
      <dgm:prSet/>
      <dgm:spPr/>
      <dgm:t>
        <a:bodyPr/>
        <a:lstStyle/>
        <a:p>
          <a:pPr>
            <a:lnSpc>
              <a:spcPct val="100000"/>
            </a:lnSpc>
          </a:pPr>
          <a:r>
            <a:rPr lang="en-GB"/>
            <a:t>The second half of the meeting is where the team decide </a:t>
          </a:r>
          <a:r>
            <a:rPr lang="en-GB" b="1"/>
            <a:t>how</a:t>
          </a:r>
          <a:r>
            <a:rPr lang="en-GB"/>
            <a:t> the items are going to be completed,</a:t>
          </a:r>
          <a:endParaRPr lang="en-US"/>
        </a:p>
      </dgm:t>
    </dgm:pt>
    <dgm:pt modelId="{A9FC5F00-5DA1-4882-A52F-95AB501C1E3B}" type="parTrans" cxnId="{E7F2F24D-05AD-4AD5-AE70-5B311F1A23BF}">
      <dgm:prSet/>
      <dgm:spPr/>
      <dgm:t>
        <a:bodyPr/>
        <a:lstStyle/>
        <a:p>
          <a:endParaRPr lang="en-US"/>
        </a:p>
      </dgm:t>
    </dgm:pt>
    <dgm:pt modelId="{BE40A755-1EF7-487D-B635-9F8F3342CCC2}" type="sibTrans" cxnId="{E7F2F24D-05AD-4AD5-AE70-5B311F1A23BF}">
      <dgm:prSet/>
      <dgm:spPr/>
      <dgm:t>
        <a:bodyPr/>
        <a:lstStyle/>
        <a:p>
          <a:endParaRPr lang="en-US"/>
        </a:p>
      </dgm:t>
    </dgm:pt>
    <dgm:pt modelId="{0ED97A63-CAD8-4015-A111-C86A6A266E36}">
      <dgm:prSet/>
      <dgm:spPr/>
      <dgm:t>
        <a:bodyPr/>
        <a:lstStyle/>
        <a:p>
          <a:pPr>
            <a:lnSpc>
              <a:spcPct val="100000"/>
            </a:lnSpc>
          </a:pPr>
          <a:r>
            <a:rPr lang="en-GB"/>
            <a:t>usually done by breaking down the tasks into smaller pieces and adding technical details.</a:t>
          </a:r>
          <a:endParaRPr lang="en-US"/>
        </a:p>
      </dgm:t>
    </dgm:pt>
    <dgm:pt modelId="{3B1D9A0E-0510-420C-B733-BD9739004F7F}" type="parTrans" cxnId="{817ABA44-89BE-4E5D-AA6F-361161783925}">
      <dgm:prSet/>
      <dgm:spPr/>
      <dgm:t>
        <a:bodyPr/>
        <a:lstStyle/>
        <a:p>
          <a:endParaRPr lang="en-US"/>
        </a:p>
      </dgm:t>
    </dgm:pt>
    <dgm:pt modelId="{FA836F3D-BFDB-4E98-9696-48DD8BBEFE0B}" type="sibTrans" cxnId="{817ABA44-89BE-4E5D-AA6F-361161783925}">
      <dgm:prSet/>
      <dgm:spPr/>
      <dgm:t>
        <a:bodyPr/>
        <a:lstStyle/>
        <a:p>
          <a:endParaRPr lang="en-US"/>
        </a:p>
      </dgm:t>
    </dgm:pt>
    <dgm:pt modelId="{F604DB44-18B5-4348-A28F-81D2937D4AE3}" type="pres">
      <dgm:prSet presAssocID="{B20A763A-BFC3-4187-ACE5-042961811B32}" presName="root" presStyleCnt="0">
        <dgm:presLayoutVars>
          <dgm:dir/>
          <dgm:resizeHandles val="exact"/>
        </dgm:presLayoutVars>
      </dgm:prSet>
      <dgm:spPr/>
    </dgm:pt>
    <dgm:pt modelId="{4FA3E979-C74A-462A-B9B6-E5916036E722}" type="pres">
      <dgm:prSet presAssocID="{A194A5C1-62B0-46C4-B535-FDCDB9492A90}" presName="compNode" presStyleCnt="0"/>
      <dgm:spPr/>
    </dgm:pt>
    <dgm:pt modelId="{7C91E90C-FB5E-4831-BB24-14F76AFE08A1}" type="pres">
      <dgm:prSet presAssocID="{A194A5C1-62B0-46C4-B535-FDCDB9492A90}" presName="bgRect" presStyleLbl="bgShp" presStyleIdx="0" presStyleCnt="5"/>
      <dgm:spPr/>
    </dgm:pt>
    <dgm:pt modelId="{D6602AAC-8315-4132-9D6C-A344DFDA8345}" type="pres">
      <dgm:prSet presAssocID="{A194A5C1-62B0-46C4-B535-FDCDB9492A9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eeting"/>
        </a:ext>
      </dgm:extLst>
    </dgm:pt>
    <dgm:pt modelId="{5720AA02-DF98-4342-8D62-A6822CECE240}" type="pres">
      <dgm:prSet presAssocID="{A194A5C1-62B0-46C4-B535-FDCDB9492A90}" presName="spaceRect" presStyleCnt="0"/>
      <dgm:spPr/>
    </dgm:pt>
    <dgm:pt modelId="{F0B94216-D911-4C7C-A2CA-B2D587DEC291}" type="pres">
      <dgm:prSet presAssocID="{A194A5C1-62B0-46C4-B535-FDCDB9492A90}" presName="parTx" presStyleLbl="revTx" presStyleIdx="0" presStyleCnt="5">
        <dgm:presLayoutVars>
          <dgm:chMax val="0"/>
          <dgm:chPref val="0"/>
        </dgm:presLayoutVars>
      </dgm:prSet>
      <dgm:spPr/>
    </dgm:pt>
    <dgm:pt modelId="{259B4810-6905-41F7-9E99-5C5A613B61F3}" type="pres">
      <dgm:prSet presAssocID="{338FFEBC-5098-40C6-A9C1-E16A5E2EF37D}" presName="sibTrans" presStyleCnt="0"/>
      <dgm:spPr/>
    </dgm:pt>
    <dgm:pt modelId="{C1BB80D2-59AF-4A9F-84CA-EB176F3C33D1}" type="pres">
      <dgm:prSet presAssocID="{7F33DE66-9427-4D64-AAD2-332FE8FEFD7C}" presName="compNode" presStyleCnt="0"/>
      <dgm:spPr/>
    </dgm:pt>
    <dgm:pt modelId="{6BDB625B-FEDF-41D6-BE2D-8183D0F01D6A}" type="pres">
      <dgm:prSet presAssocID="{7F33DE66-9427-4D64-AAD2-332FE8FEFD7C}" presName="bgRect" presStyleLbl="bgShp" presStyleIdx="1" presStyleCnt="5"/>
      <dgm:spPr/>
    </dgm:pt>
    <dgm:pt modelId="{383ED80C-7DAF-4E8A-B80E-5BB61379A3B2}" type="pres">
      <dgm:prSet presAssocID="{7F33DE66-9427-4D64-AAD2-332FE8FEFD7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laybook"/>
        </a:ext>
      </dgm:extLst>
    </dgm:pt>
    <dgm:pt modelId="{C922CAC0-E0DA-4F47-8E5E-352A9290194D}" type="pres">
      <dgm:prSet presAssocID="{7F33DE66-9427-4D64-AAD2-332FE8FEFD7C}" presName="spaceRect" presStyleCnt="0"/>
      <dgm:spPr/>
    </dgm:pt>
    <dgm:pt modelId="{9B6DF32F-5C1C-4D1A-80E9-649660E61DFF}" type="pres">
      <dgm:prSet presAssocID="{7F33DE66-9427-4D64-AAD2-332FE8FEFD7C}" presName="parTx" presStyleLbl="revTx" presStyleIdx="1" presStyleCnt="5">
        <dgm:presLayoutVars>
          <dgm:chMax val="0"/>
          <dgm:chPref val="0"/>
        </dgm:presLayoutVars>
      </dgm:prSet>
      <dgm:spPr/>
    </dgm:pt>
    <dgm:pt modelId="{30B3A053-6192-4507-BCE2-88BBD9ADE83D}" type="pres">
      <dgm:prSet presAssocID="{ABECC623-9B22-4A85-85B6-58DDCA9A971A}" presName="sibTrans" presStyleCnt="0"/>
      <dgm:spPr/>
    </dgm:pt>
    <dgm:pt modelId="{ABE8A7AC-96CF-4E37-8E0A-4DED2C5C99A4}" type="pres">
      <dgm:prSet presAssocID="{C0316DD9-1C37-4A8D-A224-D0513C9376B2}" presName="compNode" presStyleCnt="0"/>
      <dgm:spPr/>
    </dgm:pt>
    <dgm:pt modelId="{67BCBBCE-665A-4AB4-BE56-C9CC8E3B35A3}" type="pres">
      <dgm:prSet presAssocID="{C0316DD9-1C37-4A8D-A224-D0513C9376B2}" presName="bgRect" presStyleLbl="bgShp" presStyleIdx="2" presStyleCnt="5"/>
      <dgm:spPr/>
    </dgm:pt>
    <dgm:pt modelId="{C20E26C9-B649-47B2-A0F2-49B103C76E29}" type="pres">
      <dgm:prSet presAssocID="{C0316DD9-1C37-4A8D-A224-D0513C9376B2}"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ranching Diagram"/>
        </a:ext>
      </dgm:extLst>
    </dgm:pt>
    <dgm:pt modelId="{21070D2E-63A6-4B39-AB9F-2B7CCA7F6EAE}" type="pres">
      <dgm:prSet presAssocID="{C0316DD9-1C37-4A8D-A224-D0513C9376B2}" presName="spaceRect" presStyleCnt="0"/>
      <dgm:spPr/>
    </dgm:pt>
    <dgm:pt modelId="{4B61D32A-B5C6-4AB5-B346-D8852C240E7D}" type="pres">
      <dgm:prSet presAssocID="{C0316DD9-1C37-4A8D-A224-D0513C9376B2}" presName="parTx" presStyleLbl="revTx" presStyleIdx="2" presStyleCnt="5">
        <dgm:presLayoutVars>
          <dgm:chMax val="0"/>
          <dgm:chPref val="0"/>
        </dgm:presLayoutVars>
      </dgm:prSet>
      <dgm:spPr/>
    </dgm:pt>
    <dgm:pt modelId="{F81D4D6F-4469-4386-B46C-B0091418B18B}" type="pres">
      <dgm:prSet presAssocID="{F64C162E-DD05-461A-B626-30518B3AAF4B}" presName="sibTrans" presStyleCnt="0"/>
      <dgm:spPr/>
    </dgm:pt>
    <dgm:pt modelId="{2F319EA8-3F40-44B1-9D39-23DD1769D25D}" type="pres">
      <dgm:prSet presAssocID="{7F07B07C-E7CE-430A-8B2E-8917B2C33098}" presName="compNode" presStyleCnt="0"/>
      <dgm:spPr/>
    </dgm:pt>
    <dgm:pt modelId="{29EFB390-3B4E-41CB-A4ED-E4A2004B58F1}" type="pres">
      <dgm:prSet presAssocID="{7F07B07C-E7CE-430A-8B2E-8917B2C33098}" presName="bgRect" presStyleLbl="bgShp" presStyleIdx="3" presStyleCnt="5"/>
      <dgm:spPr/>
    </dgm:pt>
    <dgm:pt modelId="{F56AB163-C33D-4B3A-BDFC-881DBDFB340C}" type="pres">
      <dgm:prSet presAssocID="{7F07B07C-E7CE-430A-8B2E-8917B2C33098}"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at"/>
        </a:ext>
      </dgm:extLst>
    </dgm:pt>
    <dgm:pt modelId="{0E548302-4BD9-4FBE-A2FA-5AF0E4755E10}" type="pres">
      <dgm:prSet presAssocID="{7F07B07C-E7CE-430A-8B2E-8917B2C33098}" presName="spaceRect" presStyleCnt="0"/>
      <dgm:spPr/>
    </dgm:pt>
    <dgm:pt modelId="{8853D49F-EECC-41AD-91AC-406B43131AF0}" type="pres">
      <dgm:prSet presAssocID="{7F07B07C-E7CE-430A-8B2E-8917B2C33098}" presName="parTx" presStyleLbl="revTx" presStyleIdx="3" presStyleCnt="5">
        <dgm:presLayoutVars>
          <dgm:chMax val="0"/>
          <dgm:chPref val="0"/>
        </dgm:presLayoutVars>
      </dgm:prSet>
      <dgm:spPr/>
    </dgm:pt>
    <dgm:pt modelId="{1118EE0C-22E9-41D8-9849-72315D23D48F}" type="pres">
      <dgm:prSet presAssocID="{BE40A755-1EF7-487D-B635-9F8F3342CCC2}" presName="sibTrans" presStyleCnt="0"/>
      <dgm:spPr/>
    </dgm:pt>
    <dgm:pt modelId="{B9C4EC09-8E4F-4D22-8777-398BAEFE0C54}" type="pres">
      <dgm:prSet presAssocID="{0ED97A63-CAD8-4015-A111-C86A6A266E36}" presName="compNode" presStyleCnt="0"/>
      <dgm:spPr/>
    </dgm:pt>
    <dgm:pt modelId="{F339DA5C-CE4E-4EAF-9FB6-915247B12841}" type="pres">
      <dgm:prSet presAssocID="{0ED97A63-CAD8-4015-A111-C86A6A266E36}" presName="bgRect" presStyleLbl="bgShp" presStyleIdx="4" presStyleCnt="5"/>
      <dgm:spPr/>
    </dgm:pt>
    <dgm:pt modelId="{E3AF0298-86D4-4D46-BC3E-6DC606145A1D}" type="pres">
      <dgm:prSet presAssocID="{0ED97A63-CAD8-4015-A111-C86A6A266E3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Puzzle"/>
        </a:ext>
      </dgm:extLst>
    </dgm:pt>
    <dgm:pt modelId="{EB8B4616-0D61-4A20-BE8D-ECA3645FCEDC}" type="pres">
      <dgm:prSet presAssocID="{0ED97A63-CAD8-4015-A111-C86A6A266E36}" presName="spaceRect" presStyleCnt="0"/>
      <dgm:spPr/>
    </dgm:pt>
    <dgm:pt modelId="{421614F4-BFC4-4CCC-94A4-1C7178C15EA3}" type="pres">
      <dgm:prSet presAssocID="{0ED97A63-CAD8-4015-A111-C86A6A266E36}" presName="parTx" presStyleLbl="revTx" presStyleIdx="4" presStyleCnt="5">
        <dgm:presLayoutVars>
          <dgm:chMax val="0"/>
          <dgm:chPref val="0"/>
        </dgm:presLayoutVars>
      </dgm:prSet>
      <dgm:spPr/>
    </dgm:pt>
  </dgm:ptLst>
  <dgm:cxnLst>
    <dgm:cxn modelId="{3E05420D-1E4E-431D-8A9B-3B242C713721}" srcId="{B20A763A-BFC3-4187-ACE5-042961811B32}" destId="{A194A5C1-62B0-46C4-B535-FDCDB9492A90}" srcOrd="0" destOrd="0" parTransId="{82435DCC-8332-4CD2-8607-C6F4503729B6}" sibTransId="{338FFEBC-5098-40C6-A9C1-E16A5E2EF37D}"/>
    <dgm:cxn modelId="{A7F63725-169D-4735-A8E9-E25B34D4D9D7}" srcId="{B20A763A-BFC3-4187-ACE5-042961811B32}" destId="{7F33DE66-9427-4D64-AAD2-332FE8FEFD7C}" srcOrd="1" destOrd="0" parTransId="{7B226BFB-D32F-4383-9B9C-B8BD478D11CB}" sibTransId="{ABECC623-9B22-4A85-85B6-58DDCA9A971A}"/>
    <dgm:cxn modelId="{774CEA5D-09C0-47F5-8F57-DED1D33B0C5F}" srcId="{B20A763A-BFC3-4187-ACE5-042961811B32}" destId="{C0316DD9-1C37-4A8D-A224-D0513C9376B2}" srcOrd="2" destOrd="0" parTransId="{EA068320-3C5D-4A14-B9B8-7EE57BA51017}" sibTransId="{F64C162E-DD05-461A-B626-30518B3AAF4B}"/>
    <dgm:cxn modelId="{817ABA44-89BE-4E5D-AA6F-361161783925}" srcId="{B20A763A-BFC3-4187-ACE5-042961811B32}" destId="{0ED97A63-CAD8-4015-A111-C86A6A266E36}" srcOrd="4" destOrd="0" parTransId="{3B1D9A0E-0510-420C-B733-BD9739004F7F}" sibTransId="{FA836F3D-BFDB-4E98-9696-48DD8BBEFE0B}"/>
    <dgm:cxn modelId="{E7F2F24D-05AD-4AD5-AE70-5B311F1A23BF}" srcId="{B20A763A-BFC3-4187-ACE5-042961811B32}" destId="{7F07B07C-E7CE-430A-8B2E-8917B2C33098}" srcOrd="3" destOrd="0" parTransId="{A9FC5F00-5DA1-4882-A52F-95AB501C1E3B}" sibTransId="{BE40A755-1EF7-487D-B635-9F8F3342CCC2}"/>
    <dgm:cxn modelId="{E2EBC56F-792E-46F7-956F-86B79B93D396}" type="presOf" srcId="{A194A5C1-62B0-46C4-B535-FDCDB9492A90}" destId="{F0B94216-D911-4C7C-A2CA-B2D587DEC291}" srcOrd="0" destOrd="0" presId="urn:microsoft.com/office/officeart/2018/2/layout/IconVerticalSolidList"/>
    <dgm:cxn modelId="{DEABB87F-92AF-4D91-8D71-777C93F368CE}" type="presOf" srcId="{C0316DD9-1C37-4A8D-A224-D0513C9376B2}" destId="{4B61D32A-B5C6-4AB5-B346-D8852C240E7D}" srcOrd="0" destOrd="0" presId="urn:microsoft.com/office/officeart/2018/2/layout/IconVerticalSolidList"/>
    <dgm:cxn modelId="{33AE138F-C37C-4D89-9A7A-226F47A7E110}" type="presOf" srcId="{0ED97A63-CAD8-4015-A111-C86A6A266E36}" destId="{421614F4-BFC4-4CCC-94A4-1C7178C15EA3}" srcOrd="0" destOrd="0" presId="urn:microsoft.com/office/officeart/2018/2/layout/IconVerticalSolidList"/>
    <dgm:cxn modelId="{60984D91-4CAF-4E21-A575-01B8D81D8AEC}" type="presOf" srcId="{7F07B07C-E7CE-430A-8B2E-8917B2C33098}" destId="{8853D49F-EECC-41AD-91AC-406B43131AF0}" srcOrd="0" destOrd="0" presId="urn:microsoft.com/office/officeart/2018/2/layout/IconVerticalSolidList"/>
    <dgm:cxn modelId="{A98687BB-8A68-4F41-8E7D-6619C1D48F25}" type="presOf" srcId="{B20A763A-BFC3-4187-ACE5-042961811B32}" destId="{F604DB44-18B5-4348-A28F-81D2937D4AE3}" srcOrd="0" destOrd="0" presId="urn:microsoft.com/office/officeart/2018/2/layout/IconVerticalSolidList"/>
    <dgm:cxn modelId="{A1639CDD-5841-47D4-B6F6-32EF2D82882E}" type="presOf" srcId="{7F33DE66-9427-4D64-AAD2-332FE8FEFD7C}" destId="{9B6DF32F-5C1C-4D1A-80E9-649660E61DFF}" srcOrd="0" destOrd="0" presId="urn:microsoft.com/office/officeart/2018/2/layout/IconVerticalSolidList"/>
    <dgm:cxn modelId="{039F87B2-6624-425C-A399-A00A87396E0A}" type="presParOf" srcId="{F604DB44-18B5-4348-A28F-81D2937D4AE3}" destId="{4FA3E979-C74A-462A-B9B6-E5916036E722}" srcOrd="0" destOrd="0" presId="urn:microsoft.com/office/officeart/2018/2/layout/IconVerticalSolidList"/>
    <dgm:cxn modelId="{65F0730B-D015-4C16-9002-B3FF1698CF2D}" type="presParOf" srcId="{4FA3E979-C74A-462A-B9B6-E5916036E722}" destId="{7C91E90C-FB5E-4831-BB24-14F76AFE08A1}" srcOrd="0" destOrd="0" presId="urn:microsoft.com/office/officeart/2018/2/layout/IconVerticalSolidList"/>
    <dgm:cxn modelId="{D8294770-0CEB-431E-997E-89700539138C}" type="presParOf" srcId="{4FA3E979-C74A-462A-B9B6-E5916036E722}" destId="{D6602AAC-8315-4132-9D6C-A344DFDA8345}" srcOrd="1" destOrd="0" presId="urn:microsoft.com/office/officeart/2018/2/layout/IconVerticalSolidList"/>
    <dgm:cxn modelId="{2396BB5B-877D-4A55-9E7E-E2CA73CF4540}" type="presParOf" srcId="{4FA3E979-C74A-462A-B9B6-E5916036E722}" destId="{5720AA02-DF98-4342-8D62-A6822CECE240}" srcOrd="2" destOrd="0" presId="urn:microsoft.com/office/officeart/2018/2/layout/IconVerticalSolidList"/>
    <dgm:cxn modelId="{F0BB4C1A-1A4D-44D9-9FD1-5B780F7979D1}" type="presParOf" srcId="{4FA3E979-C74A-462A-B9B6-E5916036E722}" destId="{F0B94216-D911-4C7C-A2CA-B2D587DEC291}" srcOrd="3" destOrd="0" presId="urn:microsoft.com/office/officeart/2018/2/layout/IconVerticalSolidList"/>
    <dgm:cxn modelId="{C6C6B246-62BC-4060-867A-8E968AFA0ABD}" type="presParOf" srcId="{F604DB44-18B5-4348-A28F-81D2937D4AE3}" destId="{259B4810-6905-41F7-9E99-5C5A613B61F3}" srcOrd="1" destOrd="0" presId="urn:microsoft.com/office/officeart/2018/2/layout/IconVerticalSolidList"/>
    <dgm:cxn modelId="{2C424D31-97BB-474D-BC9E-294F769AD1F7}" type="presParOf" srcId="{F604DB44-18B5-4348-A28F-81D2937D4AE3}" destId="{C1BB80D2-59AF-4A9F-84CA-EB176F3C33D1}" srcOrd="2" destOrd="0" presId="urn:microsoft.com/office/officeart/2018/2/layout/IconVerticalSolidList"/>
    <dgm:cxn modelId="{61D925AF-099E-4137-9993-9CB34F1D475D}" type="presParOf" srcId="{C1BB80D2-59AF-4A9F-84CA-EB176F3C33D1}" destId="{6BDB625B-FEDF-41D6-BE2D-8183D0F01D6A}" srcOrd="0" destOrd="0" presId="urn:microsoft.com/office/officeart/2018/2/layout/IconVerticalSolidList"/>
    <dgm:cxn modelId="{C17ED28F-97C5-4996-AF54-B2BD3EF36D2C}" type="presParOf" srcId="{C1BB80D2-59AF-4A9F-84CA-EB176F3C33D1}" destId="{383ED80C-7DAF-4E8A-B80E-5BB61379A3B2}" srcOrd="1" destOrd="0" presId="urn:microsoft.com/office/officeart/2018/2/layout/IconVerticalSolidList"/>
    <dgm:cxn modelId="{C0A0A9BE-4257-46F2-B2B1-445F3B7BD1DF}" type="presParOf" srcId="{C1BB80D2-59AF-4A9F-84CA-EB176F3C33D1}" destId="{C922CAC0-E0DA-4F47-8E5E-352A9290194D}" srcOrd="2" destOrd="0" presId="urn:microsoft.com/office/officeart/2018/2/layout/IconVerticalSolidList"/>
    <dgm:cxn modelId="{5E0517ED-3865-4A38-8CDB-E83CBC135162}" type="presParOf" srcId="{C1BB80D2-59AF-4A9F-84CA-EB176F3C33D1}" destId="{9B6DF32F-5C1C-4D1A-80E9-649660E61DFF}" srcOrd="3" destOrd="0" presId="urn:microsoft.com/office/officeart/2018/2/layout/IconVerticalSolidList"/>
    <dgm:cxn modelId="{AFF73CB6-7007-4E0A-9398-B62A1B9E2CAC}" type="presParOf" srcId="{F604DB44-18B5-4348-A28F-81D2937D4AE3}" destId="{30B3A053-6192-4507-BCE2-88BBD9ADE83D}" srcOrd="3" destOrd="0" presId="urn:microsoft.com/office/officeart/2018/2/layout/IconVerticalSolidList"/>
    <dgm:cxn modelId="{FB0141CD-4734-4133-A407-136A2584A10C}" type="presParOf" srcId="{F604DB44-18B5-4348-A28F-81D2937D4AE3}" destId="{ABE8A7AC-96CF-4E37-8E0A-4DED2C5C99A4}" srcOrd="4" destOrd="0" presId="urn:microsoft.com/office/officeart/2018/2/layout/IconVerticalSolidList"/>
    <dgm:cxn modelId="{CE33AD12-84BB-49A9-9A67-9545FC4F4FDE}" type="presParOf" srcId="{ABE8A7AC-96CF-4E37-8E0A-4DED2C5C99A4}" destId="{67BCBBCE-665A-4AB4-BE56-C9CC8E3B35A3}" srcOrd="0" destOrd="0" presId="urn:microsoft.com/office/officeart/2018/2/layout/IconVerticalSolidList"/>
    <dgm:cxn modelId="{CE6BD008-AFD6-46E5-9D8F-BBBA0A1BAD8C}" type="presParOf" srcId="{ABE8A7AC-96CF-4E37-8E0A-4DED2C5C99A4}" destId="{C20E26C9-B649-47B2-A0F2-49B103C76E29}" srcOrd="1" destOrd="0" presId="urn:microsoft.com/office/officeart/2018/2/layout/IconVerticalSolidList"/>
    <dgm:cxn modelId="{2AC07F22-0C36-4D57-AFDF-5EC216744742}" type="presParOf" srcId="{ABE8A7AC-96CF-4E37-8E0A-4DED2C5C99A4}" destId="{21070D2E-63A6-4B39-AB9F-2B7CCA7F6EAE}" srcOrd="2" destOrd="0" presId="urn:microsoft.com/office/officeart/2018/2/layout/IconVerticalSolidList"/>
    <dgm:cxn modelId="{1BD84937-A38C-481C-9C71-CCFADE4EF3A4}" type="presParOf" srcId="{ABE8A7AC-96CF-4E37-8E0A-4DED2C5C99A4}" destId="{4B61D32A-B5C6-4AB5-B346-D8852C240E7D}" srcOrd="3" destOrd="0" presId="urn:microsoft.com/office/officeart/2018/2/layout/IconVerticalSolidList"/>
    <dgm:cxn modelId="{16FF645B-66F8-429C-82B8-D333DBBE1D1B}" type="presParOf" srcId="{F604DB44-18B5-4348-A28F-81D2937D4AE3}" destId="{F81D4D6F-4469-4386-B46C-B0091418B18B}" srcOrd="5" destOrd="0" presId="urn:microsoft.com/office/officeart/2018/2/layout/IconVerticalSolidList"/>
    <dgm:cxn modelId="{A9D43F8E-44EF-4843-A160-31DCC0AAEFD7}" type="presParOf" srcId="{F604DB44-18B5-4348-A28F-81D2937D4AE3}" destId="{2F319EA8-3F40-44B1-9D39-23DD1769D25D}" srcOrd="6" destOrd="0" presId="urn:microsoft.com/office/officeart/2018/2/layout/IconVerticalSolidList"/>
    <dgm:cxn modelId="{D7114E83-F161-4859-BCCA-7B2B53D231A6}" type="presParOf" srcId="{2F319EA8-3F40-44B1-9D39-23DD1769D25D}" destId="{29EFB390-3B4E-41CB-A4ED-E4A2004B58F1}" srcOrd="0" destOrd="0" presId="urn:microsoft.com/office/officeart/2018/2/layout/IconVerticalSolidList"/>
    <dgm:cxn modelId="{40C1CFC9-73CC-4291-82F9-89F0B2D7E4E0}" type="presParOf" srcId="{2F319EA8-3F40-44B1-9D39-23DD1769D25D}" destId="{F56AB163-C33D-4B3A-BDFC-881DBDFB340C}" srcOrd="1" destOrd="0" presId="urn:microsoft.com/office/officeart/2018/2/layout/IconVerticalSolidList"/>
    <dgm:cxn modelId="{5C3F9786-5C5A-4B03-8457-D3E343B7823D}" type="presParOf" srcId="{2F319EA8-3F40-44B1-9D39-23DD1769D25D}" destId="{0E548302-4BD9-4FBE-A2FA-5AF0E4755E10}" srcOrd="2" destOrd="0" presId="urn:microsoft.com/office/officeart/2018/2/layout/IconVerticalSolidList"/>
    <dgm:cxn modelId="{E85F8234-E42A-4A31-9E6B-2F181C42CFEF}" type="presParOf" srcId="{2F319EA8-3F40-44B1-9D39-23DD1769D25D}" destId="{8853D49F-EECC-41AD-91AC-406B43131AF0}" srcOrd="3" destOrd="0" presId="urn:microsoft.com/office/officeart/2018/2/layout/IconVerticalSolidList"/>
    <dgm:cxn modelId="{EE2AF737-8787-4192-ACA7-BA3DFE612A29}" type="presParOf" srcId="{F604DB44-18B5-4348-A28F-81D2937D4AE3}" destId="{1118EE0C-22E9-41D8-9849-72315D23D48F}" srcOrd="7" destOrd="0" presId="urn:microsoft.com/office/officeart/2018/2/layout/IconVerticalSolidList"/>
    <dgm:cxn modelId="{743BB485-2BA3-4D45-8B62-695400E9FE63}" type="presParOf" srcId="{F604DB44-18B5-4348-A28F-81D2937D4AE3}" destId="{B9C4EC09-8E4F-4D22-8777-398BAEFE0C54}" srcOrd="8" destOrd="0" presId="urn:microsoft.com/office/officeart/2018/2/layout/IconVerticalSolidList"/>
    <dgm:cxn modelId="{3434EB5C-FA4D-4F51-BD80-935A6E2CBD81}" type="presParOf" srcId="{B9C4EC09-8E4F-4D22-8777-398BAEFE0C54}" destId="{F339DA5C-CE4E-4EAF-9FB6-915247B12841}" srcOrd="0" destOrd="0" presId="urn:microsoft.com/office/officeart/2018/2/layout/IconVerticalSolidList"/>
    <dgm:cxn modelId="{177A57A7-9657-49F0-ADD1-4FC939C50888}" type="presParOf" srcId="{B9C4EC09-8E4F-4D22-8777-398BAEFE0C54}" destId="{E3AF0298-86D4-4D46-BC3E-6DC606145A1D}" srcOrd="1" destOrd="0" presId="urn:microsoft.com/office/officeart/2018/2/layout/IconVerticalSolidList"/>
    <dgm:cxn modelId="{207FA4BB-68BC-46F5-966C-C415F91100F4}" type="presParOf" srcId="{B9C4EC09-8E4F-4D22-8777-398BAEFE0C54}" destId="{EB8B4616-0D61-4A20-BE8D-ECA3645FCEDC}" srcOrd="2" destOrd="0" presId="urn:microsoft.com/office/officeart/2018/2/layout/IconVerticalSolidList"/>
    <dgm:cxn modelId="{37A9D5DC-C358-4ABC-9718-AA31F299B00B}" type="presParOf" srcId="{B9C4EC09-8E4F-4D22-8777-398BAEFE0C54}" destId="{421614F4-BFC4-4CCC-94A4-1C7178C15EA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6060F71-0686-44FB-8C3D-D486E21E854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CE0505E-50F3-4250-AC13-54F2A3F15B41}">
      <dgm:prSet custT="1"/>
      <dgm:spPr/>
      <dgm:t>
        <a:bodyPr/>
        <a:lstStyle/>
        <a:p>
          <a:r>
            <a:rPr lang="en-GB" sz="2000" dirty="0"/>
            <a:t>This is a daily 15-minute meeting used to optimise communication across the team.</a:t>
          </a:r>
          <a:endParaRPr lang="en-US" sz="2000" dirty="0"/>
        </a:p>
      </dgm:t>
    </dgm:pt>
    <dgm:pt modelId="{A4F39FC0-AF04-4AFF-AA9B-D6224B12873E}" type="parTrans" cxnId="{9C2862DC-95AB-4191-A5E0-A5E6287060F9}">
      <dgm:prSet/>
      <dgm:spPr/>
      <dgm:t>
        <a:bodyPr/>
        <a:lstStyle/>
        <a:p>
          <a:endParaRPr lang="en-US"/>
        </a:p>
      </dgm:t>
    </dgm:pt>
    <dgm:pt modelId="{2AF9B7B4-B5F2-4B71-AFB6-B2791B5BC079}" type="sibTrans" cxnId="{9C2862DC-95AB-4191-A5E0-A5E6287060F9}">
      <dgm:prSet/>
      <dgm:spPr/>
      <dgm:t>
        <a:bodyPr/>
        <a:lstStyle/>
        <a:p>
          <a:endParaRPr lang="en-US"/>
        </a:p>
      </dgm:t>
    </dgm:pt>
    <dgm:pt modelId="{A1047FAC-5C76-4ADF-AEC0-21C5C60CE591}">
      <dgm:prSet custT="1"/>
      <dgm:spPr/>
      <dgm:t>
        <a:bodyPr/>
        <a:lstStyle/>
        <a:p>
          <a:r>
            <a:rPr lang="en-GB" sz="2000" dirty="0"/>
            <a:t>Following points are discussed by every participant:</a:t>
          </a:r>
          <a:endParaRPr lang="en-US" sz="2000" dirty="0"/>
        </a:p>
      </dgm:t>
    </dgm:pt>
    <dgm:pt modelId="{A020E44E-7F5E-4116-816D-58B527543FA2}" type="parTrans" cxnId="{BF60373C-A62A-42DA-BF45-E2A1A5587B1B}">
      <dgm:prSet/>
      <dgm:spPr/>
      <dgm:t>
        <a:bodyPr/>
        <a:lstStyle/>
        <a:p>
          <a:endParaRPr lang="en-US"/>
        </a:p>
      </dgm:t>
    </dgm:pt>
    <dgm:pt modelId="{3618D4FB-F256-4289-9734-D537EC6AA366}" type="sibTrans" cxnId="{BF60373C-A62A-42DA-BF45-E2A1A5587B1B}">
      <dgm:prSet/>
      <dgm:spPr/>
      <dgm:t>
        <a:bodyPr/>
        <a:lstStyle/>
        <a:p>
          <a:endParaRPr lang="en-US"/>
        </a:p>
      </dgm:t>
    </dgm:pt>
    <dgm:pt modelId="{F2E310D1-8BE4-4DFD-939D-8B10CF480F28}">
      <dgm:prSet custT="1"/>
      <dgm:spPr/>
      <dgm:t>
        <a:bodyPr/>
        <a:lstStyle/>
        <a:p>
          <a:r>
            <a:rPr lang="en-GB" sz="2000" dirty="0"/>
            <a:t>What did I do </a:t>
          </a:r>
          <a:r>
            <a:rPr lang="en-GB" sz="2000" b="1" dirty="0"/>
            <a:t>yesterday</a:t>
          </a:r>
          <a:r>
            <a:rPr lang="en-GB" sz="2000" dirty="0"/>
            <a:t> that helped meet the sprint goal?</a:t>
          </a:r>
          <a:endParaRPr lang="en-US" sz="2000" dirty="0"/>
        </a:p>
      </dgm:t>
    </dgm:pt>
    <dgm:pt modelId="{37DCF656-7B97-4207-A9B0-F0B649D0589F}" type="parTrans" cxnId="{503291ED-1A2A-4DB4-BA10-7AFBEA99CED9}">
      <dgm:prSet/>
      <dgm:spPr/>
      <dgm:t>
        <a:bodyPr/>
        <a:lstStyle/>
        <a:p>
          <a:endParaRPr lang="en-US"/>
        </a:p>
      </dgm:t>
    </dgm:pt>
    <dgm:pt modelId="{4548B324-13BE-442D-8E64-57C6291F6A78}" type="sibTrans" cxnId="{503291ED-1A2A-4DB4-BA10-7AFBEA99CED9}">
      <dgm:prSet/>
      <dgm:spPr/>
      <dgm:t>
        <a:bodyPr/>
        <a:lstStyle/>
        <a:p>
          <a:endParaRPr lang="en-US"/>
        </a:p>
      </dgm:t>
    </dgm:pt>
    <dgm:pt modelId="{A8C9C6F9-2782-4F8B-99F5-22BD9E237D16}">
      <dgm:prSet custT="1"/>
      <dgm:spPr/>
      <dgm:t>
        <a:bodyPr/>
        <a:lstStyle/>
        <a:p>
          <a:r>
            <a:rPr lang="en-GB" sz="2000" dirty="0"/>
            <a:t>What will I do </a:t>
          </a:r>
          <a:r>
            <a:rPr lang="en-GB" sz="2000" b="1" dirty="0"/>
            <a:t>today</a:t>
          </a:r>
          <a:r>
            <a:rPr lang="en-GB" sz="2000" dirty="0"/>
            <a:t> to help meet the sprint goal?</a:t>
          </a:r>
          <a:endParaRPr lang="en-US" sz="2000" dirty="0"/>
        </a:p>
      </dgm:t>
    </dgm:pt>
    <dgm:pt modelId="{5D636DE6-29F5-45D8-9DC7-8088160EA97E}" type="parTrans" cxnId="{C9B5954B-E3CE-41A2-8CAD-E29BFC0A1B5E}">
      <dgm:prSet/>
      <dgm:spPr/>
      <dgm:t>
        <a:bodyPr/>
        <a:lstStyle/>
        <a:p>
          <a:endParaRPr lang="en-US"/>
        </a:p>
      </dgm:t>
    </dgm:pt>
    <dgm:pt modelId="{7A3A461E-2858-455F-B78F-9D55FEC43038}" type="sibTrans" cxnId="{C9B5954B-E3CE-41A2-8CAD-E29BFC0A1B5E}">
      <dgm:prSet/>
      <dgm:spPr/>
      <dgm:t>
        <a:bodyPr/>
        <a:lstStyle/>
        <a:p>
          <a:endParaRPr lang="en-US"/>
        </a:p>
      </dgm:t>
    </dgm:pt>
    <dgm:pt modelId="{D437B18B-8952-459D-B87A-46EE3DFF1E47}">
      <dgm:prSet custT="1"/>
      <dgm:spPr/>
      <dgm:t>
        <a:bodyPr/>
        <a:lstStyle/>
        <a:p>
          <a:pPr rtl="0"/>
          <a:r>
            <a:rPr lang="en-GB" sz="2000" dirty="0"/>
            <a:t>Do I see any future </a:t>
          </a:r>
          <a:r>
            <a:rPr lang="en-GB" sz="2000" b="1" dirty="0"/>
            <a:t>impediments</a:t>
          </a:r>
          <a:r>
            <a:rPr lang="en-GB" sz="2000" dirty="0"/>
            <a:t> that prevents the team from meeting the sprint goal?</a:t>
          </a:r>
          <a:endParaRPr lang="en-US" sz="2000" dirty="0"/>
        </a:p>
      </dgm:t>
    </dgm:pt>
    <dgm:pt modelId="{B434CA5D-F5A3-4C76-8FA6-B34B1499B722}" type="parTrans" cxnId="{38AAD800-D45B-49DE-ACF7-91D9886302B8}">
      <dgm:prSet/>
      <dgm:spPr/>
      <dgm:t>
        <a:bodyPr/>
        <a:lstStyle/>
        <a:p>
          <a:endParaRPr lang="en-US"/>
        </a:p>
      </dgm:t>
    </dgm:pt>
    <dgm:pt modelId="{1FE50267-0ACC-45FB-93D9-F861773FDA0F}" type="sibTrans" cxnId="{38AAD800-D45B-49DE-ACF7-91D9886302B8}">
      <dgm:prSet/>
      <dgm:spPr/>
      <dgm:t>
        <a:bodyPr/>
        <a:lstStyle/>
        <a:p>
          <a:endParaRPr lang="en-US"/>
        </a:p>
      </dgm:t>
    </dgm:pt>
    <dgm:pt modelId="{739C8FE0-7701-45DA-9C6D-56D07AE39E1D}">
      <dgm:prSet custT="1"/>
      <dgm:spPr/>
      <dgm:t>
        <a:bodyPr/>
        <a:lstStyle/>
        <a:p>
          <a:endParaRPr lang="en-US" sz="2000" dirty="0"/>
        </a:p>
      </dgm:t>
    </dgm:pt>
    <dgm:pt modelId="{8F00F1AC-C07D-4A18-A0C0-CBF04D68E12E}" type="parTrans" cxnId="{9E29FF74-7DE6-4C62-A8CF-E19E4F509598}">
      <dgm:prSet/>
      <dgm:spPr/>
      <dgm:t>
        <a:bodyPr/>
        <a:lstStyle/>
        <a:p>
          <a:endParaRPr lang="en-GB"/>
        </a:p>
      </dgm:t>
    </dgm:pt>
    <dgm:pt modelId="{A6E22DF0-A3A7-4D26-99DC-2E3F45798AFD}" type="sibTrans" cxnId="{9E29FF74-7DE6-4C62-A8CF-E19E4F509598}">
      <dgm:prSet/>
      <dgm:spPr/>
      <dgm:t>
        <a:bodyPr/>
        <a:lstStyle/>
        <a:p>
          <a:endParaRPr lang="en-GB"/>
        </a:p>
      </dgm:t>
    </dgm:pt>
    <dgm:pt modelId="{1A64E533-3DEA-4681-8185-6302ECA04354}">
      <dgm:prSet custT="1"/>
      <dgm:spPr/>
      <dgm:t>
        <a:bodyPr/>
        <a:lstStyle/>
        <a:p>
          <a:endParaRPr lang="en-US" sz="2000" dirty="0"/>
        </a:p>
      </dgm:t>
    </dgm:pt>
    <dgm:pt modelId="{B94B3B76-3F4F-41C5-9D1C-71444681E080}" type="parTrans" cxnId="{D0B101CE-2F9B-4098-9C37-1AF08D776C44}">
      <dgm:prSet/>
      <dgm:spPr/>
      <dgm:t>
        <a:bodyPr/>
        <a:lstStyle/>
        <a:p>
          <a:endParaRPr lang="en-GB"/>
        </a:p>
      </dgm:t>
    </dgm:pt>
    <dgm:pt modelId="{279E755E-33CA-4B1D-A9F8-D0AB9876FDF3}" type="sibTrans" cxnId="{D0B101CE-2F9B-4098-9C37-1AF08D776C44}">
      <dgm:prSet/>
      <dgm:spPr/>
      <dgm:t>
        <a:bodyPr/>
        <a:lstStyle/>
        <a:p>
          <a:endParaRPr lang="en-GB"/>
        </a:p>
      </dgm:t>
    </dgm:pt>
    <dgm:pt modelId="{F59A820C-53DF-4435-806E-E729436EA475}">
      <dgm:prSet custT="1"/>
      <dgm:spPr/>
      <dgm:t>
        <a:bodyPr/>
        <a:lstStyle/>
        <a:p>
          <a:endParaRPr lang="en-US" sz="2400" dirty="0"/>
        </a:p>
      </dgm:t>
    </dgm:pt>
    <dgm:pt modelId="{040A11A0-03B8-49BB-B163-A12EA240D1AC}" type="parTrans" cxnId="{CB5D7127-3A1D-4BC3-9974-515335EA9D2E}">
      <dgm:prSet/>
      <dgm:spPr/>
      <dgm:t>
        <a:bodyPr/>
        <a:lstStyle/>
        <a:p>
          <a:endParaRPr lang="en-GB"/>
        </a:p>
      </dgm:t>
    </dgm:pt>
    <dgm:pt modelId="{F001BCB7-87F6-4F0B-8DCD-0EF46BCE1D07}" type="sibTrans" cxnId="{CB5D7127-3A1D-4BC3-9974-515335EA9D2E}">
      <dgm:prSet/>
      <dgm:spPr/>
      <dgm:t>
        <a:bodyPr/>
        <a:lstStyle/>
        <a:p>
          <a:endParaRPr lang="en-GB"/>
        </a:p>
      </dgm:t>
    </dgm:pt>
    <dgm:pt modelId="{04C9C75E-D57A-4FF3-A82B-DE8627619D6B}" type="pres">
      <dgm:prSet presAssocID="{26060F71-0686-44FB-8C3D-D486E21E854F}" presName="linear" presStyleCnt="0">
        <dgm:presLayoutVars>
          <dgm:animLvl val="lvl"/>
          <dgm:resizeHandles val="exact"/>
        </dgm:presLayoutVars>
      </dgm:prSet>
      <dgm:spPr/>
    </dgm:pt>
    <dgm:pt modelId="{416C31AE-5B1E-487B-B14F-EDFED35DD8F9}" type="pres">
      <dgm:prSet presAssocID="{9CE0505E-50F3-4250-AC13-54F2A3F15B41}" presName="parentText" presStyleLbl="node1" presStyleIdx="0" presStyleCnt="2" custScaleY="59816">
        <dgm:presLayoutVars>
          <dgm:chMax val="0"/>
          <dgm:bulletEnabled val="1"/>
        </dgm:presLayoutVars>
      </dgm:prSet>
      <dgm:spPr/>
    </dgm:pt>
    <dgm:pt modelId="{3EC7892C-588B-4B6B-89E3-9DB3011D9DFF}" type="pres">
      <dgm:prSet presAssocID="{2AF9B7B4-B5F2-4B71-AFB6-B2791B5BC079}" presName="spacer" presStyleCnt="0"/>
      <dgm:spPr/>
    </dgm:pt>
    <dgm:pt modelId="{F8E1D981-5D23-4AAA-A9E4-941F6DDF5A6B}" type="pres">
      <dgm:prSet presAssocID="{A1047FAC-5C76-4ADF-AEC0-21C5C60CE591}" presName="parentText" presStyleLbl="node1" presStyleIdx="1" presStyleCnt="2" custScaleY="57572">
        <dgm:presLayoutVars>
          <dgm:chMax val="0"/>
          <dgm:bulletEnabled val="1"/>
        </dgm:presLayoutVars>
      </dgm:prSet>
      <dgm:spPr/>
    </dgm:pt>
    <dgm:pt modelId="{613F9E1E-FC1E-41B2-8DDE-6C0580131021}" type="pres">
      <dgm:prSet presAssocID="{A1047FAC-5C76-4ADF-AEC0-21C5C60CE591}" presName="childText" presStyleLbl="revTx" presStyleIdx="0" presStyleCnt="1">
        <dgm:presLayoutVars>
          <dgm:bulletEnabled val="1"/>
        </dgm:presLayoutVars>
      </dgm:prSet>
      <dgm:spPr/>
    </dgm:pt>
  </dgm:ptLst>
  <dgm:cxnLst>
    <dgm:cxn modelId="{38AAD800-D45B-49DE-ACF7-91D9886302B8}" srcId="{A1047FAC-5C76-4ADF-AEC0-21C5C60CE591}" destId="{D437B18B-8952-459D-B87A-46EE3DFF1E47}" srcOrd="5" destOrd="0" parTransId="{B434CA5D-F5A3-4C76-8FA6-B34B1499B722}" sibTransId="{1FE50267-0ACC-45FB-93D9-F861773FDA0F}"/>
    <dgm:cxn modelId="{CB5D7127-3A1D-4BC3-9974-515335EA9D2E}" srcId="{A1047FAC-5C76-4ADF-AEC0-21C5C60CE591}" destId="{F59A820C-53DF-4435-806E-E729436EA475}" srcOrd="0" destOrd="0" parTransId="{040A11A0-03B8-49BB-B163-A12EA240D1AC}" sibTransId="{F001BCB7-87F6-4F0B-8DCD-0EF46BCE1D07}"/>
    <dgm:cxn modelId="{205BEE39-3DCC-42C1-844B-22A6AE89D77E}" type="presOf" srcId="{9CE0505E-50F3-4250-AC13-54F2A3F15B41}" destId="{416C31AE-5B1E-487B-B14F-EDFED35DD8F9}" srcOrd="0" destOrd="0" presId="urn:microsoft.com/office/officeart/2005/8/layout/vList2"/>
    <dgm:cxn modelId="{BF60373C-A62A-42DA-BF45-E2A1A5587B1B}" srcId="{26060F71-0686-44FB-8C3D-D486E21E854F}" destId="{A1047FAC-5C76-4ADF-AEC0-21C5C60CE591}" srcOrd="1" destOrd="0" parTransId="{A020E44E-7F5E-4116-816D-58B527543FA2}" sibTransId="{3618D4FB-F256-4289-9734-D537EC6AA366}"/>
    <dgm:cxn modelId="{E9F2FE5D-3B86-465E-8E83-5F64E956500D}" type="presOf" srcId="{739C8FE0-7701-45DA-9C6D-56D07AE39E1D}" destId="{613F9E1E-FC1E-41B2-8DDE-6C0580131021}" srcOrd="0" destOrd="2" presId="urn:microsoft.com/office/officeart/2005/8/layout/vList2"/>
    <dgm:cxn modelId="{C704E041-D81D-44F0-82F6-47D6FF3F58A6}" type="presOf" srcId="{F2E310D1-8BE4-4DFD-939D-8B10CF480F28}" destId="{613F9E1E-FC1E-41B2-8DDE-6C0580131021}" srcOrd="0" destOrd="1" presId="urn:microsoft.com/office/officeart/2005/8/layout/vList2"/>
    <dgm:cxn modelId="{9B63F868-E98C-41C0-825F-B9196CA8584E}" type="presOf" srcId="{A8C9C6F9-2782-4F8B-99F5-22BD9E237D16}" destId="{613F9E1E-FC1E-41B2-8DDE-6C0580131021}" srcOrd="0" destOrd="3" presId="urn:microsoft.com/office/officeart/2005/8/layout/vList2"/>
    <dgm:cxn modelId="{C9B5954B-E3CE-41A2-8CAD-E29BFC0A1B5E}" srcId="{A1047FAC-5C76-4ADF-AEC0-21C5C60CE591}" destId="{A8C9C6F9-2782-4F8B-99F5-22BD9E237D16}" srcOrd="3" destOrd="0" parTransId="{5D636DE6-29F5-45D8-9DC7-8088160EA97E}" sibTransId="{7A3A461E-2858-455F-B78F-9D55FEC43038}"/>
    <dgm:cxn modelId="{869B676F-A543-423B-9816-5F8B939D87DB}" type="presOf" srcId="{A1047FAC-5C76-4ADF-AEC0-21C5C60CE591}" destId="{F8E1D981-5D23-4AAA-A9E4-941F6DDF5A6B}" srcOrd="0" destOrd="0" presId="urn:microsoft.com/office/officeart/2005/8/layout/vList2"/>
    <dgm:cxn modelId="{9E29FF74-7DE6-4C62-A8CF-E19E4F509598}" srcId="{A1047FAC-5C76-4ADF-AEC0-21C5C60CE591}" destId="{739C8FE0-7701-45DA-9C6D-56D07AE39E1D}" srcOrd="2" destOrd="0" parTransId="{8F00F1AC-C07D-4A18-A0C0-CBF04D68E12E}" sibTransId="{A6E22DF0-A3A7-4D26-99DC-2E3F45798AFD}"/>
    <dgm:cxn modelId="{23466558-B06D-41E2-BA4C-F50AFDA01744}" type="presOf" srcId="{1A64E533-3DEA-4681-8185-6302ECA04354}" destId="{613F9E1E-FC1E-41B2-8DDE-6C0580131021}" srcOrd="0" destOrd="4" presId="urn:microsoft.com/office/officeart/2005/8/layout/vList2"/>
    <dgm:cxn modelId="{98648EA5-79A5-4410-9E4F-FC22E784CA60}" type="presOf" srcId="{26060F71-0686-44FB-8C3D-D486E21E854F}" destId="{04C9C75E-D57A-4FF3-A82B-DE8627619D6B}" srcOrd="0" destOrd="0" presId="urn:microsoft.com/office/officeart/2005/8/layout/vList2"/>
    <dgm:cxn modelId="{EF16CAA9-2761-4C39-AB6B-9AA52E2FB6FC}" type="presOf" srcId="{F59A820C-53DF-4435-806E-E729436EA475}" destId="{613F9E1E-FC1E-41B2-8DDE-6C0580131021}" srcOrd="0" destOrd="0" presId="urn:microsoft.com/office/officeart/2005/8/layout/vList2"/>
    <dgm:cxn modelId="{D0B101CE-2F9B-4098-9C37-1AF08D776C44}" srcId="{A1047FAC-5C76-4ADF-AEC0-21C5C60CE591}" destId="{1A64E533-3DEA-4681-8185-6302ECA04354}" srcOrd="4" destOrd="0" parTransId="{B94B3B76-3F4F-41C5-9D1C-71444681E080}" sibTransId="{279E755E-33CA-4B1D-A9F8-D0AB9876FDF3}"/>
    <dgm:cxn modelId="{9C2862DC-95AB-4191-A5E0-A5E6287060F9}" srcId="{26060F71-0686-44FB-8C3D-D486E21E854F}" destId="{9CE0505E-50F3-4250-AC13-54F2A3F15B41}" srcOrd="0" destOrd="0" parTransId="{A4F39FC0-AF04-4AFF-AA9B-D6224B12873E}" sibTransId="{2AF9B7B4-B5F2-4B71-AFB6-B2791B5BC079}"/>
    <dgm:cxn modelId="{503291ED-1A2A-4DB4-BA10-7AFBEA99CED9}" srcId="{A1047FAC-5C76-4ADF-AEC0-21C5C60CE591}" destId="{F2E310D1-8BE4-4DFD-939D-8B10CF480F28}" srcOrd="1" destOrd="0" parTransId="{37DCF656-7B97-4207-A9B0-F0B649D0589F}" sibTransId="{4548B324-13BE-442D-8E64-57C6291F6A78}"/>
    <dgm:cxn modelId="{2BEA28FB-6DE8-4A84-A3C4-D45F3866BD47}" type="presOf" srcId="{D437B18B-8952-459D-B87A-46EE3DFF1E47}" destId="{613F9E1E-FC1E-41B2-8DDE-6C0580131021}" srcOrd="0" destOrd="5" presId="urn:microsoft.com/office/officeart/2005/8/layout/vList2"/>
    <dgm:cxn modelId="{5342AF6A-BC79-48E2-96BE-630CCC95183D}" type="presParOf" srcId="{04C9C75E-D57A-4FF3-A82B-DE8627619D6B}" destId="{416C31AE-5B1E-487B-B14F-EDFED35DD8F9}" srcOrd="0" destOrd="0" presId="urn:microsoft.com/office/officeart/2005/8/layout/vList2"/>
    <dgm:cxn modelId="{AC0F393B-FD0D-4E6B-B449-80E9E3268717}" type="presParOf" srcId="{04C9C75E-D57A-4FF3-A82B-DE8627619D6B}" destId="{3EC7892C-588B-4B6B-89E3-9DB3011D9DFF}" srcOrd="1" destOrd="0" presId="urn:microsoft.com/office/officeart/2005/8/layout/vList2"/>
    <dgm:cxn modelId="{5FCF62EC-9C3C-4F8F-AA13-B27EAA543936}" type="presParOf" srcId="{04C9C75E-D57A-4FF3-A82B-DE8627619D6B}" destId="{F8E1D981-5D23-4AAA-A9E4-941F6DDF5A6B}" srcOrd="2" destOrd="0" presId="urn:microsoft.com/office/officeart/2005/8/layout/vList2"/>
    <dgm:cxn modelId="{80CC48E9-0585-40C5-A13D-A8AC4D73694B}" type="presParOf" srcId="{04C9C75E-D57A-4FF3-A82B-DE8627619D6B}" destId="{613F9E1E-FC1E-41B2-8DDE-6C0580131021}"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49D6C30-A384-494C-8F42-619827F4219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1C2BE1C-75CC-4ACC-AAC0-FDF4865FA9B7}">
      <dgm:prSet custT="1"/>
      <dgm:spPr/>
      <dgm:t>
        <a:bodyPr/>
        <a:lstStyle/>
        <a:p>
          <a:r>
            <a:rPr lang="en-GB" sz="2000" dirty="0"/>
            <a:t>Held at the end of the sprint to inspect the work done and adapt the product backlog. The development team, product owner and key stakeholders are all present at this meeting. In the sprint review meeting:</a:t>
          </a:r>
          <a:endParaRPr lang="en-US" sz="2000" dirty="0"/>
        </a:p>
      </dgm:t>
    </dgm:pt>
    <dgm:pt modelId="{DD30DC3F-791B-4BDF-A7DB-6B4E1C09908A}" type="parTrans" cxnId="{B955AC17-0E38-4F47-92A0-B504E2490F0C}">
      <dgm:prSet/>
      <dgm:spPr/>
      <dgm:t>
        <a:bodyPr/>
        <a:lstStyle/>
        <a:p>
          <a:endParaRPr lang="en-US"/>
        </a:p>
      </dgm:t>
    </dgm:pt>
    <dgm:pt modelId="{3F461457-E482-498B-8EE4-4A3E13C01B53}" type="sibTrans" cxnId="{B955AC17-0E38-4F47-92A0-B504E2490F0C}">
      <dgm:prSet/>
      <dgm:spPr/>
      <dgm:t>
        <a:bodyPr/>
        <a:lstStyle/>
        <a:p>
          <a:endParaRPr lang="en-US"/>
        </a:p>
      </dgm:t>
    </dgm:pt>
    <dgm:pt modelId="{BD7C8254-8208-4A85-8313-2DFD4A732D91}">
      <dgm:prSet custT="1"/>
      <dgm:spPr/>
      <dgm:t>
        <a:bodyPr/>
        <a:lstStyle/>
        <a:p>
          <a:r>
            <a:rPr lang="en-GB" sz="2000" dirty="0"/>
            <a:t>The development team demonstrates what work was done, and answers any questions</a:t>
          </a:r>
          <a:endParaRPr lang="en-US" sz="2000" dirty="0"/>
        </a:p>
      </dgm:t>
    </dgm:pt>
    <dgm:pt modelId="{B9EB2CD4-F0DD-458C-9CFB-C9DD3C3762D8}" type="parTrans" cxnId="{80514529-C389-461E-AFD9-838EBCE8366F}">
      <dgm:prSet/>
      <dgm:spPr/>
      <dgm:t>
        <a:bodyPr/>
        <a:lstStyle/>
        <a:p>
          <a:endParaRPr lang="en-US"/>
        </a:p>
      </dgm:t>
    </dgm:pt>
    <dgm:pt modelId="{E821ADD6-ADB3-4DDB-9A2C-5D514617CFC7}" type="sibTrans" cxnId="{80514529-C389-461E-AFD9-838EBCE8366F}">
      <dgm:prSet/>
      <dgm:spPr/>
      <dgm:t>
        <a:bodyPr/>
        <a:lstStyle/>
        <a:p>
          <a:endParaRPr lang="en-US"/>
        </a:p>
      </dgm:t>
    </dgm:pt>
    <dgm:pt modelId="{C16FC53C-DA7A-4CD2-8AE9-FEA895B2FB04}">
      <dgm:prSet custT="1"/>
      <dgm:spPr/>
      <dgm:t>
        <a:bodyPr/>
        <a:lstStyle/>
        <a:p>
          <a:r>
            <a:rPr lang="en-GB" sz="2000" dirty="0"/>
            <a:t>The product owner discusses the product backlog as it stands</a:t>
          </a:r>
          <a:endParaRPr lang="en-US" sz="2000" dirty="0"/>
        </a:p>
      </dgm:t>
    </dgm:pt>
    <dgm:pt modelId="{F2500D02-F5DA-4A01-856A-F9EBA0607E19}" type="parTrans" cxnId="{7E450FEB-19E1-4D10-83A2-2B27C0B99C49}">
      <dgm:prSet/>
      <dgm:spPr/>
      <dgm:t>
        <a:bodyPr/>
        <a:lstStyle/>
        <a:p>
          <a:endParaRPr lang="en-US"/>
        </a:p>
      </dgm:t>
    </dgm:pt>
    <dgm:pt modelId="{1D4484E3-F440-4C4B-8072-461293DCA516}" type="sibTrans" cxnId="{7E450FEB-19E1-4D10-83A2-2B27C0B99C49}">
      <dgm:prSet/>
      <dgm:spPr/>
      <dgm:t>
        <a:bodyPr/>
        <a:lstStyle/>
        <a:p>
          <a:endParaRPr lang="en-US"/>
        </a:p>
      </dgm:t>
    </dgm:pt>
    <dgm:pt modelId="{288A24C4-FB81-4AD0-9EC3-9BBED22C72BE}">
      <dgm:prSet custT="1"/>
      <dgm:spPr/>
      <dgm:t>
        <a:bodyPr/>
        <a:lstStyle/>
        <a:p>
          <a:r>
            <a:rPr lang="en-GB" sz="2000" dirty="0"/>
            <a:t>The entire group collaborates on what to do next, to provide valuable input to future sprint planning</a:t>
          </a:r>
          <a:endParaRPr lang="en-US" sz="2000" dirty="0"/>
        </a:p>
      </dgm:t>
    </dgm:pt>
    <dgm:pt modelId="{32F4C87C-8E85-41CE-99F3-A30FA88E8BD0}" type="parTrans" cxnId="{F3D5A368-2488-4799-A420-E315CA9DFD85}">
      <dgm:prSet/>
      <dgm:spPr/>
      <dgm:t>
        <a:bodyPr/>
        <a:lstStyle/>
        <a:p>
          <a:endParaRPr lang="en-US"/>
        </a:p>
      </dgm:t>
    </dgm:pt>
    <dgm:pt modelId="{93F005D0-3BC8-4330-B960-B9AA86CEC4E6}" type="sibTrans" cxnId="{F3D5A368-2488-4799-A420-E315CA9DFD85}">
      <dgm:prSet/>
      <dgm:spPr/>
      <dgm:t>
        <a:bodyPr/>
        <a:lstStyle/>
        <a:p>
          <a:endParaRPr lang="en-US"/>
        </a:p>
      </dgm:t>
    </dgm:pt>
    <dgm:pt modelId="{D3BE1FCF-BC87-462D-BDBA-14C85B766169}">
      <dgm:prSet custT="1"/>
      <dgm:spPr/>
      <dgm:t>
        <a:bodyPr/>
        <a:lstStyle/>
        <a:p>
          <a:endParaRPr lang="en-US" sz="2400" dirty="0"/>
        </a:p>
      </dgm:t>
    </dgm:pt>
    <dgm:pt modelId="{F03BFFC1-7823-4CC0-BE0D-89404E3E6D8A}" type="parTrans" cxnId="{4EA4AA76-4198-4180-A5A8-47B8774FB9D2}">
      <dgm:prSet/>
      <dgm:spPr/>
      <dgm:t>
        <a:bodyPr/>
        <a:lstStyle/>
        <a:p>
          <a:endParaRPr lang="en-GB"/>
        </a:p>
      </dgm:t>
    </dgm:pt>
    <dgm:pt modelId="{382DCD9D-4688-4E8F-9BA4-53BCF16A965F}" type="sibTrans" cxnId="{4EA4AA76-4198-4180-A5A8-47B8774FB9D2}">
      <dgm:prSet/>
      <dgm:spPr/>
      <dgm:t>
        <a:bodyPr/>
        <a:lstStyle/>
        <a:p>
          <a:endParaRPr lang="en-GB"/>
        </a:p>
      </dgm:t>
    </dgm:pt>
    <dgm:pt modelId="{5B1F2C84-D378-4752-87C5-B7FFBCFFAF1D}">
      <dgm:prSet custT="1"/>
      <dgm:spPr/>
      <dgm:t>
        <a:bodyPr/>
        <a:lstStyle/>
        <a:p>
          <a:endParaRPr lang="en-US" sz="2000" dirty="0"/>
        </a:p>
      </dgm:t>
    </dgm:pt>
    <dgm:pt modelId="{44B86371-CDF6-41A4-8658-FE358552A435}" type="parTrans" cxnId="{3ECC183F-6109-476F-B330-33976F404D1D}">
      <dgm:prSet/>
      <dgm:spPr/>
      <dgm:t>
        <a:bodyPr/>
        <a:lstStyle/>
        <a:p>
          <a:endParaRPr lang="en-GB"/>
        </a:p>
      </dgm:t>
    </dgm:pt>
    <dgm:pt modelId="{91DAC252-1AFB-42F2-82E2-2B72ED43E8DC}" type="sibTrans" cxnId="{3ECC183F-6109-476F-B330-33976F404D1D}">
      <dgm:prSet/>
      <dgm:spPr/>
      <dgm:t>
        <a:bodyPr/>
        <a:lstStyle/>
        <a:p>
          <a:endParaRPr lang="en-GB"/>
        </a:p>
      </dgm:t>
    </dgm:pt>
    <dgm:pt modelId="{BCE60EB2-48EB-4E1D-B9DE-536BA78564F4}">
      <dgm:prSet custT="1"/>
      <dgm:spPr/>
      <dgm:t>
        <a:bodyPr/>
        <a:lstStyle/>
        <a:p>
          <a:endParaRPr lang="en-US" sz="2000" dirty="0"/>
        </a:p>
      </dgm:t>
    </dgm:pt>
    <dgm:pt modelId="{F52AC7C7-5954-4FD4-82FF-9E862E8CA58B}" type="parTrans" cxnId="{910FE218-B11A-46CA-9D43-497BFF76DF28}">
      <dgm:prSet/>
      <dgm:spPr/>
      <dgm:t>
        <a:bodyPr/>
        <a:lstStyle/>
        <a:p>
          <a:endParaRPr lang="en-GB"/>
        </a:p>
      </dgm:t>
    </dgm:pt>
    <dgm:pt modelId="{D324A37D-FDCA-4701-AFB0-9F723F70EB95}" type="sibTrans" cxnId="{910FE218-B11A-46CA-9D43-497BFF76DF28}">
      <dgm:prSet/>
      <dgm:spPr/>
      <dgm:t>
        <a:bodyPr/>
        <a:lstStyle/>
        <a:p>
          <a:endParaRPr lang="en-GB"/>
        </a:p>
      </dgm:t>
    </dgm:pt>
    <dgm:pt modelId="{100C69A7-F9D0-48E0-AF75-06B1C4438EE5}" type="pres">
      <dgm:prSet presAssocID="{B49D6C30-A384-494C-8F42-619827F42199}" presName="linear" presStyleCnt="0">
        <dgm:presLayoutVars>
          <dgm:animLvl val="lvl"/>
          <dgm:resizeHandles val="exact"/>
        </dgm:presLayoutVars>
      </dgm:prSet>
      <dgm:spPr/>
    </dgm:pt>
    <dgm:pt modelId="{48AE1DCD-1F9A-468C-A10D-0F4C7FC22C86}" type="pres">
      <dgm:prSet presAssocID="{01C2BE1C-75CC-4ACC-AAC0-FDF4865FA9B7}" presName="parentText" presStyleLbl="node1" presStyleIdx="0" presStyleCnt="1">
        <dgm:presLayoutVars>
          <dgm:chMax val="0"/>
          <dgm:bulletEnabled val="1"/>
        </dgm:presLayoutVars>
      </dgm:prSet>
      <dgm:spPr/>
    </dgm:pt>
    <dgm:pt modelId="{3280E1E4-DC55-4569-8678-E90B82ADCA51}" type="pres">
      <dgm:prSet presAssocID="{01C2BE1C-75CC-4ACC-AAC0-FDF4865FA9B7}" presName="childText" presStyleLbl="revTx" presStyleIdx="0" presStyleCnt="1">
        <dgm:presLayoutVars>
          <dgm:bulletEnabled val="1"/>
        </dgm:presLayoutVars>
      </dgm:prSet>
      <dgm:spPr/>
    </dgm:pt>
  </dgm:ptLst>
  <dgm:cxnLst>
    <dgm:cxn modelId="{B955AC17-0E38-4F47-92A0-B504E2490F0C}" srcId="{B49D6C30-A384-494C-8F42-619827F42199}" destId="{01C2BE1C-75CC-4ACC-AAC0-FDF4865FA9B7}" srcOrd="0" destOrd="0" parTransId="{DD30DC3F-791B-4BDF-A7DB-6B4E1C09908A}" sibTransId="{3F461457-E482-498B-8EE4-4A3E13C01B53}"/>
    <dgm:cxn modelId="{910FE218-B11A-46CA-9D43-497BFF76DF28}" srcId="{01C2BE1C-75CC-4ACC-AAC0-FDF4865FA9B7}" destId="{BCE60EB2-48EB-4E1D-B9DE-536BA78564F4}" srcOrd="4" destOrd="0" parTransId="{F52AC7C7-5954-4FD4-82FF-9E862E8CA58B}" sibTransId="{D324A37D-FDCA-4701-AFB0-9F723F70EB95}"/>
    <dgm:cxn modelId="{8402D820-D811-4247-9237-ED5BC08A8DDD}" type="presOf" srcId="{BCE60EB2-48EB-4E1D-B9DE-536BA78564F4}" destId="{3280E1E4-DC55-4569-8678-E90B82ADCA51}" srcOrd="0" destOrd="4" presId="urn:microsoft.com/office/officeart/2005/8/layout/vList2"/>
    <dgm:cxn modelId="{80514529-C389-461E-AFD9-838EBCE8366F}" srcId="{01C2BE1C-75CC-4ACC-AAC0-FDF4865FA9B7}" destId="{BD7C8254-8208-4A85-8313-2DFD4A732D91}" srcOrd="1" destOrd="0" parTransId="{B9EB2CD4-F0DD-458C-9CFB-C9DD3C3762D8}" sibTransId="{E821ADD6-ADB3-4DDB-9A2C-5D514617CFC7}"/>
    <dgm:cxn modelId="{3ECC183F-6109-476F-B330-33976F404D1D}" srcId="{01C2BE1C-75CC-4ACC-AAC0-FDF4865FA9B7}" destId="{5B1F2C84-D378-4752-87C5-B7FFBCFFAF1D}" srcOrd="2" destOrd="0" parTransId="{44B86371-CDF6-41A4-8658-FE358552A435}" sibTransId="{91DAC252-1AFB-42F2-82E2-2B72ED43E8DC}"/>
    <dgm:cxn modelId="{7A506C42-5FB6-4621-ABDD-F3A0F50A2767}" type="presOf" srcId="{288A24C4-FB81-4AD0-9EC3-9BBED22C72BE}" destId="{3280E1E4-DC55-4569-8678-E90B82ADCA51}" srcOrd="0" destOrd="5" presId="urn:microsoft.com/office/officeart/2005/8/layout/vList2"/>
    <dgm:cxn modelId="{F3D5A368-2488-4799-A420-E315CA9DFD85}" srcId="{01C2BE1C-75CC-4ACC-AAC0-FDF4865FA9B7}" destId="{288A24C4-FB81-4AD0-9EC3-9BBED22C72BE}" srcOrd="5" destOrd="0" parTransId="{32F4C87C-8E85-41CE-99F3-A30FA88E8BD0}" sibTransId="{93F005D0-3BC8-4330-B960-B9AA86CEC4E6}"/>
    <dgm:cxn modelId="{7DE40D71-2971-4780-98BF-00CA4A8C8469}" type="presOf" srcId="{C16FC53C-DA7A-4CD2-8AE9-FEA895B2FB04}" destId="{3280E1E4-DC55-4569-8678-E90B82ADCA51}" srcOrd="0" destOrd="3" presId="urn:microsoft.com/office/officeart/2005/8/layout/vList2"/>
    <dgm:cxn modelId="{4EA4AA76-4198-4180-A5A8-47B8774FB9D2}" srcId="{01C2BE1C-75CC-4ACC-AAC0-FDF4865FA9B7}" destId="{D3BE1FCF-BC87-462D-BDBA-14C85B766169}" srcOrd="0" destOrd="0" parTransId="{F03BFFC1-7823-4CC0-BE0D-89404E3E6D8A}" sibTransId="{382DCD9D-4688-4E8F-9BA4-53BCF16A965F}"/>
    <dgm:cxn modelId="{39B00E96-0617-4B24-9D29-7F812957DD18}" type="presOf" srcId="{01C2BE1C-75CC-4ACC-AAC0-FDF4865FA9B7}" destId="{48AE1DCD-1F9A-468C-A10D-0F4C7FC22C86}" srcOrd="0" destOrd="0" presId="urn:microsoft.com/office/officeart/2005/8/layout/vList2"/>
    <dgm:cxn modelId="{8CD62797-7367-4B38-8420-61F6C28F1D30}" type="presOf" srcId="{B49D6C30-A384-494C-8F42-619827F42199}" destId="{100C69A7-F9D0-48E0-AF75-06B1C4438EE5}" srcOrd="0" destOrd="0" presId="urn:microsoft.com/office/officeart/2005/8/layout/vList2"/>
    <dgm:cxn modelId="{1CCF2FBE-5750-46F1-9A06-7655F05CC656}" type="presOf" srcId="{BD7C8254-8208-4A85-8313-2DFD4A732D91}" destId="{3280E1E4-DC55-4569-8678-E90B82ADCA51}" srcOrd="0" destOrd="1" presId="urn:microsoft.com/office/officeart/2005/8/layout/vList2"/>
    <dgm:cxn modelId="{420AB2BF-ADFA-4E23-B06D-0E94C44C57EC}" type="presOf" srcId="{5B1F2C84-D378-4752-87C5-B7FFBCFFAF1D}" destId="{3280E1E4-DC55-4569-8678-E90B82ADCA51}" srcOrd="0" destOrd="2" presId="urn:microsoft.com/office/officeart/2005/8/layout/vList2"/>
    <dgm:cxn modelId="{7E450FEB-19E1-4D10-83A2-2B27C0B99C49}" srcId="{01C2BE1C-75CC-4ACC-AAC0-FDF4865FA9B7}" destId="{C16FC53C-DA7A-4CD2-8AE9-FEA895B2FB04}" srcOrd="3" destOrd="0" parTransId="{F2500D02-F5DA-4A01-856A-F9EBA0607E19}" sibTransId="{1D4484E3-F440-4C4B-8072-461293DCA516}"/>
    <dgm:cxn modelId="{AAA544FB-C30F-4BE9-B4A9-AB43A9EC5737}" type="presOf" srcId="{D3BE1FCF-BC87-462D-BDBA-14C85B766169}" destId="{3280E1E4-DC55-4569-8678-E90B82ADCA51}" srcOrd="0" destOrd="0" presId="urn:microsoft.com/office/officeart/2005/8/layout/vList2"/>
    <dgm:cxn modelId="{2684EC7F-D156-4B22-8219-5555A37C4172}" type="presParOf" srcId="{100C69A7-F9D0-48E0-AF75-06B1C4438EE5}" destId="{48AE1DCD-1F9A-468C-A10D-0F4C7FC22C86}" srcOrd="0" destOrd="0" presId="urn:microsoft.com/office/officeart/2005/8/layout/vList2"/>
    <dgm:cxn modelId="{FF24531C-E9BF-4BB6-AC01-0A826DB18D97}" type="presParOf" srcId="{100C69A7-F9D0-48E0-AF75-06B1C4438EE5}" destId="{3280E1E4-DC55-4569-8678-E90B82ADCA51}"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3C96339-C2D3-4A12-9A1D-D90AF6EDC1A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C390956-1347-4262-8992-FCE85313856C}">
      <dgm:prSet custT="1"/>
      <dgm:spPr/>
      <dgm:t>
        <a:bodyPr/>
        <a:lstStyle/>
        <a:p>
          <a:r>
            <a:rPr lang="en-GB" sz="2400" dirty="0"/>
            <a:t>The sprint retrospective meeting is an opportunity for the scrum team to inspect itself and create a plan for improvements to be made during the next sprint. The goal of the retrospective is to:</a:t>
          </a:r>
          <a:endParaRPr lang="en-US" sz="2400" dirty="0"/>
        </a:p>
      </dgm:t>
    </dgm:pt>
    <dgm:pt modelId="{858FD0AF-8321-40DB-B7E5-682D0470FDBC}" type="parTrans" cxnId="{3D7CF751-C757-4BFA-B0AC-AE17C0C913FD}">
      <dgm:prSet/>
      <dgm:spPr/>
      <dgm:t>
        <a:bodyPr/>
        <a:lstStyle/>
        <a:p>
          <a:endParaRPr lang="en-US"/>
        </a:p>
      </dgm:t>
    </dgm:pt>
    <dgm:pt modelId="{4C05BE34-5968-4D9C-A3EA-0B14EA9AC392}" type="sibTrans" cxnId="{3D7CF751-C757-4BFA-B0AC-AE17C0C913FD}">
      <dgm:prSet/>
      <dgm:spPr/>
      <dgm:t>
        <a:bodyPr/>
        <a:lstStyle/>
        <a:p>
          <a:endParaRPr lang="en-US"/>
        </a:p>
      </dgm:t>
    </dgm:pt>
    <dgm:pt modelId="{DA9F708D-D6BE-46E4-891E-EE03AE0ADE32}">
      <dgm:prSet custT="1"/>
      <dgm:spPr/>
      <dgm:t>
        <a:bodyPr/>
        <a:lstStyle/>
        <a:p>
          <a:r>
            <a:rPr lang="en-GB" sz="2400" dirty="0"/>
            <a:t>Inspect how the last sprint went with regards to people, relationships, process, and tools</a:t>
          </a:r>
          <a:endParaRPr lang="en-US" sz="2400" dirty="0"/>
        </a:p>
      </dgm:t>
    </dgm:pt>
    <dgm:pt modelId="{8D11E32D-BC0F-42C0-9491-B1C2BBAA677E}" type="parTrans" cxnId="{D9044C7D-3DB1-4ED2-911B-90E6DAD56590}">
      <dgm:prSet/>
      <dgm:spPr/>
      <dgm:t>
        <a:bodyPr/>
        <a:lstStyle/>
        <a:p>
          <a:endParaRPr lang="en-US"/>
        </a:p>
      </dgm:t>
    </dgm:pt>
    <dgm:pt modelId="{5D190DA6-3782-4549-81C6-5B54266A96F3}" type="sibTrans" cxnId="{D9044C7D-3DB1-4ED2-911B-90E6DAD56590}">
      <dgm:prSet/>
      <dgm:spPr/>
      <dgm:t>
        <a:bodyPr/>
        <a:lstStyle/>
        <a:p>
          <a:endParaRPr lang="en-US"/>
        </a:p>
      </dgm:t>
    </dgm:pt>
    <dgm:pt modelId="{51C26CCB-3F11-4CE6-AF5E-99A8C79C136D}">
      <dgm:prSet custT="1"/>
      <dgm:spPr/>
      <dgm:t>
        <a:bodyPr/>
        <a:lstStyle/>
        <a:p>
          <a:r>
            <a:rPr lang="en-GB" sz="2400" dirty="0"/>
            <a:t>Identify what went well and any potential improvements that could be made</a:t>
          </a:r>
          <a:endParaRPr lang="en-US" sz="2400" dirty="0"/>
        </a:p>
      </dgm:t>
    </dgm:pt>
    <dgm:pt modelId="{9700DC8E-C32C-462F-A7D7-D27D619C025B}" type="parTrans" cxnId="{05C40251-85CE-4CC2-A160-CE5028CB0936}">
      <dgm:prSet/>
      <dgm:spPr/>
      <dgm:t>
        <a:bodyPr/>
        <a:lstStyle/>
        <a:p>
          <a:endParaRPr lang="en-US"/>
        </a:p>
      </dgm:t>
    </dgm:pt>
    <dgm:pt modelId="{D2636281-4A9A-451B-A94B-68280EC081C8}" type="sibTrans" cxnId="{05C40251-85CE-4CC2-A160-CE5028CB0936}">
      <dgm:prSet/>
      <dgm:spPr/>
      <dgm:t>
        <a:bodyPr/>
        <a:lstStyle/>
        <a:p>
          <a:endParaRPr lang="en-US"/>
        </a:p>
      </dgm:t>
    </dgm:pt>
    <dgm:pt modelId="{55A5332F-70D0-4FEC-9B2B-99EBF18C5137}">
      <dgm:prSet custT="1"/>
      <dgm:spPr/>
      <dgm:t>
        <a:bodyPr/>
        <a:lstStyle/>
        <a:p>
          <a:r>
            <a:rPr lang="en-GB" sz="2400" dirty="0"/>
            <a:t>Create a plan for implementing improvements to the way the scrum team works</a:t>
          </a:r>
          <a:endParaRPr lang="en-US" sz="2400" dirty="0"/>
        </a:p>
      </dgm:t>
    </dgm:pt>
    <dgm:pt modelId="{3F136C7A-E353-4D2A-B347-1693F3F0B0EF}" type="parTrans" cxnId="{500D4D14-1690-4E2D-A446-0250CA883D18}">
      <dgm:prSet/>
      <dgm:spPr/>
      <dgm:t>
        <a:bodyPr/>
        <a:lstStyle/>
        <a:p>
          <a:endParaRPr lang="en-US"/>
        </a:p>
      </dgm:t>
    </dgm:pt>
    <dgm:pt modelId="{2A96939C-13D7-47AB-B9A8-5E4745638407}" type="sibTrans" cxnId="{500D4D14-1690-4E2D-A446-0250CA883D18}">
      <dgm:prSet/>
      <dgm:spPr/>
      <dgm:t>
        <a:bodyPr/>
        <a:lstStyle/>
        <a:p>
          <a:endParaRPr lang="en-US"/>
        </a:p>
      </dgm:t>
    </dgm:pt>
    <dgm:pt modelId="{841B0B61-045A-427B-B203-1EAB74D389C0}">
      <dgm:prSet custT="1"/>
      <dgm:spPr/>
      <dgm:t>
        <a:bodyPr/>
        <a:lstStyle/>
        <a:p>
          <a:endParaRPr lang="en-US" sz="2400" dirty="0"/>
        </a:p>
      </dgm:t>
    </dgm:pt>
    <dgm:pt modelId="{3B32E443-8A8E-45C5-89C6-976457870600}" type="parTrans" cxnId="{2534D239-385A-429D-BD8D-548BB6DF815F}">
      <dgm:prSet/>
      <dgm:spPr/>
      <dgm:t>
        <a:bodyPr/>
        <a:lstStyle/>
        <a:p>
          <a:endParaRPr lang="en-GB"/>
        </a:p>
      </dgm:t>
    </dgm:pt>
    <dgm:pt modelId="{B7CB7807-CF0B-4AB2-A251-0011F52EA8EB}" type="sibTrans" cxnId="{2534D239-385A-429D-BD8D-548BB6DF815F}">
      <dgm:prSet/>
      <dgm:spPr/>
      <dgm:t>
        <a:bodyPr/>
        <a:lstStyle/>
        <a:p>
          <a:endParaRPr lang="en-GB"/>
        </a:p>
      </dgm:t>
    </dgm:pt>
    <dgm:pt modelId="{6C6D7178-CA5F-405C-9DE4-408B1B7364DB}">
      <dgm:prSet custT="1"/>
      <dgm:spPr/>
      <dgm:t>
        <a:bodyPr/>
        <a:lstStyle/>
        <a:p>
          <a:endParaRPr lang="en-US" sz="2400" dirty="0"/>
        </a:p>
      </dgm:t>
    </dgm:pt>
    <dgm:pt modelId="{4F47E653-258C-404A-AC36-98EB8B4BA45A}" type="parTrans" cxnId="{E39722DC-23FF-4A28-A973-207011D5310F}">
      <dgm:prSet/>
      <dgm:spPr/>
      <dgm:t>
        <a:bodyPr/>
        <a:lstStyle/>
        <a:p>
          <a:endParaRPr lang="en-GB"/>
        </a:p>
      </dgm:t>
    </dgm:pt>
    <dgm:pt modelId="{ABCF1EFA-2699-4428-B958-FBA318BE28A3}" type="sibTrans" cxnId="{E39722DC-23FF-4A28-A973-207011D5310F}">
      <dgm:prSet/>
      <dgm:spPr/>
      <dgm:t>
        <a:bodyPr/>
        <a:lstStyle/>
        <a:p>
          <a:endParaRPr lang="en-GB"/>
        </a:p>
      </dgm:t>
    </dgm:pt>
    <dgm:pt modelId="{27FBDC4B-593D-456B-B01A-48F81F387D2A}">
      <dgm:prSet custT="1"/>
      <dgm:spPr/>
      <dgm:t>
        <a:bodyPr/>
        <a:lstStyle/>
        <a:p>
          <a:endParaRPr lang="en-US" sz="2400" dirty="0"/>
        </a:p>
      </dgm:t>
    </dgm:pt>
    <dgm:pt modelId="{34066344-FEDA-4F0C-BFB1-031B787707A3}" type="parTrans" cxnId="{89B87157-074E-4D7C-A0ED-25339E149D1B}">
      <dgm:prSet/>
      <dgm:spPr/>
      <dgm:t>
        <a:bodyPr/>
        <a:lstStyle/>
        <a:p>
          <a:endParaRPr lang="en-GB"/>
        </a:p>
      </dgm:t>
    </dgm:pt>
    <dgm:pt modelId="{59E56D5A-76B3-41A5-8294-48F7D26361B4}" type="sibTrans" cxnId="{89B87157-074E-4D7C-A0ED-25339E149D1B}">
      <dgm:prSet/>
      <dgm:spPr/>
      <dgm:t>
        <a:bodyPr/>
        <a:lstStyle/>
        <a:p>
          <a:endParaRPr lang="en-GB"/>
        </a:p>
      </dgm:t>
    </dgm:pt>
    <dgm:pt modelId="{CF1341E3-DA03-4F85-91F1-9B1C1DD7F009}" type="pres">
      <dgm:prSet presAssocID="{73C96339-C2D3-4A12-9A1D-D90AF6EDC1A2}" presName="linear" presStyleCnt="0">
        <dgm:presLayoutVars>
          <dgm:animLvl val="lvl"/>
          <dgm:resizeHandles val="exact"/>
        </dgm:presLayoutVars>
      </dgm:prSet>
      <dgm:spPr/>
    </dgm:pt>
    <dgm:pt modelId="{4DDDE4D8-9AAC-4527-A009-4801D154FE6B}" type="pres">
      <dgm:prSet presAssocID="{DC390956-1347-4262-8992-FCE85313856C}" presName="parentText" presStyleLbl="node1" presStyleIdx="0" presStyleCnt="1">
        <dgm:presLayoutVars>
          <dgm:chMax val="0"/>
          <dgm:bulletEnabled val="1"/>
        </dgm:presLayoutVars>
      </dgm:prSet>
      <dgm:spPr/>
    </dgm:pt>
    <dgm:pt modelId="{418BBF7E-A353-451E-8D8E-32F7F2D6D138}" type="pres">
      <dgm:prSet presAssocID="{DC390956-1347-4262-8992-FCE85313856C}" presName="childText" presStyleLbl="revTx" presStyleIdx="0" presStyleCnt="1">
        <dgm:presLayoutVars>
          <dgm:bulletEnabled val="1"/>
        </dgm:presLayoutVars>
      </dgm:prSet>
      <dgm:spPr/>
    </dgm:pt>
  </dgm:ptLst>
  <dgm:cxnLst>
    <dgm:cxn modelId="{77EDE60B-DA61-410E-8499-ED593AF21ED0}" type="presOf" srcId="{DC390956-1347-4262-8992-FCE85313856C}" destId="{4DDDE4D8-9AAC-4527-A009-4801D154FE6B}" srcOrd="0" destOrd="0" presId="urn:microsoft.com/office/officeart/2005/8/layout/vList2"/>
    <dgm:cxn modelId="{500D4D14-1690-4E2D-A446-0250CA883D18}" srcId="{DC390956-1347-4262-8992-FCE85313856C}" destId="{55A5332F-70D0-4FEC-9B2B-99EBF18C5137}" srcOrd="5" destOrd="0" parTransId="{3F136C7A-E353-4D2A-B347-1693F3F0B0EF}" sibTransId="{2A96939C-13D7-47AB-B9A8-5E4745638407}"/>
    <dgm:cxn modelId="{2534D239-385A-429D-BD8D-548BB6DF815F}" srcId="{DC390956-1347-4262-8992-FCE85313856C}" destId="{841B0B61-045A-427B-B203-1EAB74D389C0}" srcOrd="0" destOrd="0" parTransId="{3B32E443-8A8E-45C5-89C6-976457870600}" sibTransId="{B7CB7807-CF0B-4AB2-A251-0011F52EA8EB}"/>
    <dgm:cxn modelId="{EBEF2B48-4781-4797-9B36-5972ADE0AF7B}" type="presOf" srcId="{27FBDC4B-593D-456B-B01A-48F81F387D2A}" destId="{418BBF7E-A353-451E-8D8E-32F7F2D6D138}" srcOrd="0" destOrd="4" presId="urn:microsoft.com/office/officeart/2005/8/layout/vList2"/>
    <dgm:cxn modelId="{466DF469-2A08-42D7-9F43-BB16BB2D5901}" type="presOf" srcId="{51C26CCB-3F11-4CE6-AF5E-99A8C79C136D}" destId="{418BBF7E-A353-451E-8D8E-32F7F2D6D138}" srcOrd="0" destOrd="3" presId="urn:microsoft.com/office/officeart/2005/8/layout/vList2"/>
    <dgm:cxn modelId="{5A4A1770-6364-4C30-AE6E-F8CF12CD2F81}" type="presOf" srcId="{55A5332F-70D0-4FEC-9B2B-99EBF18C5137}" destId="{418BBF7E-A353-451E-8D8E-32F7F2D6D138}" srcOrd="0" destOrd="5" presId="urn:microsoft.com/office/officeart/2005/8/layout/vList2"/>
    <dgm:cxn modelId="{05C40251-85CE-4CC2-A160-CE5028CB0936}" srcId="{DC390956-1347-4262-8992-FCE85313856C}" destId="{51C26CCB-3F11-4CE6-AF5E-99A8C79C136D}" srcOrd="3" destOrd="0" parTransId="{9700DC8E-C32C-462F-A7D7-D27D619C025B}" sibTransId="{D2636281-4A9A-451B-A94B-68280EC081C8}"/>
    <dgm:cxn modelId="{5E7ED771-9763-428D-9C76-E973A6EBED60}" type="presOf" srcId="{73C96339-C2D3-4A12-9A1D-D90AF6EDC1A2}" destId="{CF1341E3-DA03-4F85-91F1-9B1C1DD7F009}" srcOrd="0" destOrd="0" presId="urn:microsoft.com/office/officeart/2005/8/layout/vList2"/>
    <dgm:cxn modelId="{3D7CF751-C757-4BFA-B0AC-AE17C0C913FD}" srcId="{73C96339-C2D3-4A12-9A1D-D90AF6EDC1A2}" destId="{DC390956-1347-4262-8992-FCE85313856C}" srcOrd="0" destOrd="0" parTransId="{858FD0AF-8321-40DB-B7E5-682D0470FDBC}" sibTransId="{4C05BE34-5968-4D9C-A3EA-0B14EA9AC392}"/>
    <dgm:cxn modelId="{89B87157-074E-4D7C-A0ED-25339E149D1B}" srcId="{DC390956-1347-4262-8992-FCE85313856C}" destId="{27FBDC4B-593D-456B-B01A-48F81F387D2A}" srcOrd="4" destOrd="0" parTransId="{34066344-FEDA-4F0C-BFB1-031B787707A3}" sibTransId="{59E56D5A-76B3-41A5-8294-48F7D26361B4}"/>
    <dgm:cxn modelId="{D9044C7D-3DB1-4ED2-911B-90E6DAD56590}" srcId="{DC390956-1347-4262-8992-FCE85313856C}" destId="{DA9F708D-D6BE-46E4-891E-EE03AE0ADE32}" srcOrd="1" destOrd="0" parTransId="{8D11E32D-BC0F-42C0-9491-B1C2BBAA677E}" sibTransId="{5D190DA6-3782-4549-81C6-5B54266A96F3}"/>
    <dgm:cxn modelId="{9A492790-6169-4D82-90D6-16989CE5320B}" type="presOf" srcId="{841B0B61-045A-427B-B203-1EAB74D389C0}" destId="{418BBF7E-A353-451E-8D8E-32F7F2D6D138}" srcOrd="0" destOrd="0" presId="urn:microsoft.com/office/officeart/2005/8/layout/vList2"/>
    <dgm:cxn modelId="{71A271B4-D9BB-4C9C-83DE-0E99362B8985}" type="presOf" srcId="{6C6D7178-CA5F-405C-9DE4-408B1B7364DB}" destId="{418BBF7E-A353-451E-8D8E-32F7F2D6D138}" srcOrd="0" destOrd="2" presId="urn:microsoft.com/office/officeart/2005/8/layout/vList2"/>
    <dgm:cxn modelId="{A44849C8-1CED-4788-BCB6-E65F624DFFC1}" type="presOf" srcId="{DA9F708D-D6BE-46E4-891E-EE03AE0ADE32}" destId="{418BBF7E-A353-451E-8D8E-32F7F2D6D138}" srcOrd="0" destOrd="1" presId="urn:microsoft.com/office/officeart/2005/8/layout/vList2"/>
    <dgm:cxn modelId="{E39722DC-23FF-4A28-A973-207011D5310F}" srcId="{DC390956-1347-4262-8992-FCE85313856C}" destId="{6C6D7178-CA5F-405C-9DE4-408B1B7364DB}" srcOrd="2" destOrd="0" parTransId="{4F47E653-258C-404A-AC36-98EB8B4BA45A}" sibTransId="{ABCF1EFA-2699-4428-B958-FBA318BE28A3}"/>
    <dgm:cxn modelId="{1482065A-8089-4D93-B258-39920D453251}" type="presParOf" srcId="{CF1341E3-DA03-4F85-91F1-9B1C1DD7F009}" destId="{4DDDE4D8-9AAC-4527-A009-4801D154FE6B}" srcOrd="0" destOrd="0" presId="urn:microsoft.com/office/officeart/2005/8/layout/vList2"/>
    <dgm:cxn modelId="{5EB473D0-24EB-4CF7-AD96-D3FDEF6ACFE2}" type="presParOf" srcId="{CF1341E3-DA03-4F85-91F1-9B1C1DD7F009}" destId="{418BBF7E-A353-451E-8D8E-32F7F2D6D138}"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FA8E2D7-98BD-4FA3-B526-FD81E6FEF76D}"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B4251DED-A485-48C3-A1B2-86026F27890D}">
      <dgm:prSet/>
      <dgm:spPr/>
      <dgm:t>
        <a:bodyPr/>
        <a:lstStyle/>
        <a:p>
          <a:pPr>
            <a:lnSpc>
              <a:spcPct val="100000"/>
            </a:lnSpc>
          </a:pPr>
          <a:r>
            <a:rPr lang="en-GB"/>
            <a:t>describe what is an Agile Sprint</a:t>
          </a:r>
          <a:endParaRPr lang="en-US"/>
        </a:p>
      </dgm:t>
    </dgm:pt>
    <dgm:pt modelId="{B405588B-AFFC-430D-8CFE-42E1EFF953DA}" type="parTrans" cxnId="{F1F0CFA1-B1BB-456C-84F0-1265061D9495}">
      <dgm:prSet/>
      <dgm:spPr/>
      <dgm:t>
        <a:bodyPr/>
        <a:lstStyle/>
        <a:p>
          <a:endParaRPr lang="en-US"/>
        </a:p>
      </dgm:t>
    </dgm:pt>
    <dgm:pt modelId="{D3DB77B6-B230-46C6-929C-C2B9CE1511D7}" type="sibTrans" cxnId="{F1F0CFA1-B1BB-456C-84F0-1265061D9495}">
      <dgm:prSet/>
      <dgm:spPr/>
      <dgm:t>
        <a:bodyPr/>
        <a:lstStyle/>
        <a:p>
          <a:endParaRPr lang="en-US"/>
        </a:p>
      </dgm:t>
    </dgm:pt>
    <dgm:pt modelId="{DFB47503-4224-4B76-BCCF-6E066BF27E52}">
      <dgm:prSet/>
      <dgm:spPr/>
      <dgm:t>
        <a:bodyPr/>
        <a:lstStyle/>
        <a:p>
          <a:pPr>
            <a:lnSpc>
              <a:spcPct val="100000"/>
            </a:lnSpc>
          </a:pPr>
          <a:r>
            <a:rPr lang="en-GB"/>
            <a:t>Explain what the ceremonies of an Agile Sprint are</a:t>
          </a:r>
          <a:endParaRPr lang="en-US"/>
        </a:p>
      </dgm:t>
    </dgm:pt>
    <dgm:pt modelId="{7D338216-A683-47EB-8AAC-08B3CB551B63}" type="parTrans" cxnId="{6CC7996A-891D-45DC-B5B7-9CD239EBA1C7}">
      <dgm:prSet/>
      <dgm:spPr/>
      <dgm:t>
        <a:bodyPr/>
        <a:lstStyle/>
        <a:p>
          <a:endParaRPr lang="en-US"/>
        </a:p>
      </dgm:t>
    </dgm:pt>
    <dgm:pt modelId="{F70B3C65-F54F-4C2D-9B14-FA2C25DA372C}" type="sibTrans" cxnId="{6CC7996A-891D-45DC-B5B7-9CD239EBA1C7}">
      <dgm:prSet/>
      <dgm:spPr/>
      <dgm:t>
        <a:bodyPr/>
        <a:lstStyle/>
        <a:p>
          <a:endParaRPr lang="en-US"/>
        </a:p>
      </dgm:t>
    </dgm:pt>
    <dgm:pt modelId="{A136B28D-1E10-41A9-8632-94C51670FC77}" type="pres">
      <dgm:prSet presAssocID="{CFA8E2D7-98BD-4FA3-B526-FD81E6FEF76D}" presName="root" presStyleCnt="0">
        <dgm:presLayoutVars>
          <dgm:dir/>
          <dgm:resizeHandles val="exact"/>
        </dgm:presLayoutVars>
      </dgm:prSet>
      <dgm:spPr/>
    </dgm:pt>
    <dgm:pt modelId="{E9DDD42D-2221-46C1-865F-1F8058B47F60}" type="pres">
      <dgm:prSet presAssocID="{B4251DED-A485-48C3-A1B2-86026F27890D}" presName="compNode" presStyleCnt="0"/>
      <dgm:spPr/>
    </dgm:pt>
    <dgm:pt modelId="{C314387A-6F4D-4037-B502-EAA015F57022}" type="pres">
      <dgm:prSet presAssocID="{B4251DED-A485-48C3-A1B2-86026F27890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1FD8DD79-9ADD-4794-A403-6416A19648B9}" type="pres">
      <dgm:prSet presAssocID="{B4251DED-A485-48C3-A1B2-86026F27890D}" presName="spaceRect" presStyleCnt="0"/>
      <dgm:spPr/>
    </dgm:pt>
    <dgm:pt modelId="{1473ABB0-039A-4B87-B355-E29A17EA035A}" type="pres">
      <dgm:prSet presAssocID="{B4251DED-A485-48C3-A1B2-86026F27890D}" presName="textRect" presStyleLbl="revTx" presStyleIdx="0" presStyleCnt="2">
        <dgm:presLayoutVars>
          <dgm:chMax val="1"/>
          <dgm:chPref val="1"/>
        </dgm:presLayoutVars>
      </dgm:prSet>
      <dgm:spPr/>
    </dgm:pt>
    <dgm:pt modelId="{FAB6B01F-7A9D-4BBF-A07E-09685270AA0A}" type="pres">
      <dgm:prSet presAssocID="{D3DB77B6-B230-46C6-929C-C2B9CE1511D7}" presName="sibTrans" presStyleCnt="0"/>
      <dgm:spPr/>
    </dgm:pt>
    <dgm:pt modelId="{BF59BBAE-C737-4951-AD70-D087B739B757}" type="pres">
      <dgm:prSet presAssocID="{DFB47503-4224-4B76-BCCF-6E066BF27E52}" presName="compNode" presStyleCnt="0"/>
      <dgm:spPr/>
    </dgm:pt>
    <dgm:pt modelId="{CD6C9FEB-E9F4-47B6-88C1-DC490847BD16}" type="pres">
      <dgm:prSet presAssocID="{DFB47503-4224-4B76-BCCF-6E066BF27E5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roup"/>
        </a:ext>
      </dgm:extLst>
    </dgm:pt>
    <dgm:pt modelId="{14CAA225-A6E7-4AEC-AB94-B22478CCABBE}" type="pres">
      <dgm:prSet presAssocID="{DFB47503-4224-4B76-BCCF-6E066BF27E52}" presName="spaceRect" presStyleCnt="0"/>
      <dgm:spPr/>
    </dgm:pt>
    <dgm:pt modelId="{2BC652EF-EA8E-4B0C-BCEB-5385D2BAFF4D}" type="pres">
      <dgm:prSet presAssocID="{DFB47503-4224-4B76-BCCF-6E066BF27E52}" presName="textRect" presStyleLbl="revTx" presStyleIdx="1" presStyleCnt="2">
        <dgm:presLayoutVars>
          <dgm:chMax val="1"/>
          <dgm:chPref val="1"/>
        </dgm:presLayoutVars>
      </dgm:prSet>
      <dgm:spPr/>
    </dgm:pt>
  </dgm:ptLst>
  <dgm:cxnLst>
    <dgm:cxn modelId="{48852805-BE43-4C1E-A36A-74AC89BAFEFA}" type="presOf" srcId="{DFB47503-4224-4B76-BCCF-6E066BF27E52}" destId="{2BC652EF-EA8E-4B0C-BCEB-5385D2BAFF4D}" srcOrd="0" destOrd="0" presId="urn:microsoft.com/office/officeart/2018/2/layout/IconLabelList"/>
    <dgm:cxn modelId="{326DD92E-4E20-4A3B-8EE9-3EDC7BFF96E8}" type="presOf" srcId="{B4251DED-A485-48C3-A1B2-86026F27890D}" destId="{1473ABB0-039A-4B87-B355-E29A17EA035A}" srcOrd="0" destOrd="0" presId="urn:microsoft.com/office/officeart/2018/2/layout/IconLabelList"/>
    <dgm:cxn modelId="{3E9A8546-5A26-4A23-89CB-6D6E2F58A06F}" type="presOf" srcId="{CFA8E2D7-98BD-4FA3-B526-FD81E6FEF76D}" destId="{A136B28D-1E10-41A9-8632-94C51670FC77}" srcOrd="0" destOrd="0" presId="urn:microsoft.com/office/officeart/2018/2/layout/IconLabelList"/>
    <dgm:cxn modelId="{6CC7996A-891D-45DC-B5B7-9CD239EBA1C7}" srcId="{CFA8E2D7-98BD-4FA3-B526-FD81E6FEF76D}" destId="{DFB47503-4224-4B76-BCCF-6E066BF27E52}" srcOrd="1" destOrd="0" parTransId="{7D338216-A683-47EB-8AAC-08B3CB551B63}" sibTransId="{F70B3C65-F54F-4C2D-9B14-FA2C25DA372C}"/>
    <dgm:cxn modelId="{F1F0CFA1-B1BB-456C-84F0-1265061D9495}" srcId="{CFA8E2D7-98BD-4FA3-B526-FD81E6FEF76D}" destId="{B4251DED-A485-48C3-A1B2-86026F27890D}" srcOrd="0" destOrd="0" parTransId="{B405588B-AFFC-430D-8CFE-42E1EFF953DA}" sibTransId="{D3DB77B6-B230-46C6-929C-C2B9CE1511D7}"/>
    <dgm:cxn modelId="{C79DC538-7194-44C2-A4A4-73576A6068ED}" type="presParOf" srcId="{A136B28D-1E10-41A9-8632-94C51670FC77}" destId="{E9DDD42D-2221-46C1-865F-1F8058B47F60}" srcOrd="0" destOrd="0" presId="urn:microsoft.com/office/officeart/2018/2/layout/IconLabelList"/>
    <dgm:cxn modelId="{333B7B71-7AAA-4976-B3F7-5D7A824EA471}" type="presParOf" srcId="{E9DDD42D-2221-46C1-865F-1F8058B47F60}" destId="{C314387A-6F4D-4037-B502-EAA015F57022}" srcOrd="0" destOrd="0" presId="urn:microsoft.com/office/officeart/2018/2/layout/IconLabelList"/>
    <dgm:cxn modelId="{55042C84-2C80-4CAC-9378-DE89B9B9D91C}" type="presParOf" srcId="{E9DDD42D-2221-46C1-865F-1F8058B47F60}" destId="{1FD8DD79-9ADD-4794-A403-6416A19648B9}" srcOrd="1" destOrd="0" presId="urn:microsoft.com/office/officeart/2018/2/layout/IconLabelList"/>
    <dgm:cxn modelId="{1E139980-3669-48F0-8A91-2F8DDFAB1E82}" type="presParOf" srcId="{E9DDD42D-2221-46C1-865F-1F8058B47F60}" destId="{1473ABB0-039A-4B87-B355-E29A17EA035A}" srcOrd="2" destOrd="0" presId="urn:microsoft.com/office/officeart/2018/2/layout/IconLabelList"/>
    <dgm:cxn modelId="{73336BA2-9B18-4A61-8FD5-EF813EEE89D5}" type="presParOf" srcId="{A136B28D-1E10-41A9-8632-94C51670FC77}" destId="{FAB6B01F-7A9D-4BBF-A07E-09685270AA0A}" srcOrd="1" destOrd="0" presId="urn:microsoft.com/office/officeart/2018/2/layout/IconLabelList"/>
    <dgm:cxn modelId="{E47E7B43-0EC7-4D8B-8E23-11BA1761A38F}" type="presParOf" srcId="{A136B28D-1E10-41A9-8632-94C51670FC77}" destId="{BF59BBAE-C737-4951-AD70-D087B739B757}" srcOrd="2" destOrd="0" presId="urn:microsoft.com/office/officeart/2018/2/layout/IconLabelList"/>
    <dgm:cxn modelId="{24744A01-202F-4A3B-8DF4-8106E92D6BBE}" type="presParOf" srcId="{BF59BBAE-C737-4951-AD70-D087B739B757}" destId="{CD6C9FEB-E9F4-47B6-88C1-DC490847BD16}" srcOrd="0" destOrd="0" presId="urn:microsoft.com/office/officeart/2018/2/layout/IconLabelList"/>
    <dgm:cxn modelId="{184BC79A-6179-42C9-A367-AE511A02A2F7}" type="presParOf" srcId="{BF59BBAE-C737-4951-AD70-D087B739B757}" destId="{14CAA225-A6E7-4AEC-AB94-B22478CCABBE}" srcOrd="1" destOrd="0" presId="urn:microsoft.com/office/officeart/2018/2/layout/IconLabelList"/>
    <dgm:cxn modelId="{86A93F65-7A43-45BF-AAFC-FD10A1A5F43D}" type="presParOf" srcId="{BF59BBAE-C737-4951-AD70-D087B739B757}" destId="{2BC652EF-EA8E-4B0C-BCEB-5385D2BAFF4D}"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FF2E511-F011-4E19-BE37-8F87BF65D8AE}"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9E8E89EB-122F-4BBA-9026-5BFA7A1B75E8}">
      <dgm:prSet/>
      <dgm:spPr/>
      <dgm:t>
        <a:bodyPr/>
        <a:lstStyle/>
        <a:p>
          <a:pPr>
            <a:lnSpc>
              <a:spcPct val="100000"/>
            </a:lnSpc>
          </a:pPr>
          <a:r>
            <a:rPr lang="en-GB" b="1" dirty="0"/>
            <a:t>Complete Lab3</a:t>
          </a:r>
          <a:endParaRPr lang="en-US" dirty="0"/>
        </a:p>
      </dgm:t>
    </dgm:pt>
    <dgm:pt modelId="{0A3331E4-CDE4-4240-A7FC-E4BDEC6F0112}" type="parTrans" cxnId="{9C4523C0-EAC6-4F84-8BA4-D7E5E4942B8E}">
      <dgm:prSet/>
      <dgm:spPr/>
      <dgm:t>
        <a:bodyPr/>
        <a:lstStyle/>
        <a:p>
          <a:endParaRPr lang="en-US"/>
        </a:p>
      </dgm:t>
    </dgm:pt>
    <dgm:pt modelId="{4DD90F7C-5D68-4A05-93F4-821F8F9B4855}" type="sibTrans" cxnId="{9C4523C0-EAC6-4F84-8BA4-D7E5E4942B8E}">
      <dgm:prSet/>
      <dgm:spPr/>
      <dgm:t>
        <a:bodyPr/>
        <a:lstStyle/>
        <a:p>
          <a:pPr>
            <a:lnSpc>
              <a:spcPct val="100000"/>
            </a:lnSpc>
          </a:pPr>
          <a:endParaRPr lang="en-US"/>
        </a:p>
      </dgm:t>
    </dgm:pt>
    <dgm:pt modelId="{D100A093-7AF0-4B55-A0B6-E7E8543D1781}">
      <dgm:prSet/>
      <dgm:spPr/>
      <dgm:t>
        <a:bodyPr/>
        <a:lstStyle/>
        <a:p>
          <a:pPr>
            <a:lnSpc>
              <a:spcPct val="100000"/>
            </a:lnSpc>
          </a:pPr>
          <a:r>
            <a:rPr lang="en-GB" b="1" dirty="0"/>
            <a:t>Duration 20 minutes</a:t>
          </a:r>
          <a:endParaRPr lang="en-US" dirty="0"/>
        </a:p>
      </dgm:t>
    </dgm:pt>
    <dgm:pt modelId="{E613EBDD-6750-4E66-9A89-E06AFF628DEF}" type="parTrans" cxnId="{070AC89D-BEA9-481B-87A4-684153012AC0}">
      <dgm:prSet/>
      <dgm:spPr/>
      <dgm:t>
        <a:bodyPr/>
        <a:lstStyle/>
        <a:p>
          <a:endParaRPr lang="en-US"/>
        </a:p>
      </dgm:t>
    </dgm:pt>
    <dgm:pt modelId="{1920BBC1-5339-4CEF-BF47-4291C5C43E14}" type="sibTrans" cxnId="{070AC89D-BEA9-481B-87A4-684153012AC0}">
      <dgm:prSet/>
      <dgm:spPr/>
      <dgm:t>
        <a:bodyPr/>
        <a:lstStyle/>
        <a:p>
          <a:endParaRPr lang="en-US"/>
        </a:p>
      </dgm:t>
    </dgm:pt>
    <dgm:pt modelId="{81B8870A-FF55-41D5-86AD-81222099FB2D}" type="pres">
      <dgm:prSet presAssocID="{0FF2E511-F011-4E19-BE37-8F87BF65D8AE}" presName="root" presStyleCnt="0">
        <dgm:presLayoutVars>
          <dgm:dir/>
          <dgm:resizeHandles val="exact"/>
        </dgm:presLayoutVars>
      </dgm:prSet>
      <dgm:spPr/>
    </dgm:pt>
    <dgm:pt modelId="{BF4666F0-9FBB-4938-8791-CDFAB26BEDAE}" type="pres">
      <dgm:prSet presAssocID="{0FF2E511-F011-4E19-BE37-8F87BF65D8AE}" presName="container" presStyleCnt="0">
        <dgm:presLayoutVars>
          <dgm:dir/>
          <dgm:resizeHandles val="exact"/>
        </dgm:presLayoutVars>
      </dgm:prSet>
      <dgm:spPr/>
    </dgm:pt>
    <dgm:pt modelId="{19FDCD1B-1EC3-49B2-9E29-44BD3224C1F9}" type="pres">
      <dgm:prSet presAssocID="{9E8E89EB-122F-4BBA-9026-5BFA7A1B75E8}" presName="compNode" presStyleCnt="0"/>
      <dgm:spPr/>
    </dgm:pt>
    <dgm:pt modelId="{55253B88-11B2-4FFC-B0D0-79C53B358DB6}" type="pres">
      <dgm:prSet presAssocID="{9E8E89EB-122F-4BBA-9026-5BFA7A1B75E8}" presName="iconBgRect" presStyleLbl="bgShp" presStyleIdx="0" presStyleCnt="2"/>
      <dgm:spPr/>
    </dgm:pt>
    <dgm:pt modelId="{BDC667B8-37FC-4156-A853-E2D9061FE76E}" type="pres">
      <dgm:prSet presAssocID="{9E8E89EB-122F-4BBA-9026-5BFA7A1B75E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82B3E64F-51D1-4F8A-8E13-91F52B353F2A}" type="pres">
      <dgm:prSet presAssocID="{9E8E89EB-122F-4BBA-9026-5BFA7A1B75E8}" presName="spaceRect" presStyleCnt="0"/>
      <dgm:spPr/>
    </dgm:pt>
    <dgm:pt modelId="{84E1C8A0-5F72-4D99-80BD-B4C61DE9A566}" type="pres">
      <dgm:prSet presAssocID="{9E8E89EB-122F-4BBA-9026-5BFA7A1B75E8}" presName="textRect" presStyleLbl="revTx" presStyleIdx="0" presStyleCnt="2">
        <dgm:presLayoutVars>
          <dgm:chMax val="1"/>
          <dgm:chPref val="1"/>
        </dgm:presLayoutVars>
      </dgm:prSet>
      <dgm:spPr/>
    </dgm:pt>
    <dgm:pt modelId="{46E48C1F-EFC0-4EFE-B4FF-529FD4E2E311}" type="pres">
      <dgm:prSet presAssocID="{4DD90F7C-5D68-4A05-93F4-821F8F9B4855}" presName="sibTrans" presStyleLbl="sibTrans2D1" presStyleIdx="0" presStyleCnt="0"/>
      <dgm:spPr/>
    </dgm:pt>
    <dgm:pt modelId="{56A995DD-4649-4A34-B35E-D566C2389384}" type="pres">
      <dgm:prSet presAssocID="{D100A093-7AF0-4B55-A0B6-E7E8543D1781}" presName="compNode" presStyleCnt="0"/>
      <dgm:spPr/>
    </dgm:pt>
    <dgm:pt modelId="{E53569A0-CEE1-4300-97E4-12949D94E8EC}" type="pres">
      <dgm:prSet presAssocID="{D100A093-7AF0-4B55-A0B6-E7E8543D1781}" presName="iconBgRect" presStyleLbl="bgShp" presStyleIdx="1" presStyleCnt="2"/>
      <dgm:spPr/>
    </dgm:pt>
    <dgm:pt modelId="{971A118B-ADC1-4F11-BEBC-79F95FA8DA53}" type="pres">
      <dgm:prSet presAssocID="{D100A093-7AF0-4B55-A0B6-E7E8543D178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opwatch"/>
        </a:ext>
      </dgm:extLst>
    </dgm:pt>
    <dgm:pt modelId="{1F5633B3-B1E8-453E-8051-946593EB5335}" type="pres">
      <dgm:prSet presAssocID="{D100A093-7AF0-4B55-A0B6-E7E8543D1781}" presName="spaceRect" presStyleCnt="0"/>
      <dgm:spPr/>
    </dgm:pt>
    <dgm:pt modelId="{D5CED254-74D4-4BC7-963D-ADE709BA7DD8}" type="pres">
      <dgm:prSet presAssocID="{D100A093-7AF0-4B55-A0B6-E7E8543D1781}" presName="textRect" presStyleLbl="revTx" presStyleIdx="1" presStyleCnt="2">
        <dgm:presLayoutVars>
          <dgm:chMax val="1"/>
          <dgm:chPref val="1"/>
        </dgm:presLayoutVars>
      </dgm:prSet>
      <dgm:spPr/>
    </dgm:pt>
  </dgm:ptLst>
  <dgm:cxnLst>
    <dgm:cxn modelId="{EAF75604-82E6-48F2-AECB-CA9CF7FB772E}" type="presOf" srcId="{9E8E89EB-122F-4BBA-9026-5BFA7A1B75E8}" destId="{84E1C8A0-5F72-4D99-80BD-B4C61DE9A566}" srcOrd="0" destOrd="0" presId="urn:microsoft.com/office/officeart/2018/2/layout/IconCircleList"/>
    <dgm:cxn modelId="{5A5CD52B-CA31-4C99-AE4F-C836B6592E94}" type="presOf" srcId="{4DD90F7C-5D68-4A05-93F4-821F8F9B4855}" destId="{46E48C1F-EFC0-4EFE-B4FF-529FD4E2E311}" srcOrd="0" destOrd="0" presId="urn:microsoft.com/office/officeart/2018/2/layout/IconCircleList"/>
    <dgm:cxn modelId="{82713094-61A6-4730-B6BA-B631F487F214}" type="presOf" srcId="{D100A093-7AF0-4B55-A0B6-E7E8543D1781}" destId="{D5CED254-74D4-4BC7-963D-ADE709BA7DD8}" srcOrd="0" destOrd="0" presId="urn:microsoft.com/office/officeart/2018/2/layout/IconCircleList"/>
    <dgm:cxn modelId="{070AC89D-BEA9-481B-87A4-684153012AC0}" srcId="{0FF2E511-F011-4E19-BE37-8F87BF65D8AE}" destId="{D100A093-7AF0-4B55-A0B6-E7E8543D1781}" srcOrd="1" destOrd="0" parTransId="{E613EBDD-6750-4E66-9A89-E06AFF628DEF}" sibTransId="{1920BBC1-5339-4CEF-BF47-4291C5C43E14}"/>
    <dgm:cxn modelId="{10C4CCAD-A4AA-406F-B3FC-6D4A661A5497}" type="presOf" srcId="{0FF2E511-F011-4E19-BE37-8F87BF65D8AE}" destId="{81B8870A-FF55-41D5-86AD-81222099FB2D}" srcOrd="0" destOrd="0" presId="urn:microsoft.com/office/officeart/2018/2/layout/IconCircleList"/>
    <dgm:cxn modelId="{9C4523C0-EAC6-4F84-8BA4-D7E5E4942B8E}" srcId="{0FF2E511-F011-4E19-BE37-8F87BF65D8AE}" destId="{9E8E89EB-122F-4BBA-9026-5BFA7A1B75E8}" srcOrd="0" destOrd="0" parTransId="{0A3331E4-CDE4-4240-A7FC-E4BDEC6F0112}" sibTransId="{4DD90F7C-5D68-4A05-93F4-821F8F9B4855}"/>
    <dgm:cxn modelId="{04439224-2A0F-4692-BD44-EC416CF5D5FB}" type="presParOf" srcId="{81B8870A-FF55-41D5-86AD-81222099FB2D}" destId="{BF4666F0-9FBB-4938-8791-CDFAB26BEDAE}" srcOrd="0" destOrd="0" presId="urn:microsoft.com/office/officeart/2018/2/layout/IconCircleList"/>
    <dgm:cxn modelId="{63AE444F-59D1-4334-A545-68134DBAD202}" type="presParOf" srcId="{BF4666F0-9FBB-4938-8791-CDFAB26BEDAE}" destId="{19FDCD1B-1EC3-49B2-9E29-44BD3224C1F9}" srcOrd="0" destOrd="0" presId="urn:microsoft.com/office/officeart/2018/2/layout/IconCircleList"/>
    <dgm:cxn modelId="{8C7C227E-FC8B-4BF2-99BC-1A8FA035A17D}" type="presParOf" srcId="{19FDCD1B-1EC3-49B2-9E29-44BD3224C1F9}" destId="{55253B88-11B2-4FFC-B0D0-79C53B358DB6}" srcOrd="0" destOrd="0" presId="urn:microsoft.com/office/officeart/2018/2/layout/IconCircleList"/>
    <dgm:cxn modelId="{516F7967-A76E-4400-BAC2-1B17E2ED0C01}" type="presParOf" srcId="{19FDCD1B-1EC3-49B2-9E29-44BD3224C1F9}" destId="{BDC667B8-37FC-4156-A853-E2D9061FE76E}" srcOrd="1" destOrd="0" presId="urn:microsoft.com/office/officeart/2018/2/layout/IconCircleList"/>
    <dgm:cxn modelId="{A33DFBFD-30C9-4261-B14E-B978959A09EC}" type="presParOf" srcId="{19FDCD1B-1EC3-49B2-9E29-44BD3224C1F9}" destId="{82B3E64F-51D1-4F8A-8E13-91F52B353F2A}" srcOrd="2" destOrd="0" presId="urn:microsoft.com/office/officeart/2018/2/layout/IconCircleList"/>
    <dgm:cxn modelId="{4A6130F8-04C9-4BA6-9CFD-381217E7891C}" type="presParOf" srcId="{19FDCD1B-1EC3-49B2-9E29-44BD3224C1F9}" destId="{84E1C8A0-5F72-4D99-80BD-B4C61DE9A566}" srcOrd="3" destOrd="0" presId="urn:microsoft.com/office/officeart/2018/2/layout/IconCircleList"/>
    <dgm:cxn modelId="{889622EE-1E01-4A59-AE8A-FAB186C72718}" type="presParOf" srcId="{BF4666F0-9FBB-4938-8791-CDFAB26BEDAE}" destId="{46E48C1F-EFC0-4EFE-B4FF-529FD4E2E311}" srcOrd="1" destOrd="0" presId="urn:microsoft.com/office/officeart/2018/2/layout/IconCircleList"/>
    <dgm:cxn modelId="{DCC6D3F2-9BBF-4168-B2C3-EDB9AAAA40A1}" type="presParOf" srcId="{BF4666F0-9FBB-4938-8791-CDFAB26BEDAE}" destId="{56A995DD-4649-4A34-B35E-D566C2389384}" srcOrd="2" destOrd="0" presId="urn:microsoft.com/office/officeart/2018/2/layout/IconCircleList"/>
    <dgm:cxn modelId="{87BA594C-7D61-4142-9458-A53418F07D1A}" type="presParOf" srcId="{56A995DD-4649-4A34-B35E-D566C2389384}" destId="{E53569A0-CEE1-4300-97E4-12949D94E8EC}" srcOrd="0" destOrd="0" presId="urn:microsoft.com/office/officeart/2018/2/layout/IconCircleList"/>
    <dgm:cxn modelId="{38566325-75BD-4EDB-BA6A-BCF06C95999E}" type="presParOf" srcId="{56A995DD-4649-4A34-B35E-D566C2389384}" destId="{971A118B-ADC1-4F11-BEBC-79F95FA8DA53}" srcOrd="1" destOrd="0" presId="urn:microsoft.com/office/officeart/2018/2/layout/IconCircleList"/>
    <dgm:cxn modelId="{96157355-5BFC-42AA-93D7-97D2B674E58B}" type="presParOf" srcId="{56A995DD-4649-4A34-B35E-D566C2389384}" destId="{1F5633B3-B1E8-453E-8051-946593EB5335}" srcOrd="2" destOrd="0" presId="urn:microsoft.com/office/officeart/2018/2/layout/IconCircleList"/>
    <dgm:cxn modelId="{7067EB94-50AD-446A-B1B0-47E047CC15E9}" type="presParOf" srcId="{56A995DD-4649-4A34-B35E-D566C2389384}" destId="{D5CED254-74D4-4BC7-963D-ADE709BA7DD8}"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830284-13F5-4C1E-85DD-39E3C919564D}">
      <dsp:nvSpPr>
        <dsp:cNvPr id="0" name=""/>
        <dsp:cNvSpPr/>
      </dsp:nvSpPr>
      <dsp:spPr>
        <a:xfrm>
          <a:off x="34562" y="2116101"/>
          <a:ext cx="887204" cy="88720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F355AB-34AE-436B-9F43-ECF3CC2DEE7B}">
      <dsp:nvSpPr>
        <dsp:cNvPr id="0" name=""/>
        <dsp:cNvSpPr/>
      </dsp:nvSpPr>
      <dsp:spPr>
        <a:xfrm>
          <a:off x="220875" y="2302414"/>
          <a:ext cx="514578" cy="5145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8D7A90-4546-47FB-B949-5ABD82CD9BF4}">
      <dsp:nvSpPr>
        <dsp:cNvPr id="0" name=""/>
        <dsp:cNvSpPr/>
      </dsp:nvSpPr>
      <dsp:spPr>
        <a:xfrm>
          <a:off x="1111882" y="2116101"/>
          <a:ext cx="2091268" cy="887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GB" sz="2300" kern="1200"/>
            <a:t>What is an Agile Sprint</a:t>
          </a:r>
          <a:endParaRPr lang="en-US" sz="2300" kern="1200"/>
        </a:p>
      </dsp:txBody>
      <dsp:txXfrm>
        <a:off x="1111882" y="2116101"/>
        <a:ext cx="2091268" cy="887204"/>
      </dsp:txXfrm>
    </dsp:sp>
    <dsp:sp modelId="{36751918-52D1-4F7C-B437-DFBAAC5CDF76}">
      <dsp:nvSpPr>
        <dsp:cNvPr id="0" name=""/>
        <dsp:cNvSpPr/>
      </dsp:nvSpPr>
      <dsp:spPr>
        <a:xfrm>
          <a:off x="3567537" y="2116101"/>
          <a:ext cx="887204" cy="88720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C5CF26-7637-40D0-BD2C-B5F2DD02B6B1}">
      <dsp:nvSpPr>
        <dsp:cNvPr id="0" name=""/>
        <dsp:cNvSpPr/>
      </dsp:nvSpPr>
      <dsp:spPr>
        <a:xfrm>
          <a:off x="3753850" y="2302414"/>
          <a:ext cx="514578" cy="5145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8ED3C7-C02F-4252-A854-3C4294221CCD}">
      <dsp:nvSpPr>
        <dsp:cNvPr id="0" name=""/>
        <dsp:cNvSpPr/>
      </dsp:nvSpPr>
      <dsp:spPr>
        <a:xfrm>
          <a:off x="4644857" y="2116101"/>
          <a:ext cx="2091268" cy="887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100000"/>
            </a:lnSpc>
            <a:spcBef>
              <a:spcPct val="0"/>
            </a:spcBef>
            <a:spcAft>
              <a:spcPct val="35000"/>
            </a:spcAft>
            <a:buNone/>
          </a:pPr>
          <a:r>
            <a:rPr lang="en-GB" sz="2300" kern="1200" dirty="0"/>
            <a:t>The ceremonies of an Agile Sprint</a:t>
          </a:r>
          <a:endParaRPr lang="en-US" sz="2300" kern="1200" dirty="0"/>
        </a:p>
      </dsp:txBody>
      <dsp:txXfrm>
        <a:off x="4644857" y="2116101"/>
        <a:ext cx="2091268" cy="8872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91E90C-FB5E-4831-BB24-14F76AFE08A1}">
      <dsp:nvSpPr>
        <dsp:cNvPr id="0" name=""/>
        <dsp:cNvSpPr/>
      </dsp:nvSpPr>
      <dsp:spPr>
        <a:xfrm>
          <a:off x="0" y="3999"/>
          <a:ext cx="7176190" cy="8519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602AAC-8315-4132-9D6C-A344DFDA8345}">
      <dsp:nvSpPr>
        <dsp:cNvPr id="0" name=""/>
        <dsp:cNvSpPr/>
      </dsp:nvSpPr>
      <dsp:spPr>
        <a:xfrm>
          <a:off x="257700" y="195677"/>
          <a:ext cx="468545" cy="4685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B94216-D911-4C7C-A2CA-B2D587DEC291}">
      <dsp:nvSpPr>
        <dsp:cNvPr id="0" name=""/>
        <dsp:cNvSpPr/>
      </dsp:nvSpPr>
      <dsp:spPr>
        <a:xfrm>
          <a:off x="983946" y="3999"/>
          <a:ext cx="6192243" cy="851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160" tIns="90160" rIns="90160" bIns="90160" numCol="1" spcCol="1270" anchor="ctr" anchorCtr="0">
          <a:noAutofit/>
        </a:bodyPr>
        <a:lstStyle/>
        <a:p>
          <a:pPr marL="0" lvl="0" indent="0" algn="l" defTabSz="844550">
            <a:lnSpc>
              <a:spcPct val="100000"/>
            </a:lnSpc>
            <a:spcBef>
              <a:spcPct val="0"/>
            </a:spcBef>
            <a:spcAft>
              <a:spcPct val="35000"/>
            </a:spcAft>
            <a:buNone/>
          </a:pPr>
          <a:r>
            <a:rPr lang="en-GB" sz="1900" kern="1200"/>
            <a:t>This meeting is held at the beginning of the sprint.</a:t>
          </a:r>
          <a:endParaRPr lang="en-US" sz="1900" kern="1200"/>
        </a:p>
      </dsp:txBody>
      <dsp:txXfrm>
        <a:off x="983946" y="3999"/>
        <a:ext cx="6192243" cy="851901"/>
      </dsp:txXfrm>
    </dsp:sp>
    <dsp:sp modelId="{6BDB625B-FEDF-41D6-BE2D-8183D0F01D6A}">
      <dsp:nvSpPr>
        <dsp:cNvPr id="0" name=""/>
        <dsp:cNvSpPr/>
      </dsp:nvSpPr>
      <dsp:spPr>
        <a:xfrm>
          <a:off x="0" y="1068876"/>
          <a:ext cx="7176190" cy="8519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3ED80C-7DAF-4E8A-B80E-5BB61379A3B2}">
      <dsp:nvSpPr>
        <dsp:cNvPr id="0" name=""/>
        <dsp:cNvSpPr/>
      </dsp:nvSpPr>
      <dsp:spPr>
        <a:xfrm>
          <a:off x="257700" y="1260553"/>
          <a:ext cx="468545" cy="4685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6DF32F-5C1C-4D1A-80E9-649660E61DFF}">
      <dsp:nvSpPr>
        <dsp:cNvPr id="0" name=""/>
        <dsp:cNvSpPr/>
      </dsp:nvSpPr>
      <dsp:spPr>
        <a:xfrm>
          <a:off x="983946" y="1068876"/>
          <a:ext cx="6192243" cy="851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160" tIns="90160" rIns="90160" bIns="90160" numCol="1" spcCol="1270" anchor="ctr" anchorCtr="0">
          <a:noAutofit/>
        </a:bodyPr>
        <a:lstStyle/>
        <a:p>
          <a:pPr marL="0" lvl="0" indent="0" algn="l" defTabSz="844550">
            <a:lnSpc>
              <a:spcPct val="100000"/>
            </a:lnSpc>
            <a:spcBef>
              <a:spcPct val="0"/>
            </a:spcBef>
            <a:spcAft>
              <a:spcPct val="35000"/>
            </a:spcAft>
            <a:buNone/>
          </a:pPr>
          <a:r>
            <a:rPr lang="en-GB" sz="1900" kern="1200"/>
            <a:t>The meeting will usually take the full day for a two-week sprint and is split into two sections (what and how).</a:t>
          </a:r>
          <a:endParaRPr lang="en-US" sz="1900" kern="1200"/>
        </a:p>
      </dsp:txBody>
      <dsp:txXfrm>
        <a:off x="983946" y="1068876"/>
        <a:ext cx="6192243" cy="851901"/>
      </dsp:txXfrm>
    </dsp:sp>
    <dsp:sp modelId="{67BCBBCE-665A-4AB4-BE56-C9CC8E3B35A3}">
      <dsp:nvSpPr>
        <dsp:cNvPr id="0" name=""/>
        <dsp:cNvSpPr/>
      </dsp:nvSpPr>
      <dsp:spPr>
        <a:xfrm>
          <a:off x="0" y="2133752"/>
          <a:ext cx="7176190" cy="8519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0E26C9-B649-47B2-A0F2-49B103C76E29}">
      <dsp:nvSpPr>
        <dsp:cNvPr id="0" name=""/>
        <dsp:cNvSpPr/>
      </dsp:nvSpPr>
      <dsp:spPr>
        <a:xfrm>
          <a:off x="257700" y="2325430"/>
          <a:ext cx="468545" cy="46854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61D32A-B5C6-4AB5-B346-D8852C240E7D}">
      <dsp:nvSpPr>
        <dsp:cNvPr id="0" name=""/>
        <dsp:cNvSpPr/>
      </dsp:nvSpPr>
      <dsp:spPr>
        <a:xfrm>
          <a:off x="983946" y="2133752"/>
          <a:ext cx="6192243" cy="851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160" tIns="90160" rIns="90160" bIns="90160" numCol="1" spcCol="1270" anchor="ctr" anchorCtr="0">
          <a:noAutofit/>
        </a:bodyPr>
        <a:lstStyle/>
        <a:p>
          <a:pPr marL="0" lvl="0" indent="0" algn="l" defTabSz="844550">
            <a:lnSpc>
              <a:spcPct val="100000"/>
            </a:lnSpc>
            <a:spcBef>
              <a:spcPct val="0"/>
            </a:spcBef>
            <a:spcAft>
              <a:spcPct val="35000"/>
            </a:spcAft>
            <a:buNone/>
          </a:pPr>
          <a:r>
            <a:rPr lang="en-GB" sz="1900" kern="1200"/>
            <a:t>The first half of the meeting is where the team decide </a:t>
          </a:r>
          <a:r>
            <a:rPr lang="en-GB" sz="1900" b="1" kern="1200"/>
            <a:t>what</a:t>
          </a:r>
          <a:r>
            <a:rPr lang="en-GB" sz="1900" kern="1200"/>
            <a:t> is going to be brought into the sprint backlog.</a:t>
          </a:r>
          <a:endParaRPr lang="en-US" sz="1900" kern="1200"/>
        </a:p>
      </dsp:txBody>
      <dsp:txXfrm>
        <a:off x="983946" y="2133752"/>
        <a:ext cx="6192243" cy="851901"/>
      </dsp:txXfrm>
    </dsp:sp>
    <dsp:sp modelId="{29EFB390-3B4E-41CB-A4ED-E4A2004B58F1}">
      <dsp:nvSpPr>
        <dsp:cNvPr id="0" name=""/>
        <dsp:cNvSpPr/>
      </dsp:nvSpPr>
      <dsp:spPr>
        <a:xfrm>
          <a:off x="0" y="3198629"/>
          <a:ext cx="7176190" cy="8519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6AB163-C33D-4B3A-BDFC-881DBDFB340C}">
      <dsp:nvSpPr>
        <dsp:cNvPr id="0" name=""/>
        <dsp:cNvSpPr/>
      </dsp:nvSpPr>
      <dsp:spPr>
        <a:xfrm>
          <a:off x="257700" y="3390307"/>
          <a:ext cx="468545" cy="46854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53D49F-EECC-41AD-91AC-406B43131AF0}">
      <dsp:nvSpPr>
        <dsp:cNvPr id="0" name=""/>
        <dsp:cNvSpPr/>
      </dsp:nvSpPr>
      <dsp:spPr>
        <a:xfrm>
          <a:off x="983946" y="3198629"/>
          <a:ext cx="6192243" cy="851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160" tIns="90160" rIns="90160" bIns="90160" numCol="1" spcCol="1270" anchor="ctr" anchorCtr="0">
          <a:noAutofit/>
        </a:bodyPr>
        <a:lstStyle/>
        <a:p>
          <a:pPr marL="0" lvl="0" indent="0" algn="l" defTabSz="844550">
            <a:lnSpc>
              <a:spcPct val="100000"/>
            </a:lnSpc>
            <a:spcBef>
              <a:spcPct val="0"/>
            </a:spcBef>
            <a:spcAft>
              <a:spcPct val="35000"/>
            </a:spcAft>
            <a:buNone/>
          </a:pPr>
          <a:r>
            <a:rPr lang="en-GB" sz="1900" kern="1200"/>
            <a:t>The second half of the meeting is where the team decide </a:t>
          </a:r>
          <a:r>
            <a:rPr lang="en-GB" sz="1900" b="1" kern="1200"/>
            <a:t>how</a:t>
          </a:r>
          <a:r>
            <a:rPr lang="en-GB" sz="1900" kern="1200"/>
            <a:t> the items are going to be completed,</a:t>
          </a:r>
          <a:endParaRPr lang="en-US" sz="1900" kern="1200"/>
        </a:p>
      </dsp:txBody>
      <dsp:txXfrm>
        <a:off x="983946" y="3198629"/>
        <a:ext cx="6192243" cy="851901"/>
      </dsp:txXfrm>
    </dsp:sp>
    <dsp:sp modelId="{F339DA5C-CE4E-4EAF-9FB6-915247B12841}">
      <dsp:nvSpPr>
        <dsp:cNvPr id="0" name=""/>
        <dsp:cNvSpPr/>
      </dsp:nvSpPr>
      <dsp:spPr>
        <a:xfrm>
          <a:off x="0" y="4263506"/>
          <a:ext cx="7176190" cy="8519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AF0298-86D4-4D46-BC3E-6DC606145A1D}">
      <dsp:nvSpPr>
        <dsp:cNvPr id="0" name=""/>
        <dsp:cNvSpPr/>
      </dsp:nvSpPr>
      <dsp:spPr>
        <a:xfrm>
          <a:off x="257700" y="4455183"/>
          <a:ext cx="468545" cy="46854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1614F4-BFC4-4CCC-94A4-1C7178C15EA3}">
      <dsp:nvSpPr>
        <dsp:cNvPr id="0" name=""/>
        <dsp:cNvSpPr/>
      </dsp:nvSpPr>
      <dsp:spPr>
        <a:xfrm>
          <a:off x="983946" y="4263506"/>
          <a:ext cx="6192243" cy="851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160" tIns="90160" rIns="90160" bIns="90160" numCol="1" spcCol="1270" anchor="ctr" anchorCtr="0">
          <a:noAutofit/>
        </a:bodyPr>
        <a:lstStyle/>
        <a:p>
          <a:pPr marL="0" lvl="0" indent="0" algn="l" defTabSz="844550">
            <a:lnSpc>
              <a:spcPct val="100000"/>
            </a:lnSpc>
            <a:spcBef>
              <a:spcPct val="0"/>
            </a:spcBef>
            <a:spcAft>
              <a:spcPct val="35000"/>
            </a:spcAft>
            <a:buNone/>
          </a:pPr>
          <a:r>
            <a:rPr lang="en-GB" sz="1900" kern="1200"/>
            <a:t>usually done by breaking down the tasks into smaller pieces and adding technical details.</a:t>
          </a:r>
          <a:endParaRPr lang="en-US" sz="1900" kern="1200"/>
        </a:p>
      </dsp:txBody>
      <dsp:txXfrm>
        <a:off x="983946" y="4263506"/>
        <a:ext cx="6192243" cy="85190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6C31AE-5B1E-487B-B14F-EDFED35DD8F9}">
      <dsp:nvSpPr>
        <dsp:cNvPr id="0" name=""/>
        <dsp:cNvSpPr/>
      </dsp:nvSpPr>
      <dsp:spPr>
        <a:xfrm>
          <a:off x="0" y="538902"/>
          <a:ext cx="6770688" cy="71664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dirty="0"/>
            <a:t>This is a daily 15-minute meeting used to optimise communication across the team.</a:t>
          </a:r>
          <a:endParaRPr lang="en-US" sz="2000" kern="1200" dirty="0"/>
        </a:p>
      </dsp:txBody>
      <dsp:txXfrm>
        <a:off x="34984" y="573886"/>
        <a:ext cx="6700720" cy="646675"/>
      </dsp:txXfrm>
    </dsp:sp>
    <dsp:sp modelId="{F8E1D981-5D23-4AAA-A9E4-941F6DDF5A6B}">
      <dsp:nvSpPr>
        <dsp:cNvPr id="0" name=""/>
        <dsp:cNvSpPr/>
      </dsp:nvSpPr>
      <dsp:spPr>
        <a:xfrm>
          <a:off x="0" y="1439865"/>
          <a:ext cx="6770688" cy="68975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dirty="0"/>
            <a:t>Following points are discussed by every participant:</a:t>
          </a:r>
          <a:endParaRPr lang="en-US" sz="2000" kern="1200" dirty="0"/>
        </a:p>
      </dsp:txBody>
      <dsp:txXfrm>
        <a:off x="33671" y="1473536"/>
        <a:ext cx="6703346" cy="622416"/>
      </dsp:txXfrm>
    </dsp:sp>
    <dsp:sp modelId="{613F9E1E-FC1E-41B2-8DDE-6C0580131021}">
      <dsp:nvSpPr>
        <dsp:cNvPr id="0" name=""/>
        <dsp:cNvSpPr/>
      </dsp:nvSpPr>
      <dsp:spPr>
        <a:xfrm>
          <a:off x="0" y="2129624"/>
          <a:ext cx="6770688" cy="245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4969" tIns="30480" rIns="170688" bIns="30480" numCol="1" spcCol="1270" anchor="t" anchorCtr="0">
          <a:noAutofit/>
        </a:bodyPr>
        <a:lstStyle/>
        <a:p>
          <a:pPr marL="228600" lvl="1" indent="-228600" algn="l" defTabSz="1066800">
            <a:lnSpc>
              <a:spcPct val="90000"/>
            </a:lnSpc>
            <a:spcBef>
              <a:spcPct val="0"/>
            </a:spcBef>
            <a:spcAft>
              <a:spcPct val="20000"/>
            </a:spcAft>
            <a:buChar char="•"/>
          </a:pPr>
          <a:endParaRPr lang="en-US" sz="2400" kern="1200" dirty="0"/>
        </a:p>
        <a:p>
          <a:pPr marL="228600" lvl="1" indent="-228600" algn="l" defTabSz="889000">
            <a:lnSpc>
              <a:spcPct val="90000"/>
            </a:lnSpc>
            <a:spcBef>
              <a:spcPct val="0"/>
            </a:spcBef>
            <a:spcAft>
              <a:spcPct val="20000"/>
            </a:spcAft>
            <a:buChar char="•"/>
          </a:pPr>
          <a:r>
            <a:rPr lang="en-GB" sz="2000" kern="1200" dirty="0"/>
            <a:t>What did I do </a:t>
          </a:r>
          <a:r>
            <a:rPr lang="en-GB" sz="2000" b="1" kern="1200" dirty="0"/>
            <a:t>yesterday</a:t>
          </a:r>
          <a:r>
            <a:rPr lang="en-GB" sz="2000" kern="1200" dirty="0"/>
            <a:t> that helped meet the sprint goal?</a:t>
          </a:r>
          <a:endParaRPr lang="en-US" sz="2000" kern="1200" dirty="0"/>
        </a:p>
        <a:p>
          <a:pPr marL="228600" lvl="1" indent="-228600" algn="l" defTabSz="889000">
            <a:lnSpc>
              <a:spcPct val="90000"/>
            </a:lnSpc>
            <a:spcBef>
              <a:spcPct val="0"/>
            </a:spcBef>
            <a:spcAft>
              <a:spcPct val="20000"/>
            </a:spcAft>
            <a:buChar char="•"/>
          </a:pPr>
          <a:endParaRPr lang="en-US" sz="2000" kern="1200" dirty="0"/>
        </a:p>
        <a:p>
          <a:pPr marL="228600" lvl="1" indent="-228600" algn="l" defTabSz="889000">
            <a:lnSpc>
              <a:spcPct val="90000"/>
            </a:lnSpc>
            <a:spcBef>
              <a:spcPct val="0"/>
            </a:spcBef>
            <a:spcAft>
              <a:spcPct val="20000"/>
            </a:spcAft>
            <a:buChar char="•"/>
          </a:pPr>
          <a:r>
            <a:rPr lang="en-GB" sz="2000" kern="1200" dirty="0"/>
            <a:t>What will I do </a:t>
          </a:r>
          <a:r>
            <a:rPr lang="en-GB" sz="2000" b="1" kern="1200" dirty="0"/>
            <a:t>today</a:t>
          </a:r>
          <a:r>
            <a:rPr lang="en-GB" sz="2000" kern="1200" dirty="0"/>
            <a:t> to help meet the sprint goal?</a:t>
          </a:r>
          <a:endParaRPr lang="en-US" sz="2000" kern="1200" dirty="0"/>
        </a:p>
        <a:p>
          <a:pPr marL="228600" lvl="1" indent="-228600" algn="l" defTabSz="889000">
            <a:lnSpc>
              <a:spcPct val="90000"/>
            </a:lnSpc>
            <a:spcBef>
              <a:spcPct val="0"/>
            </a:spcBef>
            <a:spcAft>
              <a:spcPct val="20000"/>
            </a:spcAft>
            <a:buChar char="•"/>
          </a:pPr>
          <a:endParaRPr lang="en-US" sz="2000" kern="1200" dirty="0"/>
        </a:p>
        <a:p>
          <a:pPr marL="228600" lvl="1" indent="-228600" algn="l" defTabSz="889000" rtl="0">
            <a:lnSpc>
              <a:spcPct val="90000"/>
            </a:lnSpc>
            <a:spcBef>
              <a:spcPct val="0"/>
            </a:spcBef>
            <a:spcAft>
              <a:spcPct val="20000"/>
            </a:spcAft>
            <a:buChar char="•"/>
          </a:pPr>
          <a:r>
            <a:rPr lang="en-GB" sz="2000" kern="1200" dirty="0"/>
            <a:t>Do I see any future </a:t>
          </a:r>
          <a:r>
            <a:rPr lang="en-GB" sz="2000" b="1" kern="1200" dirty="0"/>
            <a:t>impediments</a:t>
          </a:r>
          <a:r>
            <a:rPr lang="en-GB" sz="2000" kern="1200" dirty="0"/>
            <a:t> that prevents the team from meeting the sprint goal?</a:t>
          </a:r>
          <a:endParaRPr lang="en-US" sz="2000" kern="1200" dirty="0"/>
        </a:p>
      </dsp:txBody>
      <dsp:txXfrm>
        <a:off x="0" y="2129624"/>
        <a:ext cx="6770688" cy="24508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AE1DCD-1F9A-468C-A10D-0F4C7FC22C86}">
      <dsp:nvSpPr>
        <dsp:cNvPr id="0" name=""/>
        <dsp:cNvSpPr/>
      </dsp:nvSpPr>
      <dsp:spPr>
        <a:xfrm>
          <a:off x="0" y="376191"/>
          <a:ext cx="6770688" cy="140692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dirty="0"/>
            <a:t>Held at the end of the sprint to inspect the work done and adapt the product backlog. The development team, product owner and key stakeholders are all present at this meeting. In the sprint review meeting:</a:t>
          </a:r>
          <a:endParaRPr lang="en-US" sz="2000" kern="1200" dirty="0"/>
        </a:p>
      </dsp:txBody>
      <dsp:txXfrm>
        <a:off x="68680" y="444871"/>
        <a:ext cx="6633328" cy="1269564"/>
      </dsp:txXfrm>
    </dsp:sp>
    <dsp:sp modelId="{3280E1E4-DC55-4569-8678-E90B82ADCA51}">
      <dsp:nvSpPr>
        <dsp:cNvPr id="0" name=""/>
        <dsp:cNvSpPr/>
      </dsp:nvSpPr>
      <dsp:spPr>
        <a:xfrm>
          <a:off x="0" y="1783116"/>
          <a:ext cx="6770688" cy="29600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4969" tIns="30480" rIns="170688" bIns="30480" numCol="1" spcCol="1270" anchor="t" anchorCtr="0">
          <a:noAutofit/>
        </a:bodyPr>
        <a:lstStyle/>
        <a:p>
          <a:pPr marL="228600" lvl="1" indent="-228600" algn="l" defTabSz="1066800">
            <a:lnSpc>
              <a:spcPct val="90000"/>
            </a:lnSpc>
            <a:spcBef>
              <a:spcPct val="0"/>
            </a:spcBef>
            <a:spcAft>
              <a:spcPct val="20000"/>
            </a:spcAft>
            <a:buChar char="•"/>
          </a:pPr>
          <a:endParaRPr lang="en-US" sz="2400" kern="1200" dirty="0"/>
        </a:p>
        <a:p>
          <a:pPr marL="228600" lvl="1" indent="-228600" algn="l" defTabSz="889000">
            <a:lnSpc>
              <a:spcPct val="90000"/>
            </a:lnSpc>
            <a:spcBef>
              <a:spcPct val="0"/>
            </a:spcBef>
            <a:spcAft>
              <a:spcPct val="20000"/>
            </a:spcAft>
            <a:buChar char="•"/>
          </a:pPr>
          <a:r>
            <a:rPr lang="en-GB" sz="2000" kern="1200" dirty="0"/>
            <a:t>The development team demonstrates what work was done, and answers any questions</a:t>
          </a:r>
          <a:endParaRPr lang="en-US" sz="2000" kern="1200" dirty="0"/>
        </a:p>
        <a:p>
          <a:pPr marL="228600" lvl="1" indent="-228600" algn="l" defTabSz="889000">
            <a:lnSpc>
              <a:spcPct val="90000"/>
            </a:lnSpc>
            <a:spcBef>
              <a:spcPct val="0"/>
            </a:spcBef>
            <a:spcAft>
              <a:spcPct val="20000"/>
            </a:spcAft>
            <a:buChar char="•"/>
          </a:pPr>
          <a:endParaRPr lang="en-US" sz="2000" kern="1200" dirty="0"/>
        </a:p>
        <a:p>
          <a:pPr marL="228600" lvl="1" indent="-228600" algn="l" defTabSz="889000">
            <a:lnSpc>
              <a:spcPct val="90000"/>
            </a:lnSpc>
            <a:spcBef>
              <a:spcPct val="0"/>
            </a:spcBef>
            <a:spcAft>
              <a:spcPct val="20000"/>
            </a:spcAft>
            <a:buChar char="•"/>
          </a:pPr>
          <a:r>
            <a:rPr lang="en-GB" sz="2000" kern="1200" dirty="0"/>
            <a:t>The product owner discusses the product backlog as it stands</a:t>
          </a:r>
          <a:endParaRPr lang="en-US" sz="2000" kern="1200" dirty="0"/>
        </a:p>
        <a:p>
          <a:pPr marL="228600" lvl="1" indent="-228600" algn="l" defTabSz="889000">
            <a:lnSpc>
              <a:spcPct val="90000"/>
            </a:lnSpc>
            <a:spcBef>
              <a:spcPct val="0"/>
            </a:spcBef>
            <a:spcAft>
              <a:spcPct val="20000"/>
            </a:spcAft>
            <a:buChar char="•"/>
          </a:pPr>
          <a:endParaRPr lang="en-US" sz="2000" kern="1200" dirty="0"/>
        </a:p>
        <a:p>
          <a:pPr marL="228600" lvl="1" indent="-228600" algn="l" defTabSz="889000">
            <a:lnSpc>
              <a:spcPct val="90000"/>
            </a:lnSpc>
            <a:spcBef>
              <a:spcPct val="0"/>
            </a:spcBef>
            <a:spcAft>
              <a:spcPct val="20000"/>
            </a:spcAft>
            <a:buChar char="•"/>
          </a:pPr>
          <a:r>
            <a:rPr lang="en-GB" sz="2000" kern="1200" dirty="0"/>
            <a:t>The entire group collaborates on what to do next, to provide valuable input to future sprint planning</a:t>
          </a:r>
          <a:endParaRPr lang="en-US" sz="2000" kern="1200" dirty="0"/>
        </a:p>
      </dsp:txBody>
      <dsp:txXfrm>
        <a:off x="0" y="1783116"/>
        <a:ext cx="6770688" cy="296009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DE4D8-9AAC-4527-A009-4801D154FE6B}">
      <dsp:nvSpPr>
        <dsp:cNvPr id="0" name=""/>
        <dsp:cNvSpPr/>
      </dsp:nvSpPr>
      <dsp:spPr>
        <a:xfrm>
          <a:off x="0" y="3386"/>
          <a:ext cx="6770688" cy="1699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dirty="0"/>
            <a:t>The sprint retrospective meeting is an opportunity for the scrum team to inspect itself and create a plan for improvements to be made during the next sprint. The goal of the retrospective is to:</a:t>
          </a:r>
          <a:endParaRPr lang="en-US" sz="2400" kern="1200" dirty="0"/>
        </a:p>
      </dsp:txBody>
      <dsp:txXfrm>
        <a:off x="82963" y="86349"/>
        <a:ext cx="6604762" cy="1533574"/>
      </dsp:txXfrm>
    </dsp:sp>
    <dsp:sp modelId="{418BBF7E-A353-451E-8D8E-32F7F2D6D138}">
      <dsp:nvSpPr>
        <dsp:cNvPr id="0" name=""/>
        <dsp:cNvSpPr/>
      </dsp:nvSpPr>
      <dsp:spPr>
        <a:xfrm>
          <a:off x="0" y="1702886"/>
          <a:ext cx="6770688" cy="34131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4969" tIns="30480" rIns="170688" bIns="30480" numCol="1" spcCol="1270" anchor="t" anchorCtr="0">
          <a:noAutofit/>
        </a:bodyPr>
        <a:lstStyle/>
        <a:p>
          <a:pPr marL="228600" lvl="1" indent="-228600" algn="l" defTabSz="1066800">
            <a:lnSpc>
              <a:spcPct val="90000"/>
            </a:lnSpc>
            <a:spcBef>
              <a:spcPct val="0"/>
            </a:spcBef>
            <a:spcAft>
              <a:spcPct val="20000"/>
            </a:spcAft>
            <a:buChar char="•"/>
          </a:pPr>
          <a:endParaRPr lang="en-US" sz="2400" kern="1200" dirty="0"/>
        </a:p>
        <a:p>
          <a:pPr marL="228600" lvl="1" indent="-228600" algn="l" defTabSz="1066800">
            <a:lnSpc>
              <a:spcPct val="90000"/>
            </a:lnSpc>
            <a:spcBef>
              <a:spcPct val="0"/>
            </a:spcBef>
            <a:spcAft>
              <a:spcPct val="20000"/>
            </a:spcAft>
            <a:buChar char="•"/>
          </a:pPr>
          <a:r>
            <a:rPr lang="en-GB" sz="2400" kern="1200" dirty="0"/>
            <a:t>Inspect how the last sprint went with regards to people, relationships, process, and tools</a:t>
          </a:r>
          <a:endParaRPr lang="en-US" sz="2400" kern="1200" dirty="0"/>
        </a:p>
        <a:p>
          <a:pPr marL="228600" lvl="1" indent="-228600" algn="l" defTabSz="1066800">
            <a:lnSpc>
              <a:spcPct val="90000"/>
            </a:lnSpc>
            <a:spcBef>
              <a:spcPct val="0"/>
            </a:spcBef>
            <a:spcAft>
              <a:spcPct val="20000"/>
            </a:spcAft>
            <a:buChar char="•"/>
          </a:pPr>
          <a:endParaRPr lang="en-US" sz="2400" kern="1200" dirty="0"/>
        </a:p>
        <a:p>
          <a:pPr marL="228600" lvl="1" indent="-228600" algn="l" defTabSz="1066800">
            <a:lnSpc>
              <a:spcPct val="90000"/>
            </a:lnSpc>
            <a:spcBef>
              <a:spcPct val="0"/>
            </a:spcBef>
            <a:spcAft>
              <a:spcPct val="20000"/>
            </a:spcAft>
            <a:buChar char="•"/>
          </a:pPr>
          <a:r>
            <a:rPr lang="en-GB" sz="2400" kern="1200" dirty="0"/>
            <a:t>Identify what went well and any potential improvements that could be made</a:t>
          </a:r>
          <a:endParaRPr lang="en-US" sz="2400" kern="1200" dirty="0"/>
        </a:p>
        <a:p>
          <a:pPr marL="228600" lvl="1" indent="-228600" algn="l" defTabSz="1066800">
            <a:lnSpc>
              <a:spcPct val="90000"/>
            </a:lnSpc>
            <a:spcBef>
              <a:spcPct val="0"/>
            </a:spcBef>
            <a:spcAft>
              <a:spcPct val="20000"/>
            </a:spcAft>
            <a:buChar char="•"/>
          </a:pPr>
          <a:endParaRPr lang="en-US" sz="2400" kern="1200" dirty="0"/>
        </a:p>
        <a:p>
          <a:pPr marL="228600" lvl="1" indent="-228600" algn="l" defTabSz="1066800">
            <a:lnSpc>
              <a:spcPct val="90000"/>
            </a:lnSpc>
            <a:spcBef>
              <a:spcPct val="0"/>
            </a:spcBef>
            <a:spcAft>
              <a:spcPct val="20000"/>
            </a:spcAft>
            <a:buChar char="•"/>
          </a:pPr>
          <a:r>
            <a:rPr lang="en-GB" sz="2400" kern="1200" dirty="0"/>
            <a:t>Create a plan for implementing improvements to the way the scrum team works</a:t>
          </a:r>
          <a:endParaRPr lang="en-US" sz="2400" kern="1200" dirty="0"/>
        </a:p>
      </dsp:txBody>
      <dsp:txXfrm>
        <a:off x="0" y="1702886"/>
        <a:ext cx="6770688" cy="341313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14387A-6F4D-4037-B502-EAA015F57022}">
      <dsp:nvSpPr>
        <dsp:cNvPr id="0" name=""/>
        <dsp:cNvSpPr/>
      </dsp:nvSpPr>
      <dsp:spPr>
        <a:xfrm>
          <a:off x="899094" y="1326124"/>
          <a:ext cx="1377000" cy="1377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73ABB0-039A-4B87-B355-E29A17EA035A}">
      <dsp:nvSpPr>
        <dsp:cNvPr id="0" name=""/>
        <dsp:cNvSpPr/>
      </dsp:nvSpPr>
      <dsp:spPr>
        <a:xfrm>
          <a:off x="57594" y="3073282"/>
          <a:ext cx="306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GB" sz="2000" kern="1200"/>
            <a:t>describe what is an Agile Sprint</a:t>
          </a:r>
          <a:endParaRPr lang="en-US" sz="2000" kern="1200"/>
        </a:p>
      </dsp:txBody>
      <dsp:txXfrm>
        <a:off x="57594" y="3073282"/>
        <a:ext cx="3060000" cy="720000"/>
      </dsp:txXfrm>
    </dsp:sp>
    <dsp:sp modelId="{CD6C9FEB-E9F4-47B6-88C1-DC490847BD16}">
      <dsp:nvSpPr>
        <dsp:cNvPr id="0" name=""/>
        <dsp:cNvSpPr/>
      </dsp:nvSpPr>
      <dsp:spPr>
        <a:xfrm>
          <a:off x="4494594" y="1326124"/>
          <a:ext cx="1377000" cy="1377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C652EF-EA8E-4B0C-BCEB-5385D2BAFF4D}">
      <dsp:nvSpPr>
        <dsp:cNvPr id="0" name=""/>
        <dsp:cNvSpPr/>
      </dsp:nvSpPr>
      <dsp:spPr>
        <a:xfrm>
          <a:off x="3653094" y="3073282"/>
          <a:ext cx="306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GB" sz="2000" kern="1200"/>
            <a:t>Explain what the ceremonies of an Agile Sprint are</a:t>
          </a:r>
          <a:endParaRPr lang="en-US" sz="2000" kern="1200"/>
        </a:p>
      </dsp:txBody>
      <dsp:txXfrm>
        <a:off x="3653094" y="3073282"/>
        <a:ext cx="3060000" cy="72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253B88-11B2-4FFC-B0D0-79C53B358DB6}">
      <dsp:nvSpPr>
        <dsp:cNvPr id="0" name=""/>
        <dsp:cNvSpPr/>
      </dsp:nvSpPr>
      <dsp:spPr>
        <a:xfrm>
          <a:off x="65763" y="1661696"/>
          <a:ext cx="770769" cy="77076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C667B8-37FC-4156-A853-E2D9061FE76E}">
      <dsp:nvSpPr>
        <dsp:cNvPr id="0" name=""/>
        <dsp:cNvSpPr/>
      </dsp:nvSpPr>
      <dsp:spPr>
        <a:xfrm>
          <a:off x="227625" y="1823558"/>
          <a:ext cx="447046" cy="44704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E1C8A0-5F72-4D99-80BD-B4C61DE9A566}">
      <dsp:nvSpPr>
        <dsp:cNvPr id="0" name=""/>
        <dsp:cNvSpPr/>
      </dsp:nvSpPr>
      <dsp:spPr>
        <a:xfrm>
          <a:off x="1001698" y="1661696"/>
          <a:ext cx="1816814" cy="7707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GB" sz="2400" b="1" kern="1200" dirty="0"/>
            <a:t>Complete Lab3</a:t>
          </a:r>
          <a:endParaRPr lang="en-US" sz="2400" kern="1200" dirty="0"/>
        </a:p>
      </dsp:txBody>
      <dsp:txXfrm>
        <a:off x="1001698" y="1661696"/>
        <a:ext cx="1816814" cy="770769"/>
      </dsp:txXfrm>
    </dsp:sp>
    <dsp:sp modelId="{E53569A0-CEE1-4300-97E4-12949D94E8EC}">
      <dsp:nvSpPr>
        <dsp:cNvPr id="0" name=""/>
        <dsp:cNvSpPr/>
      </dsp:nvSpPr>
      <dsp:spPr>
        <a:xfrm>
          <a:off x="3135078" y="1661696"/>
          <a:ext cx="770769" cy="77076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1A118B-ADC1-4F11-BEBC-79F95FA8DA53}">
      <dsp:nvSpPr>
        <dsp:cNvPr id="0" name=""/>
        <dsp:cNvSpPr/>
      </dsp:nvSpPr>
      <dsp:spPr>
        <a:xfrm>
          <a:off x="3296940" y="1823558"/>
          <a:ext cx="447046" cy="44704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CED254-74D4-4BC7-963D-ADE709BA7DD8}">
      <dsp:nvSpPr>
        <dsp:cNvPr id="0" name=""/>
        <dsp:cNvSpPr/>
      </dsp:nvSpPr>
      <dsp:spPr>
        <a:xfrm>
          <a:off x="4071013" y="1661696"/>
          <a:ext cx="1816814" cy="7707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GB" sz="2400" b="1" kern="1200" dirty="0"/>
            <a:t>Duration 20 minutes</a:t>
          </a:r>
          <a:endParaRPr lang="en-US" sz="2400" kern="1200" dirty="0"/>
        </a:p>
      </dsp:txBody>
      <dsp:txXfrm>
        <a:off x="4071013" y="1661696"/>
        <a:ext cx="1816814" cy="770769"/>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C8B4D7-2AD4-48EC-A23D-2FECF33A76EC}" type="datetimeFigureOut">
              <a:rPr lang="en-GB" smtClean="0"/>
              <a:t>27/11/2023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FF398-3C82-4F57-A7A8-A4AA44FB2335}" type="slidenum">
              <a:rPr lang="en-GB" smtClean="0"/>
              <a:t>‹#›</a:t>
            </a:fld>
            <a:endParaRPr lang="en-GB"/>
          </a:p>
        </p:txBody>
      </p:sp>
    </p:spTree>
    <p:extLst>
      <p:ext uri="{BB962C8B-B14F-4D97-AF65-F5344CB8AC3E}">
        <p14:creationId xmlns:p14="http://schemas.microsoft.com/office/powerpoint/2010/main" val="3400853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548901C6-1DA1-FB44-ABEE-06A0FEB7738E}" type="slidenum">
              <a:rPr lang="en-GB" smtClean="0"/>
              <a:pPr/>
              <a:t>1</a:t>
            </a:fld>
            <a:endParaRPr lang="en-GB"/>
          </a:p>
        </p:txBody>
      </p:sp>
    </p:spTree>
    <p:extLst>
      <p:ext uri="{BB962C8B-B14F-4D97-AF65-F5344CB8AC3E}">
        <p14:creationId xmlns:p14="http://schemas.microsoft.com/office/powerpoint/2010/main" val="1054707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scrum team along with the Product owner, have a meeting where they decide which items from the product backlog will be included in the next sprint.</a:t>
            </a:r>
          </a:p>
          <a:p>
            <a:r>
              <a:rPr lang="en-GB" dirty="0"/>
              <a:t>This items are moved to the sprint backlog.  The scrum team then work on the items until a product item is complete and will be able to be included in the next product increment.  Each day first thing in the morning a Daily Stand-up meeting is held.</a:t>
            </a:r>
          </a:p>
        </p:txBody>
      </p:sp>
      <p:sp>
        <p:nvSpPr>
          <p:cNvPr id="4" name="Slide Number Placeholder 3"/>
          <p:cNvSpPr>
            <a:spLocks noGrp="1"/>
          </p:cNvSpPr>
          <p:nvPr>
            <p:ph type="sldNum" sz="quarter" idx="5"/>
          </p:nvPr>
        </p:nvSpPr>
        <p:spPr/>
        <p:txBody>
          <a:bodyPr/>
          <a:lstStyle/>
          <a:p>
            <a:fld id="{F65FF398-3C82-4F57-A7A8-A4AA44FB2335}" type="slidenum">
              <a:rPr lang="en-GB" smtClean="0"/>
              <a:t>3</a:t>
            </a:fld>
            <a:endParaRPr lang="en-GB"/>
          </a:p>
        </p:txBody>
      </p:sp>
    </p:spTree>
    <p:extLst>
      <p:ext uri="{BB962C8B-B14F-4D97-AF65-F5344CB8AC3E}">
        <p14:creationId xmlns:p14="http://schemas.microsoft.com/office/powerpoint/2010/main" val="1556226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Each participant stands up when it is their turn to speak.  This communication keeps the whole team up to date on progress.  It also allows them to look at future impediments which need to be addressed to allow the team to meet their goals.  </a:t>
            </a:r>
          </a:p>
          <a:p>
            <a:endParaRPr lang="en-GB" dirty="0"/>
          </a:p>
          <a:p>
            <a:r>
              <a:rPr lang="en-GB" dirty="0"/>
              <a:t>It is the responsibility of the Scrum Master to facilitate the removal of the impediments.</a:t>
            </a:r>
          </a:p>
        </p:txBody>
      </p:sp>
      <p:sp>
        <p:nvSpPr>
          <p:cNvPr id="4" name="Slide Number Placeholder 3"/>
          <p:cNvSpPr>
            <a:spLocks noGrp="1"/>
          </p:cNvSpPr>
          <p:nvPr>
            <p:ph type="sldNum" sz="quarter" idx="5"/>
          </p:nvPr>
        </p:nvSpPr>
        <p:spPr/>
        <p:txBody>
          <a:bodyPr/>
          <a:lstStyle/>
          <a:p>
            <a:fld id="{F65FF398-3C82-4F57-A7A8-A4AA44FB2335}" type="slidenum">
              <a:rPr lang="en-GB" smtClean="0"/>
              <a:t>5</a:t>
            </a:fld>
            <a:endParaRPr lang="en-GB"/>
          </a:p>
        </p:txBody>
      </p:sp>
    </p:spTree>
    <p:extLst>
      <p:ext uri="{BB962C8B-B14F-4D97-AF65-F5344CB8AC3E}">
        <p14:creationId xmlns:p14="http://schemas.microsoft.com/office/powerpoint/2010/main" val="12385014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a:p>
        </p:txBody>
      </p:sp>
    </p:spTree>
    <p:extLst>
      <p:ext uri="{BB962C8B-B14F-4D97-AF65-F5344CB8AC3E}">
        <p14:creationId xmlns:p14="http://schemas.microsoft.com/office/powerpoint/2010/main" val="3244827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7BC5A-A0C1-4C6E-8B70-1EA285F7B9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83E09F7-0B1B-4A37-93AE-D8BC1BA6A7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3E7692A-C1CF-44C7-B025-2417FE71A4C4}"/>
              </a:ext>
            </a:extLst>
          </p:cNvPr>
          <p:cNvSpPr>
            <a:spLocks noGrp="1"/>
          </p:cNvSpPr>
          <p:nvPr>
            <p:ph type="dt" sz="half" idx="10"/>
          </p:nvPr>
        </p:nvSpPr>
        <p:spPr/>
        <p:txBody>
          <a:bodyPr/>
          <a:lstStyle/>
          <a:p>
            <a:fld id="{99E7F4F2-5FD0-4B99-9BEE-D01C45EC499F}" type="datetimeFigureOut">
              <a:rPr lang="en-GB" smtClean="0"/>
              <a:t>27/11/2023</a:t>
            </a:fld>
            <a:endParaRPr lang="en-GB"/>
          </a:p>
        </p:txBody>
      </p:sp>
      <p:sp>
        <p:nvSpPr>
          <p:cNvPr id="5" name="Footer Placeholder 4">
            <a:extLst>
              <a:ext uri="{FF2B5EF4-FFF2-40B4-BE49-F238E27FC236}">
                <a16:creationId xmlns:a16="http://schemas.microsoft.com/office/drawing/2014/main" id="{CE0F35EF-B44B-4D4E-8247-57F52ED7880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BBD0121-72B5-4122-8451-D746467775A4}"/>
              </a:ext>
            </a:extLst>
          </p:cNvPr>
          <p:cNvSpPr>
            <a:spLocks noGrp="1"/>
          </p:cNvSpPr>
          <p:nvPr>
            <p:ph type="sldNum" sz="quarter" idx="12"/>
          </p:nvPr>
        </p:nvSpPr>
        <p:spPr/>
        <p:txBody>
          <a:bodyPr/>
          <a:lstStyle/>
          <a:p>
            <a:fld id="{94BADB7A-A288-4BC5-9B56-D44BE006A062}" type="slidenum">
              <a:rPr lang="en-GB" smtClean="0"/>
              <a:t>‹#›</a:t>
            </a:fld>
            <a:endParaRPr lang="en-GB"/>
          </a:p>
        </p:txBody>
      </p:sp>
    </p:spTree>
    <p:extLst>
      <p:ext uri="{BB962C8B-B14F-4D97-AF65-F5344CB8AC3E}">
        <p14:creationId xmlns:p14="http://schemas.microsoft.com/office/powerpoint/2010/main" val="3018360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AFA7B-57E3-40CD-BC59-F27C7748305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7ADEC6D-EB0B-4A7A-9F17-EF15E64E9C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83F838E-8276-4C90-870A-ED0E7891FD98}"/>
              </a:ext>
            </a:extLst>
          </p:cNvPr>
          <p:cNvSpPr>
            <a:spLocks noGrp="1"/>
          </p:cNvSpPr>
          <p:nvPr>
            <p:ph type="dt" sz="half" idx="10"/>
          </p:nvPr>
        </p:nvSpPr>
        <p:spPr/>
        <p:txBody>
          <a:bodyPr/>
          <a:lstStyle/>
          <a:p>
            <a:fld id="{99E7F4F2-5FD0-4B99-9BEE-D01C45EC499F}" type="datetimeFigureOut">
              <a:rPr lang="en-GB" smtClean="0"/>
              <a:t>27/11/2023</a:t>
            </a:fld>
            <a:endParaRPr lang="en-GB"/>
          </a:p>
        </p:txBody>
      </p:sp>
      <p:sp>
        <p:nvSpPr>
          <p:cNvPr id="5" name="Footer Placeholder 4">
            <a:extLst>
              <a:ext uri="{FF2B5EF4-FFF2-40B4-BE49-F238E27FC236}">
                <a16:creationId xmlns:a16="http://schemas.microsoft.com/office/drawing/2014/main" id="{EDC870F3-EC15-4AC1-BC5A-6883EBC19E1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64CF49-6478-453B-A645-BB01D41E5496}"/>
              </a:ext>
            </a:extLst>
          </p:cNvPr>
          <p:cNvSpPr>
            <a:spLocks noGrp="1"/>
          </p:cNvSpPr>
          <p:nvPr>
            <p:ph type="sldNum" sz="quarter" idx="12"/>
          </p:nvPr>
        </p:nvSpPr>
        <p:spPr/>
        <p:txBody>
          <a:bodyPr/>
          <a:lstStyle/>
          <a:p>
            <a:fld id="{94BADB7A-A288-4BC5-9B56-D44BE006A062}" type="slidenum">
              <a:rPr lang="en-GB" smtClean="0"/>
              <a:t>‹#›</a:t>
            </a:fld>
            <a:endParaRPr lang="en-GB"/>
          </a:p>
        </p:txBody>
      </p:sp>
    </p:spTree>
    <p:extLst>
      <p:ext uri="{BB962C8B-B14F-4D97-AF65-F5344CB8AC3E}">
        <p14:creationId xmlns:p14="http://schemas.microsoft.com/office/powerpoint/2010/main" val="2629248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22DEB-C3FC-4AAF-A408-90C8811C21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1B9674A-2717-4A6C-9581-DAD0B79648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8593ED-824E-4E22-A82B-A1847A923BE8}"/>
              </a:ext>
            </a:extLst>
          </p:cNvPr>
          <p:cNvSpPr>
            <a:spLocks noGrp="1"/>
          </p:cNvSpPr>
          <p:nvPr>
            <p:ph type="dt" sz="half" idx="10"/>
          </p:nvPr>
        </p:nvSpPr>
        <p:spPr/>
        <p:txBody>
          <a:bodyPr/>
          <a:lstStyle/>
          <a:p>
            <a:fld id="{99E7F4F2-5FD0-4B99-9BEE-D01C45EC499F}" type="datetimeFigureOut">
              <a:rPr lang="en-GB" smtClean="0"/>
              <a:t>27/11/2023</a:t>
            </a:fld>
            <a:endParaRPr lang="en-GB"/>
          </a:p>
        </p:txBody>
      </p:sp>
      <p:sp>
        <p:nvSpPr>
          <p:cNvPr id="5" name="Footer Placeholder 4">
            <a:extLst>
              <a:ext uri="{FF2B5EF4-FFF2-40B4-BE49-F238E27FC236}">
                <a16:creationId xmlns:a16="http://schemas.microsoft.com/office/drawing/2014/main" id="{BA9E9A5B-752A-4573-AAC9-389C88AED7C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DF1EFCB-438B-425E-9547-5B51662C32B9}"/>
              </a:ext>
            </a:extLst>
          </p:cNvPr>
          <p:cNvSpPr>
            <a:spLocks noGrp="1"/>
          </p:cNvSpPr>
          <p:nvPr>
            <p:ph type="sldNum" sz="quarter" idx="12"/>
          </p:nvPr>
        </p:nvSpPr>
        <p:spPr/>
        <p:txBody>
          <a:bodyPr/>
          <a:lstStyle/>
          <a:p>
            <a:fld id="{94BADB7A-A288-4BC5-9B56-D44BE006A062}" type="slidenum">
              <a:rPr lang="en-GB" smtClean="0"/>
              <a:t>‹#›</a:t>
            </a:fld>
            <a:endParaRPr lang="en-GB"/>
          </a:p>
        </p:txBody>
      </p:sp>
    </p:spTree>
    <p:extLst>
      <p:ext uri="{BB962C8B-B14F-4D97-AF65-F5344CB8AC3E}">
        <p14:creationId xmlns:p14="http://schemas.microsoft.com/office/powerpoint/2010/main" val="1096392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AB8F6-3BA6-4A60-9D57-EF39AA8D3F0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CE81D78-9F66-453A-AE36-A17C8E9813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74BBAD1-8EC7-4D16-9F47-D4FBB5A491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C635DAE-9360-43DD-894E-86C07E140EDF}"/>
              </a:ext>
            </a:extLst>
          </p:cNvPr>
          <p:cNvSpPr>
            <a:spLocks noGrp="1"/>
          </p:cNvSpPr>
          <p:nvPr>
            <p:ph type="dt" sz="half" idx="10"/>
          </p:nvPr>
        </p:nvSpPr>
        <p:spPr/>
        <p:txBody>
          <a:bodyPr/>
          <a:lstStyle/>
          <a:p>
            <a:fld id="{99E7F4F2-5FD0-4B99-9BEE-D01C45EC499F}" type="datetimeFigureOut">
              <a:rPr lang="en-GB" smtClean="0"/>
              <a:t>27/11/2023</a:t>
            </a:fld>
            <a:endParaRPr lang="en-GB"/>
          </a:p>
        </p:txBody>
      </p:sp>
      <p:sp>
        <p:nvSpPr>
          <p:cNvPr id="6" name="Footer Placeholder 5">
            <a:extLst>
              <a:ext uri="{FF2B5EF4-FFF2-40B4-BE49-F238E27FC236}">
                <a16:creationId xmlns:a16="http://schemas.microsoft.com/office/drawing/2014/main" id="{94DC8F57-223F-4120-8C61-DE5A3F807CA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5257D9E-3A48-4B9C-973D-73E825F80CE2}"/>
              </a:ext>
            </a:extLst>
          </p:cNvPr>
          <p:cNvSpPr>
            <a:spLocks noGrp="1"/>
          </p:cNvSpPr>
          <p:nvPr>
            <p:ph type="sldNum" sz="quarter" idx="12"/>
          </p:nvPr>
        </p:nvSpPr>
        <p:spPr/>
        <p:txBody>
          <a:bodyPr/>
          <a:lstStyle/>
          <a:p>
            <a:fld id="{94BADB7A-A288-4BC5-9B56-D44BE006A062}" type="slidenum">
              <a:rPr lang="en-GB" smtClean="0"/>
              <a:t>‹#›</a:t>
            </a:fld>
            <a:endParaRPr lang="en-GB"/>
          </a:p>
        </p:txBody>
      </p:sp>
    </p:spTree>
    <p:extLst>
      <p:ext uri="{BB962C8B-B14F-4D97-AF65-F5344CB8AC3E}">
        <p14:creationId xmlns:p14="http://schemas.microsoft.com/office/powerpoint/2010/main" val="1992452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0F377-3926-45A6-811B-8185C324EFE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C143D8C-C612-4258-A670-4736322A22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BCE20E-BEAE-4249-B241-80EE59E323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2FD2911-5E78-46F5-8626-6D7606752C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F57DA2-4729-4754-B93D-CB42D1E7CD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36C4CAD-24DC-45EE-B76D-11E059A35AA7}"/>
              </a:ext>
            </a:extLst>
          </p:cNvPr>
          <p:cNvSpPr>
            <a:spLocks noGrp="1"/>
          </p:cNvSpPr>
          <p:nvPr>
            <p:ph type="dt" sz="half" idx="10"/>
          </p:nvPr>
        </p:nvSpPr>
        <p:spPr/>
        <p:txBody>
          <a:bodyPr/>
          <a:lstStyle/>
          <a:p>
            <a:fld id="{99E7F4F2-5FD0-4B99-9BEE-D01C45EC499F}" type="datetimeFigureOut">
              <a:rPr lang="en-GB" smtClean="0"/>
              <a:t>27/11/2023</a:t>
            </a:fld>
            <a:endParaRPr lang="en-GB"/>
          </a:p>
        </p:txBody>
      </p:sp>
      <p:sp>
        <p:nvSpPr>
          <p:cNvPr id="8" name="Footer Placeholder 7">
            <a:extLst>
              <a:ext uri="{FF2B5EF4-FFF2-40B4-BE49-F238E27FC236}">
                <a16:creationId xmlns:a16="http://schemas.microsoft.com/office/drawing/2014/main" id="{212EC40E-B3DF-4B28-BA31-DBABBF7A07E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A68DDF8-5E05-4ED4-833B-3B397BCA9A7F}"/>
              </a:ext>
            </a:extLst>
          </p:cNvPr>
          <p:cNvSpPr>
            <a:spLocks noGrp="1"/>
          </p:cNvSpPr>
          <p:nvPr>
            <p:ph type="sldNum" sz="quarter" idx="12"/>
          </p:nvPr>
        </p:nvSpPr>
        <p:spPr/>
        <p:txBody>
          <a:bodyPr/>
          <a:lstStyle/>
          <a:p>
            <a:fld id="{94BADB7A-A288-4BC5-9B56-D44BE006A062}" type="slidenum">
              <a:rPr lang="en-GB" smtClean="0"/>
              <a:t>‹#›</a:t>
            </a:fld>
            <a:endParaRPr lang="en-GB"/>
          </a:p>
        </p:txBody>
      </p:sp>
    </p:spTree>
    <p:extLst>
      <p:ext uri="{BB962C8B-B14F-4D97-AF65-F5344CB8AC3E}">
        <p14:creationId xmlns:p14="http://schemas.microsoft.com/office/powerpoint/2010/main" val="383150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F15AE-FA84-412C-A65D-F5F67F055FC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9AC276F-FEC6-4988-82C2-FEB7BB96BADD}"/>
              </a:ext>
            </a:extLst>
          </p:cNvPr>
          <p:cNvSpPr>
            <a:spLocks noGrp="1"/>
          </p:cNvSpPr>
          <p:nvPr>
            <p:ph type="dt" sz="half" idx="10"/>
          </p:nvPr>
        </p:nvSpPr>
        <p:spPr/>
        <p:txBody>
          <a:bodyPr/>
          <a:lstStyle/>
          <a:p>
            <a:fld id="{99E7F4F2-5FD0-4B99-9BEE-D01C45EC499F}" type="datetimeFigureOut">
              <a:rPr lang="en-GB" smtClean="0"/>
              <a:t>27/11/2023</a:t>
            </a:fld>
            <a:endParaRPr lang="en-GB"/>
          </a:p>
        </p:txBody>
      </p:sp>
      <p:sp>
        <p:nvSpPr>
          <p:cNvPr id="4" name="Footer Placeholder 3">
            <a:extLst>
              <a:ext uri="{FF2B5EF4-FFF2-40B4-BE49-F238E27FC236}">
                <a16:creationId xmlns:a16="http://schemas.microsoft.com/office/drawing/2014/main" id="{E0577C46-F663-4733-BCBD-F5ECADB0D20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02B8798-761A-41F0-ADD8-AF70A204C8C1}"/>
              </a:ext>
            </a:extLst>
          </p:cNvPr>
          <p:cNvSpPr>
            <a:spLocks noGrp="1"/>
          </p:cNvSpPr>
          <p:nvPr>
            <p:ph type="sldNum" sz="quarter" idx="12"/>
          </p:nvPr>
        </p:nvSpPr>
        <p:spPr/>
        <p:txBody>
          <a:bodyPr/>
          <a:lstStyle/>
          <a:p>
            <a:fld id="{94BADB7A-A288-4BC5-9B56-D44BE006A062}" type="slidenum">
              <a:rPr lang="en-GB" smtClean="0"/>
              <a:t>‹#›</a:t>
            </a:fld>
            <a:endParaRPr lang="en-GB"/>
          </a:p>
        </p:txBody>
      </p:sp>
    </p:spTree>
    <p:extLst>
      <p:ext uri="{BB962C8B-B14F-4D97-AF65-F5344CB8AC3E}">
        <p14:creationId xmlns:p14="http://schemas.microsoft.com/office/powerpoint/2010/main" val="2109350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7832CE-7303-4290-B562-80CF17B28BEB}"/>
              </a:ext>
            </a:extLst>
          </p:cNvPr>
          <p:cNvSpPr>
            <a:spLocks noGrp="1"/>
          </p:cNvSpPr>
          <p:nvPr>
            <p:ph type="dt" sz="half" idx="10"/>
          </p:nvPr>
        </p:nvSpPr>
        <p:spPr/>
        <p:txBody>
          <a:bodyPr/>
          <a:lstStyle/>
          <a:p>
            <a:fld id="{99E7F4F2-5FD0-4B99-9BEE-D01C45EC499F}" type="datetimeFigureOut">
              <a:rPr lang="en-GB" smtClean="0"/>
              <a:t>27/11/2023</a:t>
            </a:fld>
            <a:endParaRPr lang="en-GB"/>
          </a:p>
        </p:txBody>
      </p:sp>
      <p:sp>
        <p:nvSpPr>
          <p:cNvPr id="3" name="Footer Placeholder 2">
            <a:extLst>
              <a:ext uri="{FF2B5EF4-FFF2-40B4-BE49-F238E27FC236}">
                <a16:creationId xmlns:a16="http://schemas.microsoft.com/office/drawing/2014/main" id="{A9384717-C201-4247-9824-E9D4194D7CD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8EE2283-50D9-4165-92B6-9E468B4B4E75}"/>
              </a:ext>
            </a:extLst>
          </p:cNvPr>
          <p:cNvSpPr>
            <a:spLocks noGrp="1"/>
          </p:cNvSpPr>
          <p:nvPr>
            <p:ph type="sldNum" sz="quarter" idx="12"/>
          </p:nvPr>
        </p:nvSpPr>
        <p:spPr/>
        <p:txBody>
          <a:bodyPr/>
          <a:lstStyle/>
          <a:p>
            <a:fld id="{94BADB7A-A288-4BC5-9B56-D44BE006A062}" type="slidenum">
              <a:rPr lang="en-GB" smtClean="0"/>
              <a:t>‹#›</a:t>
            </a:fld>
            <a:endParaRPr lang="en-GB"/>
          </a:p>
        </p:txBody>
      </p:sp>
    </p:spTree>
    <p:extLst>
      <p:ext uri="{BB962C8B-B14F-4D97-AF65-F5344CB8AC3E}">
        <p14:creationId xmlns:p14="http://schemas.microsoft.com/office/powerpoint/2010/main" val="1917634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130D2-483C-447B-BF75-CAE7CB2200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9B4584D-CE37-4BDC-87A5-AC7C11292E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13E416D-0C1A-4478-B697-1DC94B34D7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AE27C6-8843-49CB-9F0A-70EF6B951EF7}"/>
              </a:ext>
            </a:extLst>
          </p:cNvPr>
          <p:cNvSpPr>
            <a:spLocks noGrp="1"/>
          </p:cNvSpPr>
          <p:nvPr>
            <p:ph type="dt" sz="half" idx="10"/>
          </p:nvPr>
        </p:nvSpPr>
        <p:spPr/>
        <p:txBody>
          <a:bodyPr/>
          <a:lstStyle/>
          <a:p>
            <a:fld id="{99E7F4F2-5FD0-4B99-9BEE-D01C45EC499F}" type="datetimeFigureOut">
              <a:rPr lang="en-GB" smtClean="0"/>
              <a:t>27/11/2023</a:t>
            </a:fld>
            <a:endParaRPr lang="en-GB"/>
          </a:p>
        </p:txBody>
      </p:sp>
      <p:sp>
        <p:nvSpPr>
          <p:cNvPr id="6" name="Footer Placeholder 5">
            <a:extLst>
              <a:ext uri="{FF2B5EF4-FFF2-40B4-BE49-F238E27FC236}">
                <a16:creationId xmlns:a16="http://schemas.microsoft.com/office/drawing/2014/main" id="{DA2D1820-28B3-47B0-9411-40590185525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88197E1-AEBD-4DB4-ACC4-C33BDFDAD806}"/>
              </a:ext>
            </a:extLst>
          </p:cNvPr>
          <p:cNvSpPr>
            <a:spLocks noGrp="1"/>
          </p:cNvSpPr>
          <p:nvPr>
            <p:ph type="sldNum" sz="quarter" idx="12"/>
          </p:nvPr>
        </p:nvSpPr>
        <p:spPr/>
        <p:txBody>
          <a:bodyPr/>
          <a:lstStyle/>
          <a:p>
            <a:fld id="{94BADB7A-A288-4BC5-9B56-D44BE006A062}" type="slidenum">
              <a:rPr lang="en-GB" smtClean="0"/>
              <a:t>‹#›</a:t>
            </a:fld>
            <a:endParaRPr lang="en-GB"/>
          </a:p>
        </p:txBody>
      </p:sp>
    </p:spTree>
    <p:extLst>
      <p:ext uri="{BB962C8B-B14F-4D97-AF65-F5344CB8AC3E}">
        <p14:creationId xmlns:p14="http://schemas.microsoft.com/office/powerpoint/2010/main" val="270805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098C4-681C-49A1-820A-B2712784EE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A7360E8-8340-45BC-A52D-FD1B92FFE1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DBC050F-725F-488B-AA83-4201C42940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F98F22-EE52-45F2-95EC-A02A9B2E7A6C}"/>
              </a:ext>
            </a:extLst>
          </p:cNvPr>
          <p:cNvSpPr>
            <a:spLocks noGrp="1"/>
          </p:cNvSpPr>
          <p:nvPr>
            <p:ph type="dt" sz="half" idx="10"/>
          </p:nvPr>
        </p:nvSpPr>
        <p:spPr/>
        <p:txBody>
          <a:bodyPr/>
          <a:lstStyle/>
          <a:p>
            <a:fld id="{99E7F4F2-5FD0-4B99-9BEE-D01C45EC499F}" type="datetimeFigureOut">
              <a:rPr lang="en-GB" smtClean="0"/>
              <a:t>27/11/2023</a:t>
            </a:fld>
            <a:endParaRPr lang="en-GB"/>
          </a:p>
        </p:txBody>
      </p:sp>
      <p:sp>
        <p:nvSpPr>
          <p:cNvPr id="6" name="Footer Placeholder 5">
            <a:extLst>
              <a:ext uri="{FF2B5EF4-FFF2-40B4-BE49-F238E27FC236}">
                <a16:creationId xmlns:a16="http://schemas.microsoft.com/office/drawing/2014/main" id="{567CBC58-74B1-44C6-8D4B-0BAA664A413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0D17F24-6B8F-4299-AB71-16E714BF36A8}"/>
              </a:ext>
            </a:extLst>
          </p:cNvPr>
          <p:cNvSpPr>
            <a:spLocks noGrp="1"/>
          </p:cNvSpPr>
          <p:nvPr>
            <p:ph type="sldNum" sz="quarter" idx="12"/>
          </p:nvPr>
        </p:nvSpPr>
        <p:spPr/>
        <p:txBody>
          <a:bodyPr/>
          <a:lstStyle/>
          <a:p>
            <a:fld id="{94BADB7A-A288-4BC5-9B56-D44BE006A062}" type="slidenum">
              <a:rPr lang="en-GB" smtClean="0"/>
              <a:t>‹#›</a:t>
            </a:fld>
            <a:endParaRPr lang="en-GB"/>
          </a:p>
        </p:txBody>
      </p:sp>
    </p:spTree>
    <p:extLst>
      <p:ext uri="{BB962C8B-B14F-4D97-AF65-F5344CB8AC3E}">
        <p14:creationId xmlns:p14="http://schemas.microsoft.com/office/powerpoint/2010/main" val="238576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236BB-18D0-449F-9999-BBAF57A6A2F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CC573A0-5144-4E64-A78B-5EE2DFF2BD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637B5DC-F3BC-4CB3-AA80-D3F01D155F10}"/>
              </a:ext>
            </a:extLst>
          </p:cNvPr>
          <p:cNvSpPr>
            <a:spLocks noGrp="1"/>
          </p:cNvSpPr>
          <p:nvPr>
            <p:ph type="dt" sz="half" idx="10"/>
          </p:nvPr>
        </p:nvSpPr>
        <p:spPr/>
        <p:txBody>
          <a:bodyPr/>
          <a:lstStyle/>
          <a:p>
            <a:fld id="{99E7F4F2-5FD0-4B99-9BEE-D01C45EC499F}" type="datetimeFigureOut">
              <a:rPr lang="en-GB" smtClean="0"/>
              <a:t>27/11/2023</a:t>
            </a:fld>
            <a:endParaRPr lang="en-GB"/>
          </a:p>
        </p:txBody>
      </p:sp>
      <p:sp>
        <p:nvSpPr>
          <p:cNvPr id="5" name="Footer Placeholder 4">
            <a:extLst>
              <a:ext uri="{FF2B5EF4-FFF2-40B4-BE49-F238E27FC236}">
                <a16:creationId xmlns:a16="http://schemas.microsoft.com/office/drawing/2014/main" id="{80624D6F-0939-4E09-9D7C-40BFF5DA1C7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65ABFE6-D34D-4894-A511-D21CC5CA0DD9}"/>
              </a:ext>
            </a:extLst>
          </p:cNvPr>
          <p:cNvSpPr>
            <a:spLocks noGrp="1"/>
          </p:cNvSpPr>
          <p:nvPr>
            <p:ph type="sldNum" sz="quarter" idx="12"/>
          </p:nvPr>
        </p:nvSpPr>
        <p:spPr/>
        <p:txBody>
          <a:bodyPr/>
          <a:lstStyle/>
          <a:p>
            <a:fld id="{94BADB7A-A288-4BC5-9B56-D44BE006A062}" type="slidenum">
              <a:rPr lang="en-GB" smtClean="0"/>
              <a:t>‹#›</a:t>
            </a:fld>
            <a:endParaRPr lang="en-GB"/>
          </a:p>
        </p:txBody>
      </p:sp>
    </p:spTree>
    <p:extLst>
      <p:ext uri="{BB962C8B-B14F-4D97-AF65-F5344CB8AC3E}">
        <p14:creationId xmlns:p14="http://schemas.microsoft.com/office/powerpoint/2010/main" val="3045840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E5E13C-A7D5-4B89-890E-9A89EC28AB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9429593-5B08-4689-AAAB-32341E4E9A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8900A25-A17C-4FC1-AED6-E2EAC2228DE2}"/>
              </a:ext>
            </a:extLst>
          </p:cNvPr>
          <p:cNvSpPr>
            <a:spLocks noGrp="1"/>
          </p:cNvSpPr>
          <p:nvPr>
            <p:ph type="dt" sz="half" idx="10"/>
          </p:nvPr>
        </p:nvSpPr>
        <p:spPr/>
        <p:txBody>
          <a:bodyPr/>
          <a:lstStyle/>
          <a:p>
            <a:fld id="{99E7F4F2-5FD0-4B99-9BEE-D01C45EC499F}" type="datetimeFigureOut">
              <a:rPr lang="en-GB" smtClean="0"/>
              <a:t>27/11/2023</a:t>
            </a:fld>
            <a:endParaRPr lang="en-GB"/>
          </a:p>
        </p:txBody>
      </p:sp>
      <p:sp>
        <p:nvSpPr>
          <p:cNvPr id="5" name="Footer Placeholder 4">
            <a:extLst>
              <a:ext uri="{FF2B5EF4-FFF2-40B4-BE49-F238E27FC236}">
                <a16:creationId xmlns:a16="http://schemas.microsoft.com/office/drawing/2014/main" id="{B78C717B-C891-4B4E-A2BB-2F85B78740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10430EC-191D-45B3-A7E2-7D0DB3DC5BE1}"/>
              </a:ext>
            </a:extLst>
          </p:cNvPr>
          <p:cNvSpPr>
            <a:spLocks noGrp="1"/>
          </p:cNvSpPr>
          <p:nvPr>
            <p:ph type="sldNum" sz="quarter" idx="12"/>
          </p:nvPr>
        </p:nvSpPr>
        <p:spPr/>
        <p:txBody>
          <a:bodyPr/>
          <a:lstStyle/>
          <a:p>
            <a:fld id="{94BADB7A-A288-4BC5-9B56-D44BE006A062}" type="slidenum">
              <a:rPr lang="en-GB" smtClean="0"/>
              <a:t>‹#›</a:t>
            </a:fld>
            <a:endParaRPr lang="en-GB"/>
          </a:p>
        </p:txBody>
      </p:sp>
    </p:spTree>
    <p:extLst>
      <p:ext uri="{BB962C8B-B14F-4D97-AF65-F5344CB8AC3E}">
        <p14:creationId xmlns:p14="http://schemas.microsoft.com/office/powerpoint/2010/main" val="4008053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1">
    <p:bg>
      <p:bgPr>
        <a:solidFill>
          <a:srgbClr val="03EAB3"/>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978A22-79ED-C346-B050-A5F64C0ACAA5}"/>
              </a:ext>
            </a:extLst>
          </p:cNvPr>
          <p:cNvPicPr>
            <a:picLocks noChangeAspect="1"/>
          </p:cNvPicPr>
          <p:nvPr userDrawn="1"/>
        </p:nvPicPr>
        <p:blipFill rotWithShape="1">
          <a:blip r:embed="rId2"/>
          <a:srcRect l="2329" t="3699" r="30729" b="22632"/>
          <a:stretch/>
        </p:blipFill>
        <p:spPr>
          <a:xfrm>
            <a:off x="2848191" y="0"/>
            <a:ext cx="9343809"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919999"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1914129"/>
            <a:ext cx="3919999" cy="2277604"/>
          </a:xfrm>
        </p:spPr>
        <p:txBody>
          <a:bodyPr anchor="b" anchorCtr="0">
            <a:noAutofit/>
          </a:bodyPr>
          <a:lstStyle>
            <a:lvl1pPr algn="l">
              <a:lnSpc>
                <a:spcPct val="100000"/>
              </a:lnSpc>
              <a:defRPr sz="3600" cap="all" baseline="0"/>
            </a:lvl1pPr>
          </a:lstStyle>
          <a:p>
            <a:r>
              <a:rPr lang="en-US" noProof="0"/>
              <a:t>CLICK TO EDIT TITLE</a:t>
            </a:r>
            <a:endParaRPr lang="en-GB" noProof="0"/>
          </a:p>
        </p:txBody>
      </p:sp>
      <p:grpSp>
        <p:nvGrpSpPr>
          <p:cNvPr id="16" name="Group 15"/>
          <p:cNvGrpSpPr/>
          <p:nvPr userDrawn="1"/>
        </p:nvGrpSpPr>
        <p:grpSpPr>
          <a:xfrm>
            <a:off x="509568"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
        <p:nvSpPr>
          <p:cNvPr id="11" name="Rectangle 10">
            <a:extLst>
              <a:ext uri="{FF2B5EF4-FFF2-40B4-BE49-F238E27FC236}">
                <a16:creationId xmlns:a16="http://schemas.microsoft.com/office/drawing/2014/main" id="{2FEF35C1-44BF-B94B-A048-96124C64D190}"/>
              </a:ext>
            </a:extLst>
          </p:cNvPr>
          <p:cNvSpPr/>
          <p:nvPr userDrawn="1"/>
        </p:nvSpPr>
        <p:spPr>
          <a:xfrm>
            <a:off x="0" y="4310243"/>
            <a:ext cx="4407461" cy="227469"/>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2" name="Rectangle 11">
            <a:extLst>
              <a:ext uri="{FF2B5EF4-FFF2-40B4-BE49-F238E27FC236}">
                <a16:creationId xmlns:a16="http://schemas.microsoft.com/office/drawing/2014/main" id="{78654564-8AAA-2B4B-A7F2-A093E969C4FB}"/>
              </a:ext>
            </a:extLst>
          </p:cNvPr>
          <p:cNvSpPr/>
          <p:nvPr userDrawn="1"/>
        </p:nvSpPr>
        <p:spPr>
          <a:xfrm>
            <a:off x="0" y="4903556"/>
            <a:ext cx="4407461" cy="227469"/>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Tree>
    <p:extLst>
      <p:ext uri="{BB962C8B-B14F-4D97-AF65-F5344CB8AC3E}">
        <p14:creationId xmlns:p14="http://schemas.microsoft.com/office/powerpoint/2010/main" val="396921253"/>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0702196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00161972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AFF459-DA35-49CE-8126-90AD44925C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B9D17C5-0B90-4247-AE66-0A1B20B54A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5631D54-4CFD-4497-AF11-F8D2688F44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E7F4F2-5FD0-4B99-9BEE-D01C45EC499F}" type="datetimeFigureOut">
              <a:rPr lang="en-GB" smtClean="0"/>
              <a:t>27/11/2023</a:t>
            </a:fld>
            <a:endParaRPr lang="en-GB"/>
          </a:p>
        </p:txBody>
      </p:sp>
      <p:sp>
        <p:nvSpPr>
          <p:cNvPr id="5" name="Footer Placeholder 4">
            <a:extLst>
              <a:ext uri="{FF2B5EF4-FFF2-40B4-BE49-F238E27FC236}">
                <a16:creationId xmlns:a16="http://schemas.microsoft.com/office/drawing/2014/main" id="{1921F4B1-1BE3-40ED-9E57-324E515241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935CC629-7C75-45F1-BCBE-8460AFF6AF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BADB7A-A288-4BC5-9B56-D44BE006A062}" type="slidenum">
              <a:rPr lang="en-GB" smtClean="0"/>
              <a:t>‹#›</a:t>
            </a:fld>
            <a:endParaRPr lang="en-GB"/>
          </a:p>
        </p:txBody>
      </p:sp>
    </p:spTree>
    <p:extLst>
      <p:ext uri="{BB962C8B-B14F-4D97-AF65-F5344CB8AC3E}">
        <p14:creationId xmlns:p14="http://schemas.microsoft.com/office/powerpoint/2010/main" val="3282112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21.sv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22.jpeg"/><Relationship Id="rId1" Type="http://schemas.openxmlformats.org/officeDocument/2006/relationships/slideLayout" Target="../slideLayouts/slideLayout1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pPr algn="ctr" defTabSz="762000"/>
            <a:endParaRPr lang="en-GB" sz="3600" b="1" baseline="30000">
              <a:cs typeface="Arial" charset="0"/>
            </a:endParaRPr>
          </a:p>
          <a:p>
            <a:endParaRPr lang="en-GB" sz="3200"/>
          </a:p>
          <a:p>
            <a:endParaRPr lang="en-GB" sz="1400"/>
          </a:p>
        </p:txBody>
      </p:sp>
      <p:sp>
        <p:nvSpPr>
          <p:cNvPr id="3" name="Title 2"/>
          <p:cNvSpPr>
            <a:spLocks noGrp="1"/>
          </p:cNvSpPr>
          <p:nvPr>
            <p:ph type="ctrTitle"/>
          </p:nvPr>
        </p:nvSpPr>
        <p:spPr/>
        <p:txBody>
          <a:bodyPr/>
          <a:lstStyle/>
          <a:p>
            <a:br>
              <a:rPr lang="en" dirty="0">
                <a:latin typeface="+mj-lt"/>
              </a:rPr>
            </a:br>
            <a:r>
              <a:rPr lang="en" dirty="0">
                <a:latin typeface="+mj-lt"/>
              </a:rPr>
              <a:t>agile Sprint</a:t>
            </a:r>
            <a:endParaRPr lang="en-GB" dirty="0">
              <a:latin typeface="+mj-lt"/>
            </a:endParaRPr>
          </a:p>
        </p:txBody>
      </p:sp>
      <p:sp>
        <p:nvSpPr>
          <p:cNvPr id="5" name="Content Placeholder 2"/>
          <p:cNvSpPr txBox="1">
            <a:spLocks/>
          </p:cNvSpPr>
          <p:nvPr/>
        </p:nvSpPr>
        <p:spPr>
          <a:xfrm>
            <a:off x="385299" y="5768975"/>
            <a:ext cx="5627171" cy="705846"/>
          </a:xfrm>
          <a:prstGeom prst="rect">
            <a:avLst/>
          </a:prstGeom>
        </p:spPr>
        <p:txBody>
          <a:bodyPr/>
          <a:lstStyle>
            <a:lvl1pPr marL="0" indent="0" algn="l" defTabSz="914400" rtl="0" eaLnBrk="1" latinLnBrk="0" hangingPunct="1">
              <a:lnSpc>
                <a:spcPct val="100000"/>
              </a:lnSpc>
              <a:spcBef>
                <a:spcPts val="0"/>
              </a:spcBef>
              <a:spcAft>
                <a:spcPts val="650"/>
              </a:spcAft>
              <a:buSzPct val="115000"/>
              <a:buFontTx/>
              <a:buNone/>
              <a:defRPr sz="18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
              </a:buBlip>
              <a:tabLst/>
              <a:defRPr sz="18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
              </a:buBlip>
              <a:tabLst/>
              <a:defRPr sz="18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
              </a:buBlip>
              <a:tabLst/>
              <a:defRPr sz="18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
              </a:buBlip>
              <a:tabLst/>
              <a:defRPr sz="18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400"/>
          </a:p>
        </p:txBody>
      </p:sp>
    </p:spTree>
    <p:extLst>
      <p:ext uri="{BB962C8B-B14F-4D97-AF65-F5344CB8AC3E}">
        <p14:creationId xmlns:p14="http://schemas.microsoft.com/office/powerpoint/2010/main" val="1112600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5B8B528-8902-4E1E-AEA6-85452EC63540}"/>
              </a:ext>
            </a:extLst>
          </p:cNvPr>
          <p:cNvSpPr>
            <a:spLocks noGrp="1"/>
          </p:cNvSpPr>
          <p:nvPr>
            <p:ph type="body" sz="quarter" idx="10"/>
          </p:nvPr>
        </p:nvSpPr>
        <p:spPr/>
        <p:txBody>
          <a:bodyPr/>
          <a:lstStyle/>
          <a:p>
            <a:r>
              <a:rPr lang="en-GB" dirty="0"/>
              <a:t>Objectives</a:t>
            </a:r>
          </a:p>
        </p:txBody>
      </p:sp>
      <p:graphicFrame>
        <p:nvGraphicFramePr>
          <p:cNvPr id="5" name="Text Placeholder 2">
            <a:extLst>
              <a:ext uri="{FF2B5EF4-FFF2-40B4-BE49-F238E27FC236}">
                <a16:creationId xmlns:a16="http://schemas.microsoft.com/office/drawing/2014/main" id="{4BF83001-F36C-8E15-9FA5-54A75E333AB1}"/>
              </a:ext>
            </a:extLst>
          </p:cNvPr>
          <p:cNvGraphicFramePr/>
          <p:nvPr>
            <p:extLst>
              <p:ext uri="{D42A27DB-BD31-4B8C-83A1-F6EECF244321}">
                <p14:modId xmlns:p14="http://schemas.microsoft.com/office/powerpoint/2010/main" val="3783981449"/>
              </p:ext>
            </p:extLst>
          </p:nvPr>
        </p:nvGraphicFramePr>
        <p:xfrm>
          <a:off x="5037137" y="853031"/>
          <a:ext cx="6770688" cy="51194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9CCB6D3D-2ED5-03E9-397E-D53E0FD4A042}"/>
              </a:ext>
            </a:extLst>
          </p:cNvPr>
          <p:cNvSpPr txBox="1"/>
          <p:nvPr/>
        </p:nvSpPr>
        <p:spPr>
          <a:xfrm>
            <a:off x="5068956" y="1932369"/>
            <a:ext cx="6380920" cy="400110"/>
          </a:xfrm>
          <a:prstGeom prst="rect">
            <a:avLst/>
          </a:prstGeom>
          <a:noFill/>
        </p:spPr>
        <p:txBody>
          <a:bodyPr wrap="square">
            <a:spAutoFit/>
          </a:bodyPr>
          <a:lstStyle/>
          <a:p>
            <a:r>
              <a:rPr lang="en-GB" sz="2000" b="1" dirty="0"/>
              <a:t>To Understand </a:t>
            </a:r>
          </a:p>
        </p:txBody>
      </p:sp>
    </p:spTree>
    <p:extLst>
      <p:ext uri="{BB962C8B-B14F-4D97-AF65-F5344CB8AC3E}">
        <p14:creationId xmlns:p14="http://schemas.microsoft.com/office/powerpoint/2010/main" val="2018271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0DCB59B-E18C-44AD-A305-08AD6EDDFBF8}"/>
              </a:ext>
            </a:extLst>
          </p:cNvPr>
          <p:cNvSpPr>
            <a:spLocks noGrp="1"/>
          </p:cNvSpPr>
          <p:nvPr>
            <p:ph type="body" sz="quarter" idx="10"/>
          </p:nvPr>
        </p:nvSpPr>
        <p:spPr/>
        <p:txBody>
          <a:bodyPr/>
          <a:lstStyle/>
          <a:p>
            <a:r>
              <a:rPr lang="en-GB" dirty="0"/>
              <a:t>Sprint</a:t>
            </a:r>
          </a:p>
        </p:txBody>
      </p:sp>
      <p:sp>
        <p:nvSpPr>
          <p:cNvPr id="3" name="Text Placeholder 2">
            <a:extLst>
              <a:ext uri="{FF2B5EF4-FFF2-40B4-BE49-F238E27FC236}">
                <a16:creationId xmlns:a16="http://schemas.microsoft.com/office/drawing/2014/main" id="{8FDA2AEB-EB0A-46AD-BC43-B4B577986939}"/>
              </a:ext>
            </a:extLst>
          </p:cNvPr>
          <p:cNvSpPr>
            <a:spLocks noGrp="1"/>
          </p:cNvSpPr>
          <p:nvPr>
            <p:ph type="body" sz="quarter" idx="15"/>
          </p:nvPr>
        </p:nvSpPr>
        <p:spPr/>
        <p:txBody>
          <a:bodyPr/>
          <a:lstStyle/>
          <a:p>
            <a:r>
              <a:rPr lang="en-GB" sz="2400" dirty="0">
                <a:solidFill>
                  <a:srgbClr val="212529"/>
                </a:solidFill>
                <a:effectLst/>
                <a:ea typeface="Montserrat" panose="00000500000000000000" pitchFamily="2" charset="0"/>
                <a:cs typeface="Montserrat" panose="00000500000000000000" pitchFamily="2" charset="0"/>
              </a:rPr>
              <a:t>A sprint is a time-boxed event </a:t>
            </a:r>
            <a:br>
              <a:rPr lang="en-GB" sz="2400" dirty="0">
                <a:solidFill>
                  <a:srgbClr val="212529"/>
                </a:solidFill>
                <a:effectLst/>
                <a:ea typeface="Montserrat" panose="00000500000000000000" pitchFamily="2" charset="0"/>
                <a:cs typeface="Montserrat" panose="00000500000000000000" pitchFamily="2" charset="0"/>
              </a:rPr>
            </a:br>
            <a:r>
              <a:rPr lang="en-GB" sz="2400" dirty="0">
                <a:solidFill>
                  <a:srgbClr val="212529"/>
                </a:solidFill>
                <a:effectLst/>
                <a:ea typeface="Montserrat" panose="00000500000000000000" pitchFamily="2" charset="0"/>
                <a:cs typeface="Montserrat" panose="00000500000000000000" pitchFamily="2" charset="0"/>
              </a:rPr>
              <a:t>in which work takes place.</a:t>
            </a:r>
            <a:endParaRPr lang="en-GB" sz="2400" dirty="0">
              <a:solidFill>
                <a:srgbClr val="2E2D2C"/>
              </a:solidFill>
              <a:effectLst/>
              <a:ea typeface="Calibri" panose="020F0502020204030204" pitchFamily="34" charset="0"/>
            </a:endParaRPr>
          </a:p>
          <a:p>
            <a:endParaRPr lang="en-GB" dirty="0"/>
          </a:p>
        </p:txBody>
      </p:sp>
      <p:pic>
        <p:nvPicPr>
          <p:cNvPr id="5" name="Picture 4" descr="Diagram&#10;&#10;Description automatically generated">
            <a:extLst>
              <a:ext uri="{FF2B5EF4-FFF2-40B4-BE49-F238E27FC236}">
                <a16:creationId xmlns:a16="http://schemas.microsoft.com/office/drawing/2014/main" id="{C196AD6B-DCF2-4B12-98D0-8CBCDF506A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7138" y="2524125"/>
            <a:ext cx="6017398" cy="3015914"/>
          </a:xfrm>
          <a:prstGeom prst="rect">
            <a:avLst/>
          </a:prstGeom>
        </p:spPr>
      </p:pic>
    </p:spTree>
    <p:extLst>
      <p:ext uri="{BB962C8B-B14F-4D97-AF65-F5344CB8AC3E}">
        <p14:creationId xmlns:p14="http://schemas.microsoft.com/office/powerpoint/2010/main" val="1110322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397AFC1-D49D-4246-9B19-07AF414E6567}"/>
              </a:ext>
            </a:extLst>
          </p:cNvPr>
          <p:cNvSpPr>
            <a:spLocks noGrp="1"/>
          </p:cNvSpPr>
          <p:nvPr>
            <p:ph type="body" sz="quarter" idx="10"/>
          </p:nvPr>
        </p:nvSpPr>
        <p:spPr/>
        <p:txBody>
          <a:bodyPr/>
          <a:lstStyle/>
          <a:p>
            <a:r>
              <a:rPr lang="en-GB" dirty="0"/>
              <a:t>Sprint planning</a:t>
            </a:r>
          </a:p>
          <a:p>
            <a:r>
              <a:rPr lang="en-GB" dirty="0"/>
              <a:t>meeting</a:t>
            </a:r>
          </a:p>
        </p:txBody>
      </p:sp>
      <p:graphicFrame>
        <p:nvGraphicFramePr>
          <p:cNvPr id="5" name="Text Placeholder 2">
            <a:extLst>
              <a:ext uri="{FF2B5EF4-FFF2-40B4-BE49-F238E27FC236}">
                <a16:creationId xmlns:a16="http://schemas.microsoft.com/office/drawing/2014/main" id="{2E25564B-DF21-7C61-81D8-3056B586DD94}"/>
              </a:ext>
            </a:extLst>
          </p:cNvPr>
          <p:cNvGraphicFramePr/>
          <p:nvPr>
            <p:extLst>
              <p:ext uri="{D42A27DB-BD31-4B8C-83A1-F6EECF244321}">
                <p14:modId xmlns:p14="http://schemas.microsoft.com/office/powerpoint/2010/main" val="1971629963"/>
              </p:ext>
            </p:extLst>
          </p:nvPr>
        </p:nvGraphicFramePr>
        <p:xfrm>
          <a:off x="4631025" y="869296"/>
          <a:ext cx="7176190" cy="51194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2560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9F4A1D0-8DA4-42BC-8095-1986CFEF62DD}"/>
              </a:ext>
            </a:extLst>
          </p:cNvPr>
          <p:cNvSpPr>
            <a:spLocks noGrp="1"/>
          </p:cNvSpPr>
          <p:nvPr>
            <p:ph type="body" sz="quarter" idx="10"/>
          </p:nvPr>
        </p:nvSpPr>
        <p:spPr/>
        <p:txBody>
          <a:bodyPr/>
          <a:lstStyle/>
          <a:p>
            <a:r>
              <a:rPr lang="en-GB" dirty="0"/>
              <a:t>Daily Stand up</a:t>
            </a:r>
          </a:p>
        </p:txBody>
      </p:sp>
      <p:graphicFrame>
        <p:nvGraphicFramePr>
          <p:cNvPr id="5" name="Text Placeholder 2">
            <a:extLst>
              <a:ext uri="{FF2B5EF4-FFF2-40B4-BE49-F238E27FC236}">
                <a16:creationId xmlns:a16="http://schemas.microsoft.com/office/drawing/2014/main" id="{47820311-F539-990F-9F42-6AD017748367}"/>
              </a:ext>
            </a:extLst>
          </p:cNvPr>
          <p:cNvGraphicFramePr/>
          <p:nvPr>
            <p:extLst>
              <p:ext uri="{D42A27DB-BD31-4B8C-83A1-F6EECF244321}">
                <p14:modId xmlns:p14="http://schemas.microsoft.com/office/powerpoint/2010/main" val="4195734030"/>
              </p:ext>
            </p:extLst>
          </p:nvPr>
        </p:nvGraphicFramePr>
        <p:xfrm>
          <a:off x="4919753" y="869296"/>
          <a:ext cx="6770688" cy="51194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Graphic 3" descr="Group success outline">
            <a:extLst>
              <a:ext uri="{FF2B5EF4-FFF2-40B4-BE49-F238E27FC236}">
                <a16:creationId xmlns:a16="http://schemas.microsoft.com/office/drawing/2014/main" id="{206F06FC-4455-E313-BC06-8B5317F67FD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98058" y="97351"/>
            <a:ext cx="1383263" cy="1252634"/>
          </a:xfrm>
          <a:prstGeom prst="rect">
            <a:avLst/>
          </a:prstGeom>
        </p:spPr>
      </p:pic>
    </p:spTree>
    <p:extLst>
      <p:ext uri="{BB962C8B-B14F-4D97-AF65-F5344CB8AC3E}">
        <p14:creationId xmlns:p14="http://schemas.microsoft.com/office/powerpoint/2010/main" val="2914169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6B5F7FB-6098-4CCC-B631-A21232DD4D91}"/>
              </a:ext>
            </a:extLst>
          </p:cNvPr>
          <p:cNvSpPr>
            <a:spLocks noGrp="1"/>
          </p:cNvSpPr>
          <p:nvPr>
            <p:ph type="body" sz="quarter" idx="10"/>
          </p:nvPr>
        </p:nvSpPr>
        <p:spPr/>
        <p:txBody>
          <a:bodyPr/>
          <a:lstStyle/>
          <a:p>
            <a:r>
              <a:rPr lang="en-GB" dirty="0"/>
              <a:t>Sprint Review</a:t>
            </a:r>
          </a:p>
          <a:p>
            <a:r>
              <a:rPr lang="en-GB" dirty="0"/>
              <a:t>Meeting</a:t>
            </a:r>
          </a:p>
        </p:txBody>
      </p:sp>
      <p:graphicFrame>
        <p:nvGraphicFramePr>
          <p:cNvPr id="5" name="Text Placeholder 2">
            <a:extLst>
              <a:ext uri="{FF2B5EF4-FFF2-40B4-BE49-F238E27FC236}">
                <a16:creationId xmlns:a16="http://schemas.microsoft.com/office/drawing/2014/main" id="{F51AE00B-B132-2504-DACD-148E1394DB55}"/>
              </a:ext>
            </a:extLst>
          </p:cNvPr>
          <p:cNvGraphicFramePr/>
          <p:nvPr>
            <p:extLst>
              <p:ext uri="{D42A27DB-BD31-4B8C-83A1-F6EECF244321}">
                <p14:modId xmlns:p14="http://schemas.microsoft.com/office/powerpoint/2010/main" val="2220857273"/>
              </p:ext>
            </p:extLst>
          </p:nvPr>
        </p:nvGraphicFramePr>
        <p:xfrm>
          <a:off x="5037137" y="733760"/>
          <a:ext cx="6770688" cy="51194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7395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5A8DE7-BAC6-46A9-9E1D-8789F759362C}"/>
              </a:ext>
            </a:extLst>
          </p:cNvPr>
          <p:cNvSpPr>
            <a:spLocks noGrp="1"/>
          </p:cNvSpPr>
          <p:nvPr>
            <p:ph type="body" sz="quarter" idx="10"/>
          </p:nvPr>
        </p:nvSpPr>
        <p:spPr/>
        <p:txBody>
          <a:bodyPr/>
          <a:lstStyle/>
          <a:p>
            <a:r>
              <a:rPr lang="en-GB" dirty="0"/>
              <a:t>Sprint retrospective meeting</a:t>
            </a:r>
          </a:p>
        </p:txBody>
      </p:sp>
      <p:graphicFrame>
        <p:nvGraphicFramePr>
          <p:cNvPr id="5" name="Text Placeholder 2">
            <a:extLst>
              <a:ext uri="{FF2B5EF4-FFF2-40B4-BE49-F238E27FC236}">
                <a16:creationId xmlns:a16="http://schemas.microsoft.com/office/drawing/2014/main" id="{6D603DF2-17E6-1144-9C90-F45D66FE0877}"/>
              </a:ext>
            </a:extLst>
          </p:cNvPr>
          <p:cNvGraphicFramePr/>
          <p:nvPr>
            <p:extLst>
              <p:ext uri="{D42A27DB-BD31-4B8C-83A1-F6EECF244321}">
                <p14:modId xmlns:p14="http://schemas.microsoft.com/office/powerpoint/2010/main" val="3773262538"/>
              </p:ext>
            </p:extLst>
          </p:nvPr>
        </p:nvGraphicFramePr>
        <p:xfrm>
          <a:off x="4978141" y="306377"/>
          <a:ext cx="6770688" cy="51194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26138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448C6C5-69B2-471B-B5CF-7973BDD7F021}"/>
              </a:ext>
            </a:extLst>
          </p:cNvPr>
          <p:cNvSpPr>
            <a:spLocks noGrp="1"/>
          </p:cNvSpPr>
          <p:nvPr>
            <p:ph type="body" sz="quarter" idx="10"/>
          </p:nvPr>
        </p:nvSpPr>
        <p:spPr/>
        <p:txBody>
          <a:bodyPr/>
          <a:lstStyle/>
          <a:p>
            <a:r>
              <a:rPr lang="en-GB" dirty="0"/>
              <a:t>Review</a:t>
            </a:r>
          </a:p>
        </p:txBody>
      </p:sp>
      <p:pic>
        <p:nvPicPr>
          <p:cNvPr id="4" name="Picture 2" descr="Reviews - Web Sites: Recommended - Research Guides at Thrift Library">
            <a:extLst>
              <a:ext uri="{FF2B5EF4-FFF2-40B4-BE49-F238E27FC236}">
                <a16:creationId xmlns:a16="http://schemas.microsoft.com/office/drawing/2014/main" id="{81675868-C1F0-2E0A-E4C4-E60FFB1BE0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89474" y="122077"/>
            <a:ext cx="1539810" cy="153981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ext Placeholder 2">
            <a:extLst>
              <a:ext uri="{FF2B5EF4-FFF2-40B4-BE49-F238E27FC236}">
                <a16:creationId xmlns:a16="http://schemas.microsoft.com/office/drawing/2014/main" id="{861D6FFF-FCD2-8B97-45A2-2416886A3007}"/>
              </a:ext>
            </a:extLst>
          </p:cNvPr>
          <p:cNvGraphicFramePr/>
          <p:nvPr>
            <p:extLst>
              <p:ext uri="{D42A27DB-BD31-4B8C-83A1-F6EECF244321}">
                <p14:modId xmlns:p14="http://schemas.microsoft.com/office/powerpoint/2010/main" val="2469174553"/>
              </p:ext>
            </p:extLst>
          </p:nvPr>
        </p:nvGraphicFramePr>
        <p:xfrm>
          <a:off x="4412104" y="1051813"/>
          <a:ext cx="6770688" cy="51194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BED3B381-4C90-2CBB-C142-027D155DD97E}"/>
              </a:ext>
            </a:extLst>
          </p:cNvPr>
          <p:cNvSpPr txBox="1"/>
          <p:nvPr/>
        </p:nvSpPr>
        <p:spPr>
          <a:xfrm>
            <a:off x="4762981" y="399855"/>
            <a:ext cx="6377650" cy="523220"/>
          </a:xfrm>
          <a:prstGeom prst="rect">
            <a:avLst/>
          </a:prstGeom>
          <a:noFill/>
        </p:spPr>
        <p:txBody>
          <a:bodyPr wrap="square">
            <a:spAutoFit/>
          </a:bodyPr>
          <a:lstStyle/>
          <a:p>
            <a:r>
              <a:rPr lang="en-GB" sz="2800" b="1" dirty="0"/>
              <a:t>You now can</a:t>
            </a:r>
          </a:p>
        </p:txBody>
      </p:sp>
    </p:spTree>
    <p:extLst>
      <p:ext uri="{BB962C8B-B14F-4D97-AF65-F5344CB8AC3E}">
        <p14:creationId xmlns:p14="http://schemas.microsoft.com/office/powerpoint/2010/main" val="3268888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555AAE2-2DE9-4D28-A804-5D33B8E491F3}"/>
              </a:ext>
            </a:extLst>
          </p:cNvPr>
          <p:cNvSpPr>
            <a:spLocks noGrp="1"/>
          </p:cNvSpPr>
          <p:nvPr>
            <p:ph type="body" sz="quarter" idx="10"/>
          </p:nvPr>
        </p:nvSpPr>
        <p:spPr/>
        <p:txBody>
          <a:bodyPr/>
          <a:lstStyle/>
          <a:p>
            <a:r>
              <a:rPr lang="en-GB" dirty="0"/>
              <a:t>Lab</a:t>
            </a:r>
            <a:endParaRPr lang="en-IN" dirty="0"/>
          </a:p>
        </p:txBody>
      </p:sp>
      <p:graphicFrame>
        <p:nvGraphicFramePr>
          <p:cNvPr id="5" name="Text Placeholder 6">
            <a:extLst>
              <a:ext uri="{FF2B5EF4-FFF2-40B4-BE49-F238E27FC236}">
                <a16:creationId xmlns:a16="http://schemas.microsoft.com/office/drawing/2014/main" id="{8B163FBC-AF36-DBAA-775A-7258E57654B9}"/>
              </a:ext>
            </a:extLst>
          </p:cNvPr>
          <p:cNvGraphicFramePr/>
          <p:nvPr>
            <p:extLst>
              <p:ext uri="{D42A27DB-BD31-4B8C-83A1-F6EECF244321}">
                <p14:modId xmlns:p14="http://schemas.microsoft.com/office/powerpoint/2010/main" val="780414936"/>
              </p:ext>
            </p:extLst>
          </p:nvPr>
        </p:nvGraphicFramePr>
        <p:xfrm>
          <a:off x="5386690" y="1014056"/>
          <a:ext cx="5953591" cy="40941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329964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53562A7F8CAFB43942423E6A5E04770" ma:contentTypeVersion="7" ma:contentTypeDescription="Create a new document." ma:contentTypeScope="" ma:versionID="d0e8e795b8a8d4266e7f4576f77b80ea">
  <xsd:schema xmlns:xsd="http://www.w3.org/2001/XMLSchema" xmlns:xs="http://www.w3.org/2001/XMLSchema" xmlns:p="http://schemas.microsoft.com/office/2006/metadata/properties" xmlns:ns2="dfd82559-97a2-4871-a676-597bf1b13ee5" targetNamespace="http://schemas.microsoft.com/office/2006/metadata/properties" ma:root="true" ma:fieldsID="6a00af95b1079ccfaed25b0f57987d55" ns2:_="">
    <xsd:import namespace="dfd82559-97a2-4871-a676-597bf1b13ee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d82559-97a2-4871-a676-597bf1b13e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EB21C37-CD67-430F-9390-A0B1DB532D1D}">
  <ds:schemaRefs>
    <ds:schemaRef ds:uri="http://schemas.microsoft.com/sharepoint/v3/contenttype/forms"/>
  </ds:schemaRefs>
</ds:datastoreItem>
</file>

<file path=customXml/itemProps2.xml><?xml version="1.0" encoding="utf-8"?>
<ds:datastoreItem xmlns:ds="http://schemas.openxmlformats.org/officeDocument/2006/customXml" ds:itemID="{19D92DA5-441F-4551-8708-10AC679B50D9}">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93FD5764-BF52-4A51-AC54-B11A6D220C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fd82559-97a2-4871-a676-597bf1b13e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526</Words>
  <Application>Microsoft Office PowerPoint</Application>
  <PresentationFormat>Widescreen</PresentationFormat>
  <Paragraphs>48</Paragraphs>
  <Slides>9</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Krana Fat B</vt:lpstr>
      <vt:lpstr>Montserrat</vt:lpstr>
      <vt:lpstr>Office Theme</vt:lpstr>
      <vt:lpstr> agile Sprint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agile Sprint</dc:title>
  <dc:creator>MarkAndrew Rogers</dc:creator>
  <cp:lastModifiedBy>mike baradaran</cp:lastModifiedBy>
  <cp:revision>9</cp:revision>
  <dcterms:created xsi:type="dcterms:W3CDTF">2022-01-31T16:47:34Z</dcterms:created>
  <dcterms:modified xsi:type="dcterms:W3CDTF">2023-11-27T23:19:44Z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0x010100753562A7F8CAFB43942423E6A5E04770</vt:lpwstr>
  </property>
</Properties>
</file>