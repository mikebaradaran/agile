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sldIdLst>
    <p:sldId id="462" r:id="rId5"/>
    <p:sldId id="757" r:id="rId6"/>
    <p:sldId id="759" r:id="rId7"/>
    <p:sldId id="760" r:id="rId8"/>
    <p:sldId id="761" r:id="rId9"/>
    <p:sldId id="762" r:id="rId10"/>
    <p:sldId id="758" r:id="rId11"/>
    <p:sldId id="456" r:id="rId12"/>
    <p:sldId id="7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27B642-6900-4BD4-AF55-D682739C006E}" v="2" dt="2022-02-02T14:26:11.713"/>
    <p1510:client id="{B795528B-2FEF-40BA-BE38-AF5B940D7D45}" v="2" dt="2022-02-02T14:39:57.6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1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kAndrew Rogers" userId="fbd1f26338c9b5ce" providerId="LiveId" clId="{B795528B-2FEF-40BA-BE38-AF5B940D7D45}"/>
    <pc:docChg chg="custSel addSld modSld">
      <pc:chgData name="MarkAndrew Rogers" userId="fbd1f26338c9b5ce" providerId="LiveId" clId="{B795528B-2FEF-40BA-BE38-AF5B940D7D45}" dt="2022-02-02T14:40:00.985" v="608" actId="20577"/>
      <pc:docMkLst>
        <pc:docMk/>
      </pc:docMkLst>
      <pc:sldChg chg="modSp mod">
        <pc:chgData name="MarkAndrew Rogers" userId="fbd1f26338c9b5ce" providerId="LiveId" clId="{B795528B-2FEF-40BA-BE38-AF5B940D7D45}" dt="2022-02-02T14:40:00.985" v="608" actId="20577"/>
        <pc:sldMkLst>
          <pc:docMk/>
          <pc:sldMk cId="1932256695" sldId="456"/>
        </pc:sldMkLst>
        <pc:spChg chg="mod">
          <ac:chgData name="MarkAndrew Rogers" userId="fbd1f26338c9b5ce" providerId="LiveId" clId="{B795528B-2FEF-40BA-BE38-AF5B940D7D45}" dt="2022-02-02T14:40:00.985" v="608" actId="20577"/>
          <ac:spMkLst>
            <pc:docMk/>
            <pc:sldMk cId="1932256695" sldId="456"/>
            <ac:spMk id="7" creationId="{CCC4AE2F-C0E8-473D-9D53-77A9DA3BEA1F}"/>
          </ac:spMkLst>
        </pc:spChg>
      </pc:sldChg>
      <pc:sldChg chg="modSp mod">
        <pc:chgData name="MarkAndrew Rogers" userId="fbd1f26338c9b5ce" providerId="LiveId" clId="{B795528B-2FEF-40BA-BE38-AF5B940D7D45}" dt="2022-02-02T14:28:11.787" v="124" actId="20577"/>
        <pc:sldMkLst>
          <pc:docMk/>
          <pc:sldMk cId="2018271411" sldId="757"/>
        </pc:sldMkLst>
        <pc:spChg chg="mod">
          <ac:chgData name="MarkAndrew Rogers" userId="fbd1f26338c9b5ce" providerId="LiveId" clId="{B795528B-2FEF-40BA-BE38-AF5B940D7D45}" dt="2022-02-02T14:28:11.787" v="124" actId="20577"/>
          <ac:spMkLst>
            <pc:docMk/>
            <pc:sldMk cId="2018271411" sldId="757"/>
            <ac:spMk id="3" creationId="{31F2E46C-A09C-4D8F-8B86-51C97198AA44}"/>
          </ac:spMkLst>
        </pc:spChg>
      </pc:sldChg>
      <pc:sldChg chg="modSp mod">
        <pc:chgData name="MarkAndrew Rogers" userId="fbd1f26338c9b5ce" providerId="LiveId" clId="{B795528B-2FEF-40BA-BE38-AF5B940D7D45}" dt="2022-02-02T14:28:57.251" v="157" actId="20577"/>
        <pc:sldMkLst>
          <pc:docMk/>
          <pc:sldMk cId="847167463" sldId="758"/>
        </pc:sldMkLst>
        <pc:spChg chg="mod">
          <ac:chgData name="MarkAndrew Rogers" userId="fbd1f26338c9b5ce" providerId="LiveId" clId="{B795528B-2FEF-40BA-BE38-AF5B940D7D45}" dt="2022-02-02T14:28:28.223" v="130" actId="20577"/>
          <ac:spMkLst>
            <pc:docMk/>
            <pc:sldMk cId="847167463" sldId="758"/>
            <ac:spMk id="2" creationId="{35B8B528-8902-4E1E-AEA6-85452EC63540}"/>
          </ac:spMkLst>
        </pc:spChg>
        <pc:spChg chg="mod">
          <ac:chgData name="MarkAndrew Rogers" userId="fbd1f26338c9b5ce" providerId="LiveId" clId="{B795528B-2FEF-40BA-BE38-AF5B940D7D45}" dt="2022-02-02T14:28:57.251" v="157" actId="20577"/>
          <ac:spMkLst>
            <pc:docMk/>
            <pc:sldMk cId="847167463" sldId="758"/>
            <ac:spMk id="3" creationId="{31F2E46C-A09C-4D8F-8B86-51C97198AA44}"/>
          </ac:spMkLst>
        </pc:spChg>
      </pc:sldChg>
      <pc:sldChg chg="modSp new mod">
        <pc:chgData name="MarkAndrew Rogers" userId="fbd1f26338c9b5ce" providerId="LiveId" clId="{B795528B-2FEF-40BA-BE38-AF5B940D7D45}" dt="2022-02-02T14:30:16.554" v="184" actId="12"/>
        <pc:sldMkLst>
          <pc:docMk/>
          <pc:sldMk cId="113659676" sldId="759"/>
        </pc:sldMkLst>
        <pc:spChg chg="mod">
          <ac:chgData name="MarkAndrew Rogers" userId="fbd1f26338c9b5ce" providerId="LiveId" clId="{B795528B-2FEF-40BA-BE38-AF5B940D7D45}" dt="2022-02-02T14:29:28.010" v="179" actId="20577"/>
          <ac:spMkLst>
            <pc:docMk/>
            <pc:sldMk cId="113659676" sldId="759"/>
            <ac:spMk id="2" creationId="{2676A49E-298B-46D8-85B0-25BD5A48AE43}"/>
          </ac:spMkLst>
        </pc:spChg>
        <pc:spChg chg="mod">
          <ac:chgData name="MarkAndrew Rogers" userId="fbd1f26338c9b5ce" providerId="LiveId" clId="{B795528B-2FEF-40BA-BE38-AF5B940D7D45}" dt="2022-02-02T14:30:16.554" v="184" actId="12"/>
          <ac:spMkLst>
            <pc:docMk/>
            <pc:sldMk cId="113659676" sldId="759"/>
            <ac:spMk id="3" creationId="{C2DABBCF-5B94-46A8-A565-E722CD14DB9D}"/>
          </ac:spMkLst>
        </pc:spChg>
      </pc:sldChg>
      <pc:sldChg chg="modSp new mod">
        <pc:chgData name="MarkAndrew Rogers" userId="fbd1f26338c9b5ce" providerId="LiveId" clId="{B795528B-2FEF-40BA-BE38-AF5B940D7D45}" dt="2022-02-02T14:34:52.836" v="434" actId="20577"/>
        <pc:sldMkLst>
          <pc:docMk/>
          <pc:sldMk cId="1598252233" sldId="760"/>
        </pc:sldMkLst>
        <pc:spChg chg="mod">
          <ac:chgData name="MarkAndrew Rogers" userId="fbd1f26338c9b5ce" providerId="LiveId" clId="{B795528B-2FEF-40BA-BE38-AF5B940D7D45}" dt="2022-02-02T14:30:48.476" v="208" actId="20577"/>
          <ac:spMkLst>
            <pc:docMk/>
            <pc:sldMk cId="1598252233" sldId="760"/>
            <ac:spMk id="2" creationId="{C411A6CE-6CE9-4F33-B82D-AB137CB8F6C5}"/>
          </ac:spMkLst>
        </pc:spChg>
        <pc:spChg chg="mod">
          <ac:chgData name="MarkAndrew Rogers" userId="fbd1f26338c9b5ce" providerId="LiveId" clId="{B795528B-2FEF-40BA-BE38-AF5B940D7D45}" dt="2022-02-02T14:34:52.836" v="434" actId="20577"/>
          <ac:spMkLst>
            <pc:docMk/>
            <pc:sldMk cId="1598252233" sldId="760"/>
            <ac:spMk id="3" creationId="{E23B9E9B-64C3-4774-A5A6-F7BD8C5E0488}"/>
          </ac:spMkLst>
        </pc:spChg>
      </pc:sldChg>
      <pc:sldChg chg="modSp new mod">
        <pc:chgData name="MarkAndrew Rogers" userId="fbd1f26338c9b5ce" providerId="LiveId" clId="{B795528B-2FEF-40BA-BE38-AF5B940D7D45}" dt="2022-02-02T14:36:53.910" v="562" actId="255"/>
        <pc:sldMkLst>
          <pc:docMk/>
          <pc:sldMk cId="3624817141" sldId="761"/>
        </pc:sldMkLst>
        <pc:spChg chg="mod">
          <ac:chgData name="MarkAndrew Rogers" userId="fbd1f26338c9b5ce" providerId="LiveId" clId="{B795528B-2FEF-40BA-BE38-AF5B940D7D45}" dt="2022-02-02T14:35:22.107" v="442" actId="20577"/>
          <ac:spMkLst>
            <pc:docMk/>
            <pc:sldMk cId="3624817141" sldId="761"/>
            <ac:spMk id="2" creationId="{30F20887-F17A-4F6D-9C45-18BE385ABC7A}"/>
          </ac:spMkLst>
        </pc:spChg>
        <pc:spChg chg="mod">
          <ac:chgData name="MarkAndrew Rogers" userId="fbd1f26338c9b5ce" providerId="LiveId" clId="{B795528B-2FEF-40BA-BE38-AF5B940D7D45}" dt="2022-02-02T14:36:53.910" v="562" actId="255"/>
          <ac:spMkLst>
            <pc:docMk/>
            <pc:sldMk cId="3624817141" sldId="761"/>
            <ac:spMk id="3" creationId="{59348020-4F8F-4889-9054-8BE4343C3387}"/>
          </ac:spMkLst>
        </pc:spChg>
      </pc:sldChg>
      <pc:sldChg chg="modSp new mod">
        <pc:chgData name="MarkAndrew Rogers" userId="fbd1f26338c9b5ce" providerId="LiveId" clId="{B795528B-2FEF-40BA-BE38-AF5B940D7D45}" dt="2022-02-02T14:38:13.015" v="606" actId="20577"/>
        <pc:sldMkLst>
          <pc:docMk/>
          <pc:sldMk cId="2063134748" sldId="762"/>
        </pc:sldMkLst>
        <pc:spChg chg="mod">
          <ac:chgData name="MarkAndrew Rogers" userId="fbd1f26338c9b5ce" providerId="LiveId" clId="{B795528B-2FEF-40BA-BE38-AF5B940D7D45}" dt="2022-02-02T14:37:12.377" v="570" actId="20577"/>
          <ac:spMkLst>
            <pc:docMk/>
            <pc:sldMk cId="2063134748" sldId="762"/>
            <ac:spMk id="2" creationId="{F932DA86-A110-496D-80D8-9793DE9FD1CB}"/>
          </ac:spMkLst>
        </pc:spChg>
        <pc:spChg chg="mod">
          <ac:chgData name="MarkAndrew Rogers" userId="fbd1f26338c9b5ce" providerId="LiveId" clId="{B795528B-2FEF-40BA-BE38-AF5B940D7D45}" dt="2022-02-02T14:38:13.015" v="606" actId="20577"/>
          <ac:spMkLst>
            <pc:docMk/>
            <pc:sldMk cId="2063134748" sldId="762"/>
            <ac:spMk id="3" creationId="{414F002A-85AD-4B57-B70C-3583233AC150}"/>
          </ac:spMkLst>
        </pc:spChg>
      </pc:sldChg>
    </pc:docChg>
  </pc:docChgLst>
  <pc:docChgLst>
    <pc:chgData name="MarkAndrew Rogers" userId="fbd1f26338c9b5ce" providerId="LiveId" clId="{7B27B642-6900-4BD4-AF55-D682739C006E}"/>
    <pc:docChg chg="modSld">
      <pc:chgData name="MarkAndrew Rogers" userId="fbd1f26338c9b5ce" providerId="LiveId" clId="{7B27B642-6900-4BD4-AF55-D682739C006E}" dt="2022-02-02T14:25:49.309" v="20" actId="20577"/>
      <pc:docMkLst>
        <pc:docMk/>
      </pc:docMkLst>
      <pc:sldChg chg="modSp mod">
        <pc:chgData name="MarkAndrew Rogers" userId="fbd1f26338c9b5ce" providerId="LiveId" clId="{7B27B642-6900-4BD4-AF55-D682739C006E}" dt="2022-02-02T14:25:49.309" v="20" actId="20577"/>
        <pc:sldMkLst>
          <pc:docMk/>
          <pc:sldMk cId="1112600258" sldId="462"/>
        </pc:sldMkLst>
        <pc:spChg chg="mod">
          <ac:chgData name="MarkAndrew Rogers" userId="fbd1f26338c9b5ce" providerId="LiveId" clId="{7B27B642-6900-4BD4-AF55-D682739C006E}" dt="2022-02-02T14:25:49.309" v="20" actId="20577"/>
          <ac:spMkLst>
            <pc:docMk/>
            <pc:sldMk cId="1112600258" sldId="462"/>
            <ac:spMk id="3" creationId="{00000000-0000-0000-0000-000000000000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4.svg"/><Relationship Id="rId5" Type="http://schemas.openxmlformats.org/officeDocument/2006/relationships/image" Target="../media/image8.png"/><Relationship Id="rId4" Type="http://schemas.openxmlformats.org/officeDocument/2006/relationships/image" Target="../media/image13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9.sv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4.svg"/><Relationship Id="rId5" Type="http://schemas.openxmlformats.org/officeDocument/2006/relationships/image" Target="../media/image8.png"/><Relationship Id="rId4" Type="http://schemas.openxmlformats.org/officeDocument/2006/relationships/image" Target="../media/image13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9.sv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D2F6F2-E0AC-43F1-82D0-BCE68685118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53908C8-7680-496A-A27D-8348093E454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/>
            <a:t>To understand what Acceptance Criteria is</a:t>
          </a:r>
          <a:endParaRPr lang="en-US" sz="2000" dirty="0"/>
        </a:p>
      </dgm:t>
    </dgm:pt>
    <dgm:pt modelId="{82E6B186-0849-4595-B2B0-60FAF7640248}" type="parTrans" cxnId="{9AF2152B-3A7B-48D2-84BA-EF8CE3F42F80}">
      <dgm:prSet/>
      <dgm:spPr/>
      <dgm:t>
        <a:bodyPr/>
        <a:lstStyle/>
        <a:p>
          <a:endParaRPr lang="en-US"/>
        </a:p>
      </dgm:t>
    </dgm:pt>
    <dgm:pt modelId="{F174DE85-EEC3-4BD1-8DE4-3F2CDFB8504F}" type="sibTrans" cxnId="{9AF2152B-3A7B-48D2-84BA-EF8CE3F42F80}">
      <dgm:prSet/>
      <dgm:spPr/>
      <dgm:t>
        <a:bodyPr/>
        <a:lstStyle/>
        <a:p>
          <a:endParaRPr lang="en-US"/>
        </a:p>
      </dgm:t>
    </dgm:pt>
    <dgm:pt modelId="{94FE6752-33CD-4BA5-924F-2A045D03AA8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/>
            <a:t>How it helps to move a Product Backlog Feature into </a:t>
          </a:r>
          <a:r>
            <a:rPr lang="en-GB" sz="2000" dirty="0" err="1"/>
            <a:t>DoR</a:t>
          </a:r>
          <a:r>
            <a:rPr lang="en-GB" sz="2000" dirty="0"/>
            <a:t> state ready for development.</a:t>
          </a:r>
          <a:endParaRPr lang="en-US" sz="2000" dirty="0"/>
        </a:p>
      </dgm:t>
    </dgm:pt>
    <dgm:pt modelId="{1119F67F-DBD7-43BA-8988-71DEF565D2C0}" type="parTrans" cxnId="{E1A43611-646B-411F-A425-E5052D221986}">
      <dgm:prSet/>
      <dgm:spPr/>
      <dgm:t>
        <a:bodyPr/>
        <a:lstStyle/>
        <a:p>
          <a:endParaRPr lang="en-US"/>
        </a:p>
      </dgm:t>
    </dgm:pt>
    <dgm:pt modelId="{3A593A56-1EF1-4811-ACED-9CF0FE5FAF4B}" type="sibTrans" cxnId="{E1A43611-646B-411F-A425-E5052D221986}">
      <dgm:prSet/>
      <dgm:spPr/>
      <dgm:t>
        <a:bodyPr/>
        <a:lstStyle/>
        <a:p>
          <a:endParaRPr lang="en-US"/>
        </a:p>
      </dgm:t>
    </dgm:pt>
    <dgm:pt modelId="{AE7E78D7-0227-4B68-8266-CED4C126977D}" type="pres">
      <dgm:prSet presAssocID="{45D2F6F2-E0AC-43F1-82D0-BCE68685118B}" presName="root" presStyleCnt="0">
        <dgm:presLayoutVars>
          <dgm:dir/>
          <dgm:resizeHandles val="exact"/>
        </dgm:presLayoutVars>
      </dgm:prSet>
      <dgm:spPr/>
    </dgm:pt>
    <dgm:pt modelId="{2BCCE1D4-0EBB-4E1E-B544-17B5CE1E8433}" type="pres">
      <dgm:prSet presAssocID="{B53908C8-7680-496A-A27D-8348093E454C}" presName="compNode" presStyleCnt="0"/>
      <dgm:spPr/>
    </dgm:pt>
    <dgm:pt modelId="{EB07E1C4-D94F-4BD5-9ACC-09FE7B43867B}" type="pres">
      <dgm:prSet presAssocID="{B53908C8-7680-496A-A27D-8348093E454C}" presName="bgRect" presStyleLbl="bgShp" presStyleIdx="0" presStyleCnt="2"/>
      <dgm:spPr/>
    </dgm:pt>
    <dgm:pt modelId="{CE962E5E-9C9E-457C-A44C-FEB511B5960C}" type="pres">
      <dgm:prSet presAssocID="{B53908C8-7680-496A-A27D-8348093E454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A43FFBE0-DA99-4A2B-9D3D-D4C67A9DEE21}" type="pres">
      <dgm:prSet presAssocID="{B53908C8-7680-496A-A27D-8348093E454C}" presName="spaceRect" presStyleCnt="0"/>
      <dgm:spPr/>
    </dgm:pt>
    <dgm:pt modelId="{BE205C69-1175-4524-87CE-BE00EFAA3ABF}" type="pres">
      <dgm:prSet presAssocID="{B53908C8-7680-496A-A27D-8348093E454C}" presName="parTx" presStyleLbl="revTx" presStyleIdx="0" presStyleCnt="2">
        <dgm:presLayoutVars>
          <dgm:chMax val="0"/>
          <dgm:chPref val="0"/>
        </dgm:presLayoutVars>
      </dgm:prSet>
      <dgm:spPr/>
    </dgm:pt>
    <dgm:pt modelId="{5AA3EC4F-BFE2-4B42-8E6F-F92546AC0742}" type="pres">
      <dgm:prSet presAssocID="{F174DE85-EEC3-4BD1-8DE4-3F2CDFB8504F}" presName="sibTrans" presStyleCnt="0"/>
      <dgm:spPr/>
    </dgm:pt>
    <dgm:pt modelId="{F74CE41C-6BF7-4C9B-9293-A5EF67F67E73}" type="pres">
      <dgm:prSet presAssocID="{94FE6752-33CD-4BA5-924F-2A045D03AA87}" presName="compNode" presStyleCnt="0"/>
      <dgm:spPr/>
    </dgm:pt>
    <dgm:pt modelId="{90587067-CED5-429F-A094-BDF774E18175}" type="pres">
      <dgm:prSet presAssocID="{94FE6752-33CD-4BA5-924F-2A045D03AA87}" presName="bgRect" presStyleLbl="bgShp" presStyleIdx="1" presStyleCnt="2"/>
      <dgm:spPr/>
    </dgm:pt>
    <dgm:pt modelId="{5280CAAC-19AC-48A3-B398-957E5CD223DF}" type="pres">
      <dgm:prSet presAssocID="{94FE6752-33CD-4BA5-924F-2A045D03AA8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C16E8849-71AE-4E34-A71C-9E32C5DF4E92}" type="pres">
      <dgm:prSet presAssocID="{94FE6752-33CD-4BA5-924F-2A045D03AA87}" presName="spaceRect" presStyleCnt="0"/>
      <dgm:spPr/>
    </dgm:pt>
    <dgm:pt modelId="{E49B4E32-F549-418F-8EFA-E7A16B9181FC}" type="pres">
      <dgm:prSet presAssocID="{94FE6752-33CD-4BA5-924F-2A045D03AA87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E1A43611-646B-411F-A425-E5052D221986}" srcId="{45D2F6F2-E0AC-43F1-82D0-BCE68685118B}" destId="{94FE6752-33CD-4BA5-924F-2A045D03AA87}" srcOrd="1" destOrd="0" parTransId="{1119F67F-DBD7-43BA-8988-71DEF565D2C0}" sibTransId="{3A593A56-1EF1-4811-ACED-9CF0FE5FAF4B}"/>
    <dgm:cxn modelId="{C9D0E729-8962-4D14-987C-0663E324B558}" type="presOf" srcId="{B53908C8-7680-496A-A27D-8348093E454C}" destId="{BE205C69-1175-4524-87CE-BE00EFAA3ABF}" srcOrd="0" destOrd="0" presId="urn:microsoft.com/office/officeart/2018/2/layout/IconVerticalSolidList"/>
    <dgm:cxn modelId="{9AF2152B-3A7B-48D2-84BA-EF8CE3F42F80}" srcId="{45D2F6F2-E0AC-43F1-82D0-BCE68685118B}" destId="{B53908C8-7680-496A-A27D-8348093E454C}" srcOrd="0" destOrd="0" parTransId="{82E6B186-0849-4595-B2B0-60FAF7640248}" sibTransId="{F174DE85-EEC3-4BD1-8DE4-3F2CDFB8504F}"/>
    <dgm:cxn modelId="{F2C01646-2225-4489-A11B-7EF73499A351}" type="presOf" srcId="{45D2F6F2-E0AC-43F1-82D0-BCE68685118B}" destId="{AE7E78D7-0227-4B68-8266-CED4C126977D}" srcOrd="0" destOrd="0" presId="urn:microsoft.com/office/officeart/2018/2/layout/IconVerticalSolidList"/>
    <dgm:cxn modelId="{88D2918D-B315-407E-AF3A-6813466DE285}" type="presOf" srcId="{94FE6752-33CD-4BA5-924F-2A045D03AA87}" destId="{E49B4E32-F549-418F-8EFA-E7A16B9181FC}" srcOrd="0" destOrd="0" presId="urn:microsoft.com/office/officeart/2018/2/layout/IconVerticalSolidList"/>
    <dgm:cxn modelId="{2A076BF7-D1B7-4F30-B378-28B0AE91C4BD}" type="presParOf" srcId="{AE7E78D7-0227-4B68-8266-CED4C126977D}" destId="{2BCCE1D4-0EBB-4E1E-B544-17B5CE1E8433}" srcOrd="0" destOrd="0" presId="urn:microsoft.com/office/officeart/2018/2/layout/IconVerticalSolidList"/>
    <dgm:cxn modelId="{D6B37A07-8966-43E6-92F9-9DB541C3632D}" type="presParOf" srcId="{2BCCE1D4-0EBB-4E1E-B544-17B5CE1E8433}" destId="{EB07E1C4-D94F-4BD5-9ACC-09FE7B43867B}" srcOrd="0" destOrd="0" presId="urn:microsoft.com/office/officeart/2018/2/layout/IconVerticalSolidList"/>
    <dgm:cxn modelId="{F79C77F1-2ABB-44A4-8B2F-0D23CF04DC69}" type="presParOf" srcId="{2BCCE1D4-0EBB-4E1E-B544-17B5CE1E8433}" destId="{CE962E5E-9C9E-457C-A44C-FEB511B5960C}" srcOrd="1" destOrd="0" presId="urn:microsoft.com/office/officeart/2018/2/layout/IconVerticalSolidList"/>
    <dgm:cxn modelId="{5A957055-7E38-442C-9B69-D92AE52EFCB0}" type="presParOf" srcId="{2BCCE1D4-0EBB-4E1E-B544-17B5CE1E8433}" destId="{A43FFBE0-DA99-4A2B-9D3D-D4C67A9DEE21}" srcOrd="2" destOrd="0" presId="urn:microsoft.com/office/officeart/2018/2/layout/IconVerticalSolidList"/>
    <dgm:cxn modelId="{0C579E7F-E46A-4719-AFF5-83B68FC244AA}" type="presParOf" srcId="{2BCCE1D4-0EBB-4E1E-B544-17B5CE1E8433}" destId="{BE205C69-1175-4524-87CE-BE00EFAA3ABF}" srcOrd="3" destOrd="0" presId="urn:microsoft.com/office/officeart/2018/2/layout/IconVerticalSolidList"/>
    <dgm:cxn modelId="{D993B04E-24D7-47DB-98E8-7E0E8D00F314}" type="presParOf" srcId="{AE7E78D7-0227-4B68-8266-CED4C126977D}" destId="{5AA3EC4F-BFE2-4B42-8E6F-F92546AC0742}" srcOrd="1" destOrd="0" presId="urn:microsoft.com/office/officeart/2018/2/layout/IconVerticalSolidList"/>
    <dgm:cxn modelId="{9FFB1D0C-8F6D-4B32-96A7-48DB75B504F7}" type="presParOf" srcId="{AE7E78D7-0227-4B68-8266-CED4C126977D}" destId="{F74CE41C-6BF7-4C9B-9293-A5EF67F67E73}" srcOrd="2" destOrd="0" presId="urn:microsoft.com/office/officeart/2018/2/layout/IconVerticalSolidList"/>
    <dgm:cxn modelId="{A11E3FA7-025F-4157-9A85-9BE40ECA568D}" type="presParOf" srcId="{F74CE41C-6BF7-4C9B-9293-A5EF67F67E73}" destId="{90587067-CED5-429F-A094-BDF774E18175}" srcOrd="0" destOrd="0" presId="urn:microsoft.com/office/officeart/2018/2/layout/IconVerticalSolidList"/>
    <dgm:cxn modelId="{0C8B2755-6744-4D78-A8FD-DDE9E9F70376}" type="presParOf" srcId="{F74CE41C-6BF7-4C9B-9293-A5EF67F67E73}" destId="{5280CAAC-19AC-48A3-B398-957E5CD223DF}" srcOrd="1" destOrd="0" presId="urn:microsoft.com/office/officeart/2018/2/layout/IconVerticalSolidList"/>
    <dgm:cxn modelId="{F3993B5F-39BF-42DD-B741-F557082E9ABE}" type="presParOf" srcId="{F74CE41C-6BF7-4C9B-9293-A5EF67F67E73}" destId="{C16E8849-71AE-4E34-A71C-9E32C5DF4E92}" srcOrd="2" destOrd="0" presId="urn:microsoft.com/office/officeart/2018/2/layout/IconVerticalSolidList"/>
    <dgm:cxn modelId="{14844581-6C39-43A2-809B-101AA8BAD425}" type="presParOf" srcId="{F74CE41C-6BF7-4C9B-9293-A5EF67F67E73}" destId="{E49B4E32-F549-418F-8EFA-E7A16B9181F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3233435-913D-4709-9B12-5EC45F029C9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1820454-29B7-4E66-B9F1-A72E210C79E1}">
      <dgm:prSet custT="1"/>
      <dgm:spPr/>
      <dgm:t>
        <a:bodyPr/>
        <a:lstStyle/>
        <a:p>
          <a:r>
            <a:rPr lang="en-GB" sz="1800" dirty="0"/>
            <a:t>Acceptance criteria dictates the conditions for software to be considered as done. </a:t>
          </a:r>
        </a:p>
        <a:p>
          <a:br>
            <a:rPr lang="en-GB" sz="1800" dirty="0"/>
          </a:br>
          <a:r>
            <a:rPr lang="en-GB" sz="1800" dirty="0"/>
            <a:t>It is a set of statements that usually have a </a:t>
          </a:r>
          <a:br>
            <a:rPr lang="en-GB" sz="1800" dirty="0"/>
          </a:br>
          <a:r>
            <a:rPr lang="en-GB" sz="1800" dirty="0"/>
            <a:t>pass / fail result for all requirements.</a:t>
          </a:r>
          <a:endParaRPr lang="en-US" sz="1800" dirty="0"/>
        </a:p>
      </dgm:t>
    </dgm:pt>
    <dgm:pt modelId="{C767B06C-87F0-456F-9DFA-3478D966204E}" type="parTrans" cxnId="{3A55628A-9830-4B59-A2E0-F8EBA0B409F1}">
      <dgm:prSet/>
      <dgm:spPr/>
      <dgm:t>
        <a:bodyPr/>
        <a:lstStyle/>
        <a:p>
          <a:endParaRPr lang="en-US"/>
        </a:p>
      </dgm:t>
    </dgm:pt>
    <dgm:pt modelId="{48F02DED-579D-4E0E-8028-708F85CEFD86}" type="sibTrans" cxnId="{3A55628A-9830-4B59-A2E0-F8EBA0B409F1}">
      <dgm:prSet/>
      <dgm:spPr/>
      <dgm:t>
        <a:bodyPr/>
        <a:lstStyle/>
        <a:p>
          <a:endParaRPr lang="en-US"/>
        </a:p>
      </dgm:t>
    </dgm:pt>
    <dgm:pt modelId="{406DC481-4FAD-4368-9534-E2C7E0F954CD}">
      <dgm:prSet custT="1"/>
      <dgm:spPr/>
      <dgm:t>
        <a:bodyPr/>
        <a:lstStyle/>
        <a:p>
          <a:r>
            <a:rPr lang="en-GB" sz="1800" dirty="0"/>
            <a:t>Are attached to user stories to understand what a feature needs. </a:t>
          </a:r>
          <a:br>
            <a:rPr lang="en-GB" sz="1800" dirty="0"/>
          </a:br>
          <a:endParaRPr lang="en-GB" sz="1800" dirty="0"/>
        </a:p>
        <a:p>
          <a:r>
            <a:rPr lang="en-GB" sz="1800" dirty="0"/>
            <a:t>It is easier to understand the minimum viable product based on these criteria, and you can also derive tests from the criteria.</a:t>
          </a:r>
          <a:endParaRPr lang="en-US" sz="1800" dirty="0"/>
        </a:p>
      </dgm:t>
    </dgm:pt>
    <dgm:pt modelId="{D31F0EF3-2C74-443C-AEB3-3A259904B1DA}" type="parTrans" cxnId="{701EC60F-B442-4799-848F-4633F24FF017}">
      <dgm:prSet/>
      <dgm:spPr/>
      <dgm:t>
        <a:bodyPr/>
        <a:lstStyle/>
        <a:p>
          <a:endParaRPr lang="en-US"/>
        </a:p>
      </dgm:t>
    </dgm:pt>
    <dgm:pt modelId="{CE38B9B2-2887-4AFF-A4CB-633C42C6D951}" type="sibTrans" cxnId="{701EC60F-B442-4799-848F-4633F24FF017}">
      <dgm:prSet/>
      <dgm:spPr/>
      <dgm:t>
        <a:bodyPr/>
        <a:lstStyle/>
        <a:p>
          <a:endParaRPr lang="en-US"/>
        </a:p>
      </dgm:t>
    </dgm:pt>
    <dgm:pt modelId="{FD5E7835-EE46-4EE5-AEBB-9DD389541D0F}" type="pres">
      <dgm:prSet presAssocID="{F3233435-913D-4709-9B12-5EC45F029C94}" presName="linear" presStyleCnt="0">
        <dgm:presLayoutVars>
          <dgm:animLvl val="lvl"/>
          <dgm:resizeHandles val="exact"/>
        </dgm:presLayoutVars>
      </dgm:prSet>
      <dgm:spPr/>
    </dgm:pt>
    <dgm:pt modelId="{A06AF5D5-3BA2-422D-A344-35BB7E34D1D3}" type="pres">
      <dgm:prSet presAssocID="{21820454-29B7-4E66-B9F1-A72E210C79E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758B938-1B9B-4048-8826-8DAD73537DDF}" type="pres">
      <dgm:prSet presAssocID="{48F02DED-579D-4E0E-8028-708F85CEFD86}" presName="spacer" presStyleCnt="0"/>
      <dgm:spPr/>
    </dgm:pt>
    <dgm:pt modelId="{B880C244-57E0-4A2A-B2C3-10B196C63B8C}" type="pres">
      <dgm:prSet presAssocID="{406DC481-4FAD-4368-9534-E2C7E0F954CD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A1A70706-C1AC-48DF-A4CB-9F56D412D0A3}" type="presOf" srcId="{21820454-29B7-4E66-B9F1-A72E210C79E1}" destId="{A06AF5D5-3BA2-422D-A344-35BB7E34D1D3}" srcOrd="0" destOrd="0" presId="urn:microsoft.com/office/officeart/2005/8/layout/vList2"/>
    <dgm:cxn modelId="{701EC60F-B442-4799-848F-4633F24FF017}" srcId="{F3233435-913D-4709-9B12-5EC45F029C94}" destId="{406DC481-4FAD-4368-9534-E2C7E0F954CD}" srcOrd="1" destOrd="0" parTransId="{D31F0EF3-2C74-443C-AEB3-3A259904B1DA}" sibTransId="{CE38B9B2-2887-4AFF-A4CB-633C42C6D951}"/>
    <dgm:cxn modelId="{5457B674-99FC-4846-9D86-84171AE2584B}" type="presOf" srcId="{F3233435-913D-4709-9B12-5EC45F029C94}" destId="{FD5E7835-EE46-4EE5-AEBB-9DD389541D0F}" srcOrd="0" destOrd="0" presId="urn:microsoft.com/office/officeart/2005/8/layout/vList2"/>
    <dgm:cxn modelId="{3A55628A-9830-4B59-A2E0-F8EBA0B409F1}" srcId="{F3233435-913D-4709-9B12-5EC45F029C94}" destId="{21820454-29B7-4E66-B9F1-A72E210C79E1}" srcOrd="0" destOrd="0" parTransId="{C767B06C-87F0-456F-9DFA-3478D966204E}" sibTransId="{48F02DED-579D-4E0E-8028-708F85CEFD86}"/>
    <dgm:cxn modelId="{90CB13BB-CC4A-462C-8FF8-FFB26DBD235A}" type="presOf" srcId="{406DC481-4FAD-4368-9534-E2C7E0F954CD}" destId="{B880C244-57E0-4A2A-B2C3-10B196C63B8C}" srcOrd="0" destOrd="0" presId="urn:microsoft.com/office/officeart/2005/8/layout/vList2"/>
    <dgm:cxn modelId="{76390270-56EB-4BAE-96B8-C038723721D1}" type="presParOf" srcId="{FD5E7835-EE46-4EE5-AEBB-9DD389541D0F}" destId="{A06AF5D5-3BA2-422D-A344-35BB7E34D1D3}" srcOrd="0" destOrd="0" presId="urn:microsoft.com/office/officeart/2005/8/layout/vList2"/>
    <dgm:cxn modelId="{26157823-5D49-403D-B886-52998E29487E}" type="presParOf" srcId="{FD5E7835-EE46-4EE5-AEBB-9DD389541D0F}" destId="{7758B938-1B9B-4048-8826-8DAD73537DDF}" srcOrd="1" destOrd="0" presId="urn:microsoft.com/office/officeart/2005/8/layout/vList2"/>
    <dgm:cxn modelId="{85CA76E0-2257-418A-B1EC-B839D293F6E9}" type="presParOf" srcId="{FD5E7835-EE46-4EE5-AEBB-9DD389541D0F}" destId="{B880C244-57E0-4A2A-B2C3-10B196C63B8C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85279A0-FCB0-4BB8-A3AC-CA8CB4A80DC1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65BEE91-C089-4623-9026-D9204B7EF5B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/>
            <a:t>Once a product backlog feature has acceptance criteria so that a developer understands what a feature needs.  </a:t>
          </a:r>
          <a:endParaRPr lang="en-US"/>
        </a:p>
      </dgm:t>
    </dgm:pt>
    <dgm:pt modelId="{6D42375F-E629-40FD-B901-A0F7783762EB}" type="parTrans" cxnId="{2E96EA59-3ED6-461D-997E-4313EE348A35}">
      <dgm:prSet/>
      <dgm:spPr/>
      <dgm:t>
        <a:bodyPr/>
        <a:lstStyle/>
        <a:p>
          <a:endParaRPr lang="en-US"/>
        </a:p>
      </dgm:t>
    </dgm:pt>
    <dgm:pt modelId="{184BB3B3-DED4-4EAD-8ECC-0EDA1F113AF7}" type="sibTrans" cxnId="{2E96EA59-3ED6-461D-997E-4313EE348A35}">
      <dgm:prSet/>
      <dgm:spPr/>
      <dgm:t>
        <a:bodyPr/>
        <a:lstStyle/>
        <a:p>
          <a:endParaRPr lang="en-US"/>
        </a:p>
      </dgm:t>
    </dgm:pt>
    <dgm:pt modelId="{201E2759-6D41-41FF-89D0-E3B1D33A6F5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/>
            <a:t>Understands the minimum viable product based on these criteria, and </a:t>
          </a:r>
          <a:endParaRPr lang="en-US"/>
        </a:p>
      </dgm:t>
    </dgm:pt>
    <dgm:pt modelId="{78B1698E-A9EC-4AFF-9AB3-1D7937F87FAD}" type="parTrans" cxnId="{F08A6E5B-1445-4818-B8D6-1B3B8C31BC3E}">
      <dgm:prSet/>
      <dgm:spPr/>
      <dgm:t>
        <a:bodyPr/>
        <a:lstStyle/>
        <a:p>
          <a:endParaRPr lang="en-US"/>
        </a:p>
      </dgm:t>
    </dgm:pt>
    <dgm:pt modelId="{11E7413B-AA4F-42EC-96F5-5C9FF4136CD0}" type="sibTrans" cxnId="{F08A6E5B-1445-4818-B8D6-1B3B8C31BC3E}">
      <dgm:prSet/>
      <dgm:spPr/>
      <dgm:t>
        <a:bodyPr/>
        <a:lstStyle/>
        <a:p>
          <a:endParaRPr lang="en-US"/>
        </a:p>
      </dgm:t>
    </dgm:pt>
    <dgm:pt modelId="{DF34E2CB-1300-4F88-96A0-51DAF296DD4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dirty="0"/>
            <a:t>can derive tests from the criteria. </a:t>
          </a:r>
          <a:endParaRPr lang="en-US" dirty="0"/>
        </a:p>
      </dgm:t>
    </dgm:pt>
    <dgm:pt modelId="{97F4C4F3-C355-484D-B0B5-D8193D5BF5AF}" type="parTrans" cxnId="{4465DA6F-1858-4AA7-8534-31184EEA6936}">
      <dgm:prSet/>
      <dgm:spPr/>
      <dgm:t>
        <a:bodyPr/>
        <a:lstStyle/>
        <a:p>
          <a:endParaRPr lang="en-US"/>
        </a:p>
      </dgm:t>
    </dgm:pt>
    <dgm:pt modelId="{088D8DA7-7A2F-462D-843A-D497419C53BB}" type="sibTrans" cxnId="{4465DA6F-1858-4AA7-8534-31184EEA6936}">
      <dgm:prSet/>
      <dgm:spPr/>
      <dgm:t>
        <a:bodyPr/>
        <a:lstStyle/>
        <a:p>
          <a:endParaRPr lang="en-US"/>
        </a:p>
      </dgm:t>
    </dgm:pt>
    <dgm:pt modelId="{7C383B60-DBD9-4E01-A6A1-86F7097E14F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dirty="0"/>
            <a:t>Then the feature is </a:t>
          </a:r>
          <a:r>
            <a:rPr lang="en-GB" b="0" dirty="0" err="1"/>
            <a:t>DoR</a:t>
          </a:r>
          <a:r>
            <a:rPr lang="en-GB" b="0" dirty="0"/>
            <a:t> and is ready to be considered in the Sprint Planning Meeting for the next Sprint</a:t>
          </a:r>
          <a:endParaRPr lang="en-US" dirty="0"/>
        </a:p>
      </dgm:t>
    </dgm:pt>
    <dgm:pt modelId="{7C8D339E-5FB5-4F28-8A96-1FAA986092A5}" type="parTrans" cxnId="{D4C4801B-540D-4043-9E8B-4E017027BB61}">
      <dgm:prSet/>
      <dgm:spPr/>
      <dgm:t>
        <a:bodyPr/>
        <a:lstStyle/>
        <a:p>
          <a:endParaRPr lang="en-US"/>
        </a:p>
      </dgm:t>
    </dgm:pt>
    <dgm:pt modelId="{5289A204-F8BE-4647-BC61-34BDAEB45485}" type="sibTrans" cxnId="{D4C4801B-540D-4043-9E8B-4E017027BB61}">
      <dgm:prSet/>
      <dgm:spPr/>
      <dgm:t>
        <a:bodyPr/>
        <a:lstStyle/>
        <a:p>
          <a:endParaRPr lang="en-US"/>
        </a:p>
      </dgm:t>
    </dgm:pt>
    <dgm:pt modelId="{092F5E24-C852-4C98-BF2F-335FB77EF053}" type="pres">
      <dgm:prSet presAssocID="{085279A0-FCB0-4BB8-A3AC-CA8CB4A80DC1}" presName="root" presStyleCnt="0">
        <dgm:presLayoutVars>
          <dgm:dir/>
          <dgm:resizeHandles val="exact"/>
        </dgm:presLayoutVars>
      </dgm:prSet>
      <dgm:spPr/>
    </dgm:pt>
    <dgm:pt modelId="{80B7864E-FB8A-4DB3-BCBC-BACB6ED19C8D}" type="pres">
      <dgm:prSet presAssocID="{C65BEE91-C089-4623-9026-D9204B7EF5BE}" presName="compNode" presStyleCnt="0"/>
      <dgm:spPr/>
    </dgm:pt>
    <dgm:pt modelId="{B7DEA0BE-3B49-41BD-83B1-46AE94314D58}" type="pres">
      <dgm:prSet presAssocID="{C65BEE91-C089-4623-9026-D9204B7EF5BE}" presName="bgRect" presStyleLbl="bgShp" presStyleIdx="0" presStyleCnt="4"/>
      <dgm:spPr/>
    </dgm:pt>
    <dgm:pt modelId="{8A32FF59-B7D1-4ED6-80B5-36FB003F8DFA}" type="pres">
      <dgm:prSet presAssocID="{C65BEE91-C089-4623-9026-D9204B7EF5B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ipboard Checked with solid fill"/>
        </a:ext>
      </dgm:extLst>
    </dgm:pt>
    <dgm:pt modelId="{5DC46DEC-E52B-4D99-BDD3-61D4BBE74659}" type="pres">
      <dgm:prSet presAssocID="{C65BEE91-C089-4623-9026-D9204B7EF5BE}" presName="spaceRect" presStyleCnt="0"/>
      <dgm:spPr/>
    </dgm:pt>
    <dgm:pt modelId="{3B532F0F-599A-4D99-8905-873D57A92653}" type="pres">
      <dgm:prSet presAssocID="{C65BEE91-C089-4623-9026-D9204B7EF5BE}" presName="parTx" presStyleLbl="revTx" presStyleIdx="0" presStyleCnt="4">
        <dgm:presLayoutVars>
          <dgm:chMax val="0"/>
          <dgm:chPref val="0"/>
        </dgm:presLayoutVars>
      </dgm:prSet>
      <dgm:spPr/>
    </dgm:pt>
    <dgm:pt modelId="{39A9886C-1F98-4DA6-B61D-7A9150CEB7DA}" type="pres">
      <dgm:prSet presAssocID="{184BB3B3-DED4-4EAD-8ECC-0EDA1F113AF7}" presName="sibTrans" presStyleCnt="0"/>
      <dgm:spPr/>
    </dgm:pt>
    <dgm:pt modelId="{4B66B018-DBAD-44AB-B963-0DF6F79B7894}" type="pres">
      <dgm:prSet presAssocID="{201E2759-6D41-41FF-89D0-E3B1D33A6F54}" presName="compNode" presStyleCnt="0"/>
      <dgm:spPr/>
    </dgm:pt>
    <dgm:pt modelId="{161D7B0B-F6B4-4EA3-8027-0A43136DDC25}" type="pres">
      <dgm:prSet presAssocID="{201E2759-6D41-41FF-89D0-E3B1D33A6F54}" presName="bgRect" presStyleLbl="bgShp" presStyleIdx="1" presStyleCnt="4"/>
      <dgm:spPr/>
    </dgm:pt>
    <dgm:pt modelId="{8CFB94A7-F639-4180-8ED7-8209C32FCA71}" type="pres">
      <dgm:prSet presAssocID="{201E2759-6D41-41FF-89D0-E3B1D33A6F5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rain in head with solid fill"/>
        </a:ext>
      </dgm:extLst>
    </dgm:pt>
    <dgm:pt modelId="{8AC3339B-06CF-4770-97E9-CB4FC1D5C865}" type="pres">
      <dgm:prSet presAssocID="{201E2759-6D41-41FF-89D0-E3B1D33A6F54}" presName="spaceRect" presStyleCnt="0"/>
      <dgm:spPr/>
    </dgm:pt>
    <dgm:pt modelId="{DDA68379-FA6E-4205-9B23-0B4E651CABC0}" type="pres">
      <dgm:prSet presAssocID="{201E2759-6D41-41FF-89D0-E3B1D33A6F54}" presName="parTx" presStyleLbl="revTx" presStyleIdx="1" presStyleCnt="4">
        <dgm:presLayoutVars>
          <dgm:chMax val="0"/>
          <dgm:chPref val="0"/>
        </dgm:presLayoutVars>
      </dgm:prSet>
      <dgm:spPr/>
    </dgm:pt>
    <dgm:pt modelId="{69C47CCC-5B14-425E-9BE3-2FD03FC8A2E7}" type="pres">
      <dgm:prSet presAssocID="{11E7413B-AA4F-42EC-96F5-5C9FF4136CD0}" presName="sibTrans" presStyleCnt="0"/>
      <dgm:spPr/>
    </dgm:pt>
    <dgm:pt modelId="{1AD846D3-0384-4FEF-A3E7-998E9252DC26}" type="pres">
      <dgm:prSet presAssocID="{DF34E2CB-1300-4F88-96A0-51DAF296DD41}" presName="compNode" presStyleCnt="0"/>
      <dgm:spPr/>
    </dgm:pt>
    <dgm:pt modelId="{65BC9ACA-5502-4DE4-9A9C-FEE0312E934E}" type="pres">
      <dgm:prSet presAssocID="{DF34E2CB-1300-4F88-96A0-51DAF296DD41}" presName="bgRect" presStyleLbl="bgShp" presStyleIdx="2" presStyleCnt="4"/>
      <dgm:spPr/>
    </dgm:pt>
    <dgm:pt modelId="{9937CF18-C7F7-4ED3-9C42-82D68E0ABFDE}" type="pres">
      <dgm:prSet presAssocID="{DF34E2CB-1300-4F88-96A0-51DAF296DD41}" presName="iconRect" presStyleLbl="node1" presStyleIdx="2" presStyleCnt="4" custLinFactNeighborY="-1760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 List"/>
        </a:ext>
      </dgm:extLst>
    </dgm:pt>
    <dgm:pt modelId="{C4E202C1-AA91-4CD9-BB95-699500842C0B}" type="pres">
      <dgm:prSet presAssocID="{DF34E2CB-1300-4F88-96A0-51DAF296DD41}" presName="spaceRect" presStyleCnt="0"/>
      <dgm:spPr/>
    </dgm:pt>
    <dgm:pt modelId="{3157A0B5-C89E-4B9F-805B-324D8A5A49DE}" type="pres">
      <dgm:prSet presAssocID="{DF34E2CB-1300-4F88-96A0-51DAF296DD41}" presName="parTx" presStyleLbl="revTx" presStyleIdx="2" presStyleCnt="4">
        <dgm:presLayoutVars>
          <dgm:chMax val="0"/>
          <dgm:chPref val="0"/>
        </dgm:presLayoutVars>
      </dgm:prSet>
      <dgm:spPr/>
    </dgm:pt>
    <dgm:pt modelId="{E0491786-40CD-4600-9E3A-C6E8E28D0C02}" type="pres">
      <dgm:prSet presAssocID="{088D8DA7-7A2F-462D-843A-D497419C53BB}" presName="sibTrans" presStyleCnt="0"/>
      <dgm:spPr/>
    </dgm:pt>
    <dgm:pt modelId="{6E84AD62-CAFF-4D2C-BB78-193BE64DE2F7}" type="pres">
      <dgm:prSet presAssocID="{7C383B60-DBD9-4E01-A6A1-86F7097E14F1}" presName="compNode" presStyleCnt="0"/>
      <dgm:spPr/>
    </dgm:pt>
    <dgm:pt modelId="{A1704A39-4BED-4F35-852F-0D71C4BC2519}" type="pres">
      <dgm:prSet presAssocID="{7C383B60-DBD9-4E01-A6A1-86F7097E14F1}" presName="bgRect" presStyleLbl="bgShp" presStyleIdx="3" presStyleCnt="4"/>
      <dgm:spPr/>
    </dgm:pt>
    <dgm:pt modelId="{2D707B1D-DC20-43A5-835D-6AF256E37A23}" type="pres">
      <dgm:prSet presAssocID="{7C383B60-DBD9-4E01-A6A1-86F7097E14F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ardroom with solid fill"/>
        </a:ext>
      </dgm:extLst>
    </dgm:pt>
    <dgm:pt modelId="{C3B9C97B-24FA-4CEC-BA7C-9516C159F6D6}" type="pres">
      <dgm:prSet presAssocID="{7C383B60-DBD9-4E01-A6A1-86F7097E14F1}" presName="spaceRect" presStyleCnt="0"/>
      <dgm:spPr/>
    </dgm:pt>
    <dgm:pt modelId="{E690C6B0-4465-4FF4-A070-5B9742542BCC}" type="pres">
      <dgm:prSet presAssocID="{7C383B60-DBD9-4E01-A6A1-86F7097E14F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B5B4204-7894-4E3B-A19B-09F4AD383592}" type="presOf" srcId="{C65BEE91-C089-4623-9026-D9204B7EF5BE}" destId="{3B532F0F-599A-4D99-8905-873D57A92653}" srcOrd="0" destOrd="0" presId="urn:microsoft.com/office/officeart/2018/2/layout/IconVerticalSolidList"/>
    <dgm:cxn modelId="{D4C4801B-540D-4043-9E8B-4E017027BB61}" srcId="{085279A0-FCB0-4BB8-A3AC-CA8CB4A80DC1}" destId="{7C383B60-DBD9-4E01-A6A1-86F7097E14F1}" srcOrd="3" destOrd="0" parTransId="{7C8D339E-5FB5-4F28-8A96-1FAA986092A5}" sibTransId="{5289A204-F8BE-4647-BC61-34BDAEB45485}"/>
    <dgm:cxn modelId="{F08A6E5B-1445-4818-B8D6-1B3B8C31BC3E}" srcId="{085279A0-FCB0-4BB8-A3AC-CA8CB4A80DC1}" destId="{201E2759-6D41-41FF-89D0-E3B1D33A6F54}" srcOrd="1" destOrd="0" parTransId="{78B1698E-A9EC-4AFF-9AB3-1D7937F87FAD}" sibTransId="{11E7413B-AA4F-42EC-96F5-5C9FF4136CD0}"/>
    <dgm:cxn modelId="{4465DA6F-1858-4AA7-8534-31184EEA6936}" srcId="{085279A0-FCB0-4BB8-A3AC-CA8CB4A80DC1}" destId="{DF34E2CB-1300-4F88-96A0-51DAF296DD41}" srcOrd="2" destOrd="0" parTransId="{97F4C4F3-C355-484D-B0B5-D8193D5BF5AF}" sibTransId="{088D8DA7-7A2F-462D-843A-D497419C53BB}"/>
    <dgm:cxn modelId="{2E96EA59-3ED6-461D-997E-4313EE348A35}" srcId="{085279A0-FCB0-4BB8-A3AC-CA8CB4A80DC1}" destId="{C65BEE91-C089-4623-9026-D9204B7EF5BE}" srcOrd="0" destOrd="0" parTransId="{6D42375F-E629-40FD-B901-A0F7783762EB}" sibTransId="{184BB3B3-DED4-4EAD-8ECC-0EDA1F113AF7}"/>
    <dgm:cxn modelId="{ACEFB9D1-234B-4E5C-901E-DDFADC4E7A73}" type="presOf" srcId="{201E2759-6D41-41FF-89D0-E3B1D33A6F54}" destId="{DDA68379-FA6E-4205-9B23-0B4E651CABC0}" srcOrd="0" destOrd="0" presId="urn:microsoft.com/office/officeart/2018/2/layout/IconVerticalSolidList"/>
    <dgm:cxn modelId="{79BCDBE2-CC1B-4134-A11F-15D434EB8CD6}" type="presOf" srcId="{085279A0-FCB0-4BB8-A3AC-CA8CB4A80DC1}" destId="{092F5E24-C852-4C98-BF2F-335FB77EF053}" srcOrd="0" destOrd="0" presId="urn:microsoft.com/office/officeart/2018/2/layout/IconVerticalSolidList"/>
    <dgm:cxn modelId="{A54A6EE9-1E5A-470B-8828-BAE94F961890}" type="presOf" srcId="{DF34E2CB-1300-4F88-96A0-51DAF296DD41}" destId="{3157A0B5-C89E-4B9F-805B-324D8A5A49DE}" srcOrd="0" destOrd="0" presId="urn:microsoft.com/office/officeart/2018/2/layout/IconVerticalSolidList"/>
    <dgm:cxn modelId="{DA471AF3-8F43-4E16-A4F5-18277983A92F}" type="presOf" srcId="{7C383B60-DBD9-4E01-A6A1-86F7097E14F1}" destId="{E690C6B0-4465-4FF4-A070-5B9742542BCC}" srcOrd="0" destOrd="0" presId="urn:microsoft.com/office/officeart/2018/2/layout/IconVerticalSolidList"/>
    <dgm:cxn modelId="{635170B4-A39C-4802-B3E5-AE6D1A50A25D}" type="presParOf" srcId="{092F5E24-C852-4C98-BF2F-335FB77EF053}" destId="{80B7864E-FB8A-4DB3-BCBC-BACB6ED19C8D}" srcOrd="0" destOrd="0" presId="urn:microsoft.com/office/officeart/2018/2/layout/IconVerticalSolidList"/>
    <dgm:cxn modelId="{ADCAA6D2-C585-44B3-9353-10E22AE376DF}" type="presParOf" srcId="{80B7864E-FB8A-4DB3-BCBC-BACB6ED19C8D}" destId="{B7DEA0BE-3B49-41BD-83B1-46AE94314D58}" srcOrd="0" destOrd="0" presId="urn:microsoft.com/office/officeart/2018/2/layout/IconVerticalSolidList"/>
    <dgm:cxn modelId="{28B2D51C-E302-45EA-92AF-A6C5DF500B7B}" type="presParOf" srcId="{80B7864E-FB8A-4DB3-BCBC-BACB6ED19C8D}" destId="{8A32FF59-B7D1-4ED6-80B5-36FB003F8DFA}" srcOrd="1" destOrd="0" presId="urn:microsoft.com/office/officeart/2018/2/layout/IconVerticalSolidList"/>
    <dgm:cxn modelId="{67108D3B-D257-4355-AFFD-F824FA6DA409}" type="presParOf" srcId="{80B7864E-FB8A-4DB3-BCBC-BACB6ED19C8D}" destId="{5DC46DEC-E52B-4D99-BDD3-61D4BBE74659}" srcOrd="2" destOrd="0" presId="urn:microsoft.com/office/officeart/2018/2/layout/IconVerticalSolidList"/>
    <dgm:cxn modelId="{DB69B2C8-8DF3-4FED-8763-CC2AFCB9E2E7}" type="presParOf" srcId="{80B7864E-FB8A-4DB3-BCBC-BACB6ED19C8D}" destId="{3B532F0F-599A-4D99-8905-873D57A92653}" srcOrd="3" destOrd="0" presId="urn:microsoft.com/office/officeart/2018/2/layout/IconVerticalSolidList"/>
    <dgm:cxn modelId="{D3EE5CC2-E2F5-4DAA-BF10-3CFBB007142D}" type="presParOf" srcId="{092F5E24-C852-4C98-BF2F-335FB77EF053}" destId="{39A9886C-1F98-4DA6-B61D-7A9150CEB7DA}" srcOrd="1" destOrd="0" presId="urn:microsoft.com/office/officeart/2018/2/layout/IconVerticalSolidList"/>
    <dgm:cxn modelId="{E16ADA50-E2DE-4DBF-A1BF-3456F8E8E172}" type="presParOf" srcId="{092F5E24-C852-4C98-BF2F-335FB77EF053}" destId="{4B66B018-DBAD-44AB-B963-0DF6F79B7894}" srcOrd="2" destOrd="0" presId="urn:microsoft.com/office/officeart/2018/2/layout/IconVerticalSolidList"/>
    <dgm:cxn modelId="{E666D6B2-1C67-481B-A6F2-D3FAC766B29E}" type="presParOf" srcId="{4B66B018-DBAD-44AB-B963-0DF6F79B7894}" destId="{161D7B0B-F6B4-4EA3-8027-0A43136DDC25}" srcOrd="0" destOrd="0" presId="urn:microsoft.com/office/officeart/2018/2/layout/IconVerticalSolidList"/>
    <dgm:cxn modelId="{BB10AADE-304D-4B4E-A912-675EF10BF93A}" type="presParOf" srcId="{4B66B018-DBAD-44AB-B963-0DF6F79B7894}" destId="{8CFB94A7-F639-4180-8ED7-8209C32FCA71}" srcOrd="1" destOrd="0" presId="urn:microsoft.com/office/officeart/2018/2/layout/IconVerticalSolidList"/>
    <dgm:cxn modelId="{326763C6-1673-44DA-AD78-E0608120EFF6}" type="presParOf" srcId="{4B66B018-DBAD-44AB-B963-0DF6F79B7894}" destId="{8AC3339B-06CF-4770-97E9-CB4FC1D5C865}" srcOrd="2" destOrd="0" presId="urn:microsoft.com/office/officeart/2018/2/layout/IconVerticalSolidList"/>
    <dgm:cxn modelId="{76D129B5-B633-4FF1-87BC-112EAB17C101}" type="presParOf" srcId="{4B66B018-DBAD-44AB-B963-0DF6F79B7894}" destId="{DDA68379-FA6E-4205-9B23-0B4E651CABC0}" srcOrd="3" destOrd="0" presId="urn:microsoft.com/office/officeart/2018/2/layout/IconVerticalSolidList"/>
    <dgm:cxn modelId="{610AC40A-3769-42CC-8C77-EC910BA20284}" type="presParOf" srcId="{092F5E24-C852-4C98-BF2F-335FB77EF053}" destId="{69C47CCC-5B14-425E-9BE3-2FD03FC8A2E7}" srcOrd="3" destOrd="0" presId="urn:microsoft.com/office/officeart/2018/2/layout/IconVerticalSolidList"/>
    <dgm:cxn modelId="{4E6D23D1-AA92-4B36-8D00-57CF7A8DB249}" type="presParOf" srcId="{092F5E24-C852-4C98-BF2F-335FB77EF053}" destId="{1AD846D3-0384-4FEF-A3E7-998E9252DC26}" srcOrd="4" destOrd="0" presId="urn:microsoft.com/office/officeart/2018/2/layout/IconVerticalSolidList"/>
    <dgm:cxn modelId="{37DE292B-1C72-46BC-AA25-D4EC4577859B}" type="presParOf" srcId="{1AD846D3-0384-4FEF-A3E7-998E9252DC26}" destId="{65BC9ACA-5502-4DE4-9A9C-FEE0312E934E}" srcOrd="0" destOrd="0" presId="urn:microsoft.com/office/officeart/2018/2/layout/IconVerticalSolidList"/>
    <dgm:cxn modelId="{D4954443-BE40-4F4A-8A6A-96B4780D8F4A}" type="presParOf" srcId="{1AD846D3-0384-4FEF-A3E7-998E9252DC26}" destId="{9937CF18-C7F7-4ED3-9C42-82D68E0ABFDE}" srcOrd="1" destOrd="0" presId="urn:microsoft.com/office/officeart/2018/2/layout/IconVerticalSolidList"/>
    <dgm:cxn modelId="{36EE56BB-D79A-4A40-813B-A34E00EB5AE5}" type="presParOf" srcId="{1AD846D3-0384-4FEF-A3E7-998E9252DC26}" destId="{C4E202C1-AA91-4CD9-BB95-699500842C0B}" srcOrd="2" destOrd="0" presId="urn:microsoft.com/office/officeart/2018/2/layout/IconVerticalSolidList"/>
    <dgm:cxn modelId="{AC9EE112-2D07-4BCE-8F4F-E29FE2E7F35C}" type="presParOf" srcId="{1AD846D3-0384-4FEF-A3E7-998E9252DC26}" destId="{3157A0B5-C89E-4B9F-805B-324D8A5A49DE}" srcOrd="3" destOrd="0" presId="urn:microsoft.com/office/officeart/2018/2/layout/IconVerticalSolidList"/>
    <dgm:cxn modelId="{5F3437B4-81B5-442E-BB1D-A35315A91088}" type="presParOf" srcId="{092F5E24-C852-4C98-BF2F-335FB77EF053}" destId="{E0491786-40CD-4600-9E3A-C6E8E28D0C02}" srcOrd="5" destOrd="0" presId="urn:microsoft.com/office/officeart/2018/2/layout/IconVerticalSolidList"/>
    <dgm:cxn modelId="{E443A0C4-F750-4269-BBC0-CA1FA05CE1E2}" type="presParOf" srcId="{092F5E24-C852-4C98-BF2F-335FB77EF053}" destId="{6E84AD62-CAFF-4D2C-BB78-193BE64DE2F7}" srcOrd="6" destOrd="0" presId="urn:microsoft.com/office/officeart/2018/2/layout/IconVerticalSolidList"/>
    <dgm:cxn modelId="{C1A096C2-6DD2-4F60-8F6F-6DB0DD076C17}" type="presParOf" srcId="{6E84AD62-CAFF-4D2C-BB78-193BE64DE2F7}" destId="{A1704A39-4BED-4F35-852F-0D71C4BC2519}" srcOrd="0" destOrd="0" presId="urn:microsoft.com/office/officeart/2018/2/layout/IconVerticalSolidList"/>
    <dgm:cxn modelId="{252CC21F-6421-4950-9F64-94051CA0A588}" type="presParOf" srcId="{6E84AD62-CAFF-4D2C-BB78-193BE64DE2F7}" destId="{2D707B1D-DC20-43A5-835D-6AF256E37A23}" srcOrd="1" destOrd="0" presId="urn:microsoft.com/office/officeart/2018/2/layout/IconVerticalSolidList"/>
    <dgm:cxn modelId="{459536F4-DB57-43B6-A796-E611345237C1}" type="presParOf" srcId="{6E84AD62-CAFF-4D2C-BB78-193BE64DE2F7}" destId="{C3B9C97B-24FA-4CEC-BA7C-9516C159F6D6}" srcOrd="2" destOrd="0" presId="urn:microsoft.com/office/officeart/2018/2/layout/IconVerticalSolidList"/>
    <dgm:cxn modelId="{F49C7274-0C45-4496-9005-B5863B5704C3}" type="presParOf" srcId="{6E84AD62-CAFF-4D2C-BB78-193BE64DE2F7}" destId="{E690C6B0-4465-4FF4-A070-5B9742542BC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29A57F0-9898-4328-B5B9-C92DB7A8AB29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D64D4F-1613-41D4-A808-4371762BBFD0}">
      <dgm:prSet custT="1"/>
      <dgm:spPr/>
      <dgm:t>
        <a:bodyPr/>
        <a:lstStyle/>
        <a:p>
          <a:r>
            <a:rPr lang="en-GB" sz="3200" b="1" dirty="0">
              <a:solidFill>
                <a:schemeClr val="accent1"/>
              </a:solidFill>
            </a:rPr>
            <a:t>User Story 1</a:t>
          </a:r>
          <a:endParaRPr lang="en-US" sz="3200" dirty="0">
            <a:solidFill>
              <a:schemeClr val="accent1"/>
            </a:solidFill>
          </a:endParaRPr>
        </a:p>
      </dgm:t>
    </dgm:pt>
    <dgm:pt modelId="{4B02BED9-A3BC-4D09-864C-91E85529784B}" type="parTrans" cxnId="{A11069C8-185F-4B59-99F2-5E3158C64DC5}">
      <dgm:prSet/>
      <dgm:spPr/>
      <dgm:t>
        <a:bodyPr/>
        <a:lstStyle/>
        <a:p>
          <a:endParaRPr lang="en-US"/>
        </a:p>
      </dgm:t>
    </dgm:pt>
    <dgm:pt modelId="{EB7E26AB-A72E-4B5B-A602-094876A86204}" type="sibTrans" cxnId="{A11069C8-185F-4B59-99F2-5E3158C64DC5}">
      <dgm:prSet/>
      <dgm:spPr/>
      <dgm:t>
        <a:bodyPr/>
        <a:lstStyle/>
        <a:p>
          <a:endParaRPr lang="en-US"/>
        </a:p>
      </dgm:t>
    </dgm:pt>
    <dgm:pt modelId="{B3C02091-F390-460C-B609-0CFBC3F5148F}">
      <dgm:prSet custT="1"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r>
            <a:rPr lang="en-GB" sz="2400" b="1" dirty="0">
              <a:solidFill>
                <a:srgbClr val="C00000"/>
              </a:solidFill>
            </a:rPr>
            <a:t>As a</a:t>
          </a:r>
          <a:r>
            <a:rPr lang="en-GB" sz="2400" dirty="0"/>
            <a:t> </a:t>
          </a:r>
          <a:r>
            <a:rPr lang="en-GB" sz="2400" b="1" dirty="0"/>
            <a:t>subscriber</a:t>
          </a:r>
          <a:endParaRPr lang="en-US" sz="2400" dirty="0"/>
        </a:p>
      </dgm:t>
    </dgm:pt>
    <dgm:pt modelId="{B8619506-E863-4E0C-BAD1-69204A69B31B}" type="parTrans" cxnId="{DC169A91-D4A1-4F3F-A0D4-C70DDD0B0260}">
      <dgm:prSet/>
      <dgm:spPr/>
      <dgm:t>
        <a:bodyPr/>
        <a:lstStyle/>
        <a:p>
          <a:endParaRPr lang="en-US"/>
        </a:p>
      </dgm:t>
    </dgm:pt>
    <dgm:pt modelId="{1A7C7574-0B6E-4AAE-AAB7-8A9179A3CDCD}" type="sibTrans" cxnId="{DC169A91-D4A1-4F3F-A0D4-C70DDD0B0260}">
      <dgm:prSet/>
      <dgm:spPr/>
      <dgm:t>
        <a:bodyPr/>
        <a:lstStyle/>
        <a:p>
          <a:endParaRPr lang="en-US"/>
        </a:p>
      </dgm:t>
    </dgm:pt>
    <dgm:pt modelId="{75AC7FA1-0C07-4E32-84E0-2A2DF5DA9D8F}">
      <dgm:prSet custT="1"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r>
            <a:rPr lang="en-GB" sz="2400" b="1" dirty="0">
              <a:solidFill>
                <a:srgbClr val="C00000"/>
              </a:solidFill>
            </a:rPr>
            <a:t>I want to</a:t>
          </a:r>
          <a:r>
            <a:rPr lang="en-GB" sz="2400" dirty="0"/>
            <a:t> </a:t>
          </a:r>
          <a:r>
            <a:rPr lang="en-GB" sz="2400" b="1" dirty="0"/>
            <a:t>be able to create an account on my technical website</a:t>
          </a:r>
          <a:endParaRPr lang="en-US" sz="2400" dirty="0"/>
        </a:p>
      </dgm:t>
    </dgm:pt>
    <dgm:pt modelId="{7C8314EE-7AFB-4F2E-A919-04980E754AEF}" type="parTrans" cxnId="{DA097958-F99B-4E25-96E5-75D865B0EB81}">
      <dgm:prSet/>
      <dgm:spPr/>
      <dgm:t>
        <a:bodyPr/>
        <a:lstStyle/>
        <a:p>
          <a:endParaRPr lang="en-US"/>
        </a:p>
      </dgm:t>
    </dgm:pt>
    <dgm:pt modelId="{DF659C55-A665-4257-A8F2-7A335FDC4A2F}" type="sibTrans" cxnId="{DA097958-F99B-4E25-96E5-75D865B0EB81}">
      <dgm:prSet/>
      <dgm:spPr/>
      <dgm:t>
        <a:bodyPr/>
        <a:lstStyle/>
        <a:p>
          <a:endParaRPr lang="en-US"/>
        </a:p>
      </dgm:t>
    </dgm:pt>
    <dgm:pt modelId="{F43D7F90-D7D5-4E5A-9389-5228FDE4B6A7}">
      <dgm:prSet custT="1"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r>
            <a:rPr lang="en-GB" sz="2400" b="1" dirty="0">
              <a:solidFill>
                <a:srgbClr val="C00000"/>
              </a:solidFill>
            </a:rPr>
            <a:t>So that</a:t>
          </a:r>
          <a:r>
            <a:rPr lang="en-GB" sz="2400" dirty="0"/>
            <a:t> </a:t>
          </a:r>
          <a:r>
            <a:rPr lang="en-GB" sz="2400" b="1" dirty="0"/>
            <a:t>I can learn the best technical indicators to help me improve my trading.</a:t>
          </a:r>
          <a:endParaRPr lang="en-US" sz="2900" dirty="0"/>
        </a:p>
      </dgm:t>
    </dgm:pt>
    <dgm:pt modelId="{6E1828F7-6CAB-4D1F-97AC-31D65CF70F51}" type="parTrans" cxnId="{22F1A9D1-B5EC-4A07-8048-9D03D649D07E}">
      <dgm:prSet/>
      <dgm:spPr/>
      <dgm:t>
        <a:bodyPr/>
        <a:lstStyle/>
        <a:p>
          <a:endParaRPr lang="en-US"/>
        </a:p>
      </dgm:t>
    </dgm:pt>
    <dgm:pt modelId="{C443FE13-7D1F-4A16-BE65-92FB79569DE0}" type="sibTrans" cxnId="{22F1A9D1-B5EC-4A07-8048-9D03D649D07E}">
      <dgm:prSet/>
      <dgm:spPr/>
      <dgm:t>
        <a:bodyPr/>
        <a:lstStyle/>
        <a:p>
          <a:endParaRPr lang="en-US"/>
        </a:p>
      </dgm:t>
    </dgm:pt>
    <dgm:pt modelId="{3EB86F45-195D-43F2-A181-80D7A3B7B7F7}">
      <dgm:prSet custT="1"/>
      <dgm:spPr/>
      <dgm:t>
        <a:bodyPr/>
        <a:lstStyle/>
        <a:p>
          <a:r>
            <a:rPr lang="en-GB" sz="2000" dirty="0"/>
            <a:t>This user story requires further criteria so that a developer can start work</a:t>
          </a:r>
          <a:endParaRPr lang="en-US" sz="2000" dirty="0"/>
        </a:p>
      </dgm:t>
    </dgm:pt>
    <dgm:pt modelId="{144D5666-DFB7-4A85-9767-75ACDAC00F60}" type="parTrans" cxnId="{90CB6CDE-72C7-4129-833D-6F5D880CC464}">
      <dgm:prSet/>
      <dgm:spPr/>
      <dgm:t>
        <a:bodyPr/>
        <a:lstStyle/>
        <a:p>
          <a:endParaRPr lang="en-US"/>
        </a:p>
      </dgm:t>
    </dgm:pt>
    <dgm:pt modelId="{F31B3FD4-0A6D-4496-8005-EB8B0D1F9931}" type="sibTrans" cxnId="{90CB6CDE-72C7-4129-833D-6F5D880CC464}">
      <dgm:prSet/>
      <dgm:spPr/>
      <dgm:t>
        <a:bodyPr/>
        <a:lstStyle/>
        <a:p>
          <a:endParaRPr lang="en-US"/>
        </a:p>
      </dgm:t>
    </dgm:pt>
    <dgm:pt modelId="{8FD054B4-06D2-4341-865C-D00FFFA67C13}" type="pres">
      <dgm:prSet presAssocID="{929A57F0-9898-4328-B5B9-C92DB7A8AB29}" presName="vert0" presStyleCnt="0">
        <dgm:presLayoutVars>
          <dgm:dir/>
          <dgm:animOne val="branch"/>
          <dgm:animLvl val="lvl"/>
        </dgm:presLayoutVars>
      </dgm:prSet>
      <dgm:spPr/>
    </dgm:pt>
    <dgm:pt modelId="{EA9F3C0C-3A71-44F5-A5E6-3C834BAF8CE9}" type="pres">
      <dgm:prSet presAssocID="{A9D64D4F-1613-41D4-A808-4371762BBFD0}" presName="thickLine" presStyleLbl="alignNode1" presStyleIdx="0" presStyleCnt="5"/>
      <dgm:spPr/>
    </dgm:pt>
    <dgm:pt modelId="{F7EC9D38-B9CC-4C5A-B55C-9AB99D56970D}" type="pres">
      <dgm:prSet presAssocID="{A9D64D4F-1613-41D4-A808-4371762BBFD0}" presName="horz1" presStyleCnt="0"/>
      <dgm:spPr/>
    </dgm:pt>
    <dgm:pt modelId="{06CF6BA0-007D-4684-B46C-A4CF817979BC}" type="pres">
      <dgm:prSet presAssocID="{A9D64D4F-1613-41D4-A808-4371762BBFD0}" presName="tx1" presStyleLbl="revTx" presStyleIdx="0" presStyleCnt="5"/>
      <dgm:spPr/>
    </dgm:pt>
    <dgm:pt modelId="{0916870F-8DE9-42AF-9FF4-F73CEA863B17}" type="pres">
      <dgm:prSet presAssocID="{A9D64D4F-1613-41D4-A808-4371762BBFD0}" presName="vert1" presStyleCnt="0"/>
      <dgm:spPr/>
    </dgm:pt>
    <dgm:pt modelId="{36551C47-38A4-450D-A517-B7CABB32064F}" type="pres">
      <dgm:prSet presAssocID="{B3C02091-F390-460C-B609-0CFBC3F5148F}" presName="thickLine" presStyleLbl="alignNode1" presStyleIdx="1" presStyleCnt="5"/>
      <dgm:spPr/>
    </dgm:pt>
    <dgm:pt modelId="{15B3E2E4-3656-4015-A07C-6D8535A7A672}" type="pres">
      <dgm:prSet presAssocID="{B3C02091-F390-460C-B609-0CFBC3F5148F}" presName="horz1" presStyleCnt="0"/>
      <dgm:spPr/>
    </dgm:pt>
    <dgm:pt modelId="{9A707A22-296E-4992-AE96-FFE78EC6EF96}" type="pres">
      <dgm:prSet presAssocID="{B3C02091-F390-460C-B609-0CFBC3F5148F}" presName="tx1" presStyleLbl="revTx" presStyleIdx="1" presStyleCnt="5" custScaleY="65301"/>
      <dgm:spPr/>
    </dgm:pt>
    <dgm:pt modelId="{EC7D0657-5C66-4A70-9807-DCB4D966EB6B}" type="pres">
      <dgm:prSet presAssocID="{B3C02091-F390-460C-B609-0CFBC3F5148F}" presName="vert1" presStyleCnt="0"/>
      <dgm:spPr/>
    </dgm:pt>
    <dgm:pt modelId="{C7D7251F-A46F-4FF8-BAB3-636172272447}" type="pres">
      <dgm:prSet presAssocID="{75AC7FA1-0C07-4E32-84E0-2A2DF5DA9D8F}" presName="thickLine" presStyleLbl="alignNode1" presStyleIdx="2" presStyleCnt="5"/>
      <dgm:spPr/>
    </dgm:pt>
    <dgm:pt modelId="{489C7065-6C31-4FDD-BA12-E35427283839}" type="pres">
      <dgm:prSet presAssocID="{75AC7FA1-0C07-4E32-84E0-2A2DF5DA9D8F}" presName="horz1" presStyleCnt="0"/>
      <dgm:spPr/>
    </dgm:pt>
    <dgm:pt modelId="{224A06CB-EEC0-403D-B821-5EF262504F7F}" type="pres">
      <dgm:prSet presAssocID="{75AC7FA1-0C07-4E32-84E0-2A2DF5DA9D8F}" presName="tx1" presStyleLbl="revTx" presStyleIdx="2" presStyleCnt="5"/>
      <dgm:spPr/>
    </dgm:pt>
    <dgm:pt modelId="{2B669B52-4C00-41C9-85F5-E742ED6E2BA2}" type="pres">
      <dgm:prSet presAssocID="{75AC7FA1-0C07-4E32-84E0-2A2DF5DA9D8F}" presName="vert1" presStyleCnt="0"/>
      <dgm:spPr/>
    </dgm:pt>
    <dgm:pt modelId="{DAC6E290-0260-46E5-B23E-7BC6DF0748EA}" type="pres">
      <dgm:prSet presAssocID="{F43D7F90-D7D5-4E5A-9389-5228FDE4B6A7}" presName="thickLine" presStyleLbl="alignNode1" presStyleIdx="3" presStyleCnt="5"/>
      <dgm:spPr/>
    </dgm:pt>
    <dgm:pt modelId="{A86AC6E2-1BB0-46CD-9A97-1F5EE56A0A0D}" type="pres">
      <dgm:prSet presAssocID="{F43D7F90-D7D5-4E5A-9389-5228FDE4B6A7}" presName="horz1" presStyleCnt="0"/>
      <dgm:spPr/>
    </dgm:pt>
    <dgm:pt modelId="{63275C48-028C-405D-98C3-EF824E3091D9}" type="pres">
      <dgm:prSet presAssocID="{F43D7F90-D7D5-4E5A-9389-5228FDE4B6A7}" presName="tx1" presStyleLbl="revTx" presStyleIdx="3" presStyleCnt="5"/>
      <dgm:spPr/>
    </dgm:pt>
    <dgm:pt modelId="{902F47CA-2C48-45CD-8384-FB478514B08A}" type="pres">
      <dgm:prSet presAssocID="{F43D7F90-D7D5-4E5A-9389-5228FDE4B6A7}" presName="vert1" presStyleCnt="0"/>
      <dgm:spPr/>
    </dgm:pt>
    <dgm:pt modelId="{4385264E-53F2-414A-9099-47A18DB3C585}" type="pres">
      <dgm:prSet presAssocID="{3EB86F45-195D-43F2-A181-80D7A3B7B7F7}" presName="thickLine" presStyleLbl="alignNode1" presStyleIdx="4" presStyleCnt="5"/>
      <dgm:spPr/>
    </dgm:pt>
    <dgm:pt modelId="{77835E7C-E9C8-4B3B-AA85-4A0FA3668D09}" type="pres">
      <dgm:prSet presAssocID="{3EB86F45-195D-43F2-A181-80D7A3B7B7F7}" presName="horz1" presStyleCnt="0"/>
      <dgm:spPr/>
    </dgm:pt>
    <dgm:pt modelId="{88DDAE5F-6892-4E13-A1C9-A13CBB5A9883}" type="pres">
      <dgm:prSet presAssocID="{3EB86F45-195D-43F2-A181-80D7A3B7B7F7}" presName="tx1" presStyleLbl="revTx" presStyleIdx="4" presStyleCnt="5"/>
      <dgm:spPr/>
    </dgm:pt>
    <dgm:pt modelId="{453C9F10-25A6-411A-BF33-82C17EEF269C}" type="pres">
      <dgm:prSet presAssocID="{3EB86F45-195D-43F2-A181-80D7A3B7B7F7}" presName="vert1" presStyleCnt="0"/>
      <dgm:spPr/>
    </dgm:pt>
  </dgm:ptLst>
  <dgm:cxnLst>
    <dgm:cxn modelId="{6A91000A-CDC4-4441-8E01-21DBAEED927D}" type="presOf" srcId="{F43D7F90-D7D5-4E5A-9389-5228FDE4B6A7}" destId="{63275C48-028C-405D-98C3-EF824E3091D9}" srcOrd="0" destOrd="0" presId="urn:microsoft.com/office/officeart/2008/layout/LinedList"/>
    <dgm:cxn modelId="{7DDF143C-B75F-4F63-9399-CF442DAA5965}" type="presOf" srcId="{A9D64D4F-1613-41D4-A808-4371762BBFD0}" destId="{06CF6BA0-007D-4684-B46C-A4CF817979BC}" srcOrd="0" destOrd="0" presId="urn:microsoft.com/office/officeart/2008/layout/LinedList"/>
    <dgm:cxn modelId="{A69C7C3E-D1B2-47EF-AABD-7E509B90ECFF}" type="presOf" srcId="{3EB86F45-195D-43F2-A181-80D7A3B7B7F7}" destId="{88DDAE5F-6892-4E13-A1C9-A13CBB5A9883}" srcOrd="0" destOrd="0" presId="urn:microsoft.com/office/officeart/2008/layout/LinedList"/>
    <dgm:cxn modelId="{DA097958-F99B-4E25-96E5-75D865B0EB81}" srcId="{929A57F0-9898-4328-B5B9-C92DB7A8AB29}" destId="{75AC7FA1-0C07-4E32-84E0-2A2DF5DA9D8F}" srcOrd="2" destOrd="0" parTransId="{7C8314EE-7AFB-4F2E-A919-04980E754AEF}" sibTransId="{DF659C55-A665-4257-A8F2-7A335FDC4A2F}"/>
    <dgm:cxn modelId="{DC169A91-D4A1-4F3F-A0D4-C70DDD0B0260}" srcId="{929A57F0-9898-4328-B5B9-C92DB7A8AB29}" destId="{B3C02091-F390-460C-B609-0CFBC3F5148F}" srcOrd="1" destOrd="0" parTransId="{B8619506-E863-4E0C-BAD1-69204A69B31B}" sibTransId="{1A7C7574-0B6E-4AAE-AAB7-8A9179A3CDCD}"/>
    <dgm:cxn modelId="{A11069C8-185F-4B59-99F2-5E3158C64DC5}" srcId="{929A57F0-9898-4328-B5B9-C92DB7A8AB29}" destId="{A9D64D4F-1613-41D4-A808-4371762BBFD0}" srcOrd="0" destOrd="0" parTransId="{4B02BED9-A3BC-4D09-864C-91E85529784B}" sibTransId="{EB7E26AB-A72E-4B5B-A602-094876A86204}"/>
    <dgm:cxn modelId="{22F1A9D1-B5EC-4A07-8048-9D03D649D07E}" srcId="{929A57F0-9898-4328-B5B9-C92DB7A8AB29}" destId="{F43D7F90-D7D5-4E5A-9389-5228FDE4B6A7}" srcOrd="3" destOrd="0" parTransId="{6E1828F7-6CAB-4D1F-97AC-31D65CF70F51}" sibTransId="{C443FE13-7D1F-4A16-BE65-92FB79569DE0}"/>
    <dgm:cxn modelId="{B102CCD4-B4C4-4916-BAC4-08BF196F6D23}" type="presOf" srcId="{929A57F0-9898-4328-B5B9-C92DB7A8AB29}" destId="{8FD054B4-06D2-4341-865C-D00FFFA67C13}" srcOrd="0" destOrd="0" presId="urn:microsoft.com/office/officeart/2008/layout/LinedList"/>
    <dgm:cxn modelId="{90CB6CDE-72C7-4129-833D-6F5D880CC464}" srcId="{929A57F0-9898-4328-B5B9-C92DB7A8AB29}" destId="{3EB86F45-195D-43F2-A181-80D7A3B7B7F7}" srcOrd="4" destOrd="0" parTransId="{144D5666-DFB7-4A85-9767-75ACDAC00F60}" sibTransId="{F31B3FD4-0A6D-4496-8005-EB8B0D1F9931}"/>
    <dgm:cxn modelId="{DCE6C1FA-D562-4173-BA98-B69731FE27B9}" type="presOf" srcId="{75AC7FA1-0C07-4E32-84E0-2A2DF5DA9D8F}" destId="{224A06CB-EEC0-403D-B821-5EF262504F7F}" srcOrd="0" destOrd="0" presId="urn:microsoft.com/office/officeart/2008/layout/LinedList"/>
    <dgm:cxn modelId="{DFB81CFD-48B7-49F8-B2D2-3E3B77D0C963}" type="presOf" srcId="{B3C02091-F390-460C-B609-0CFBC3F5148F}" destId="{9A707A22-296E-4992-AE96-FFE78EC6EF96}" srcOrd="0" destOrd="0" presId="urn:microsoft.com/office/officeart/2008/layout/LinedList"/>
    <dgm:cxn modelId="{FA49E179-0902-4209-B778-6B2B8732E90B}" type="presParOf" srcId="{8FD054B4-06D2-4341-865C-D00FFFA67C13}" destId="{EA9F3C0C-3A71-44F5-A5E6-3C834BAF8CE9}" srcOrd="0" destOrd="0" presId="urn:microsoft.com/office/officeart/2008/layout/LinedList"/>
    <dgm:cxn modelId="{930E47BD-77F5-4292-80A6-86A2C4A2831C}" type="presParOf" srcId="{8FD054B4-06D2-4341-865C-D00FFFA67C13}" destId="{F7EC9D38-B9CC-4C5A-B55C-9AB99D56970D}" srcOrd="1" destOrd="0" presId="urn:microsoft.com/office/officeart/2008/layout/LinedList"/>
    <dgm:cxn modelId="{3F155783-5187-4AF5-94E2-83CF32E1E5E7}" type="presParOf" srcId="{F7EC9D38-B9CC-4C5A-B55C-9AB99D56970D}" destId="{06CF6BA0-007D-4684-B46C-A4CF817979BC}" srcOrd="0" destOrd="0" presId="urn:microsoft.com/office/officeart/2008/layout/LinedList"/>
    <dgm:cxn modelId="{7BF3070C-89F1-4C2B-9E80-61D03ECB36F4}" type="presParOf" srcId="{F7EC9D38-B9CC-4C5A-B55C-9AB99D56970D}" destId="{0916870F-8DE9-42AF-9FF4-F73CEA863B17}" srcOrd="1" destOrd="0" presId="urn:microsoft.com/office/officeart/2008/layout/LinedList"/>
    <dgm:cxn modelId="{7DA1E0F6-65E0-45F7-8F81-C46BDAC61397}" type="presParOf" srcId="{8FD054B4-06D2-4341-865C-D00FFFA67C13}" destId="{36551C47-38A4-450D-A517-B7CABB32064F}" srcOrd="2" destOrd="0" presId="urn:microsoft.com/office/officeart/2008/layout/LinedList"/>
    <dgm:cxn modelId="{529592B5-837B-464D-87EA-E071F9B811B2}" type="presParOf" srcId="{8FD054B4-06D2-4341-865C-D00FFFA67C13}" destId="{15B3E2E4-3656-4015-A07C-6D8535A7A672}" srcOrd="3" destOrd="0" presId="urn:microsoft.com/office/officeart/2008/layout/LinedList"/>
    <dgm:cxn modelId="{F19D1EAA-08D3-4515-847F-861A8D1A89EC}" type="presParOf" srcId="{15B3E2E4-3656-4015-A07C-6D8535A7A672}" destId="{9A707A22-296E-4992-AE96-FFE78EC6EF96}" srcOrd="0" destOrd="0" presId="urn:microsoft.com/office/officeart/2008/layout/LinedList"/>
    <dgm:cxn modelId="{C995A6FD-D0E3-4B7F-8775-E822185FAB62}" type="presParOf" srcId="{15B3E2E4-3656-4015-A07C-6D8535A7A672}" destId="{EC7D0657-5C66-4A70-9807-DCB4D966EB6B}" srcOrd="1" destOrd="0" presId="urn:microsoft.com/office/officeart/2008/layout/LinedList"/>
    <dgm:cxn modelId="{D9DA4BBC-2227-4F1F-97A4-D1F078BDCD0D}" type="presParOf" srcId="{8FD054B4-06D2-4341-865C-D00FFFA67C13}" destId="{C7D7251F-A46F-4FF8-BAB3-636172272447}" srcOrd="4" destOrd="0" presId="urn:microsoft.com/office/officeart/2008/layout/LinedList"/>
    <dgm:cxn modelId="{0C3B83E9-7432-4DBC-9E86-F2CD6548B015}" type="presParOf" srcId="{8FD054B4-06D2-4341-865C-D00FFFA67C13}" destId="{489C7065-6C31-4FDD-BA12-E35427283839}" srcOrd="5" destOrd="0" presId="urn:microsoft.com/office/officeart/2008/layout/LinedList"/>
    <dgm:cxn modelId="{3592BA65-2C9F-40C0-AB3B-3A9E59C8BEC0}" type="presParOf" srcId="{489C7065-6C31-4FDD-BA12-E35427283839}" destId="{224A06CB-EEC0-403D-B821-5EF262504F7F}" srcOrd="0" destOrd="0" presId="urn:microsoft.com/office/officeart/2008/layout/LinedList"/>
    <dgm:cxn modelId="{D5B8BAB7-38FE-4393-9770-B6D9A64F3CB9}" type="presParOf" srcId="{489C7065-6C31-4FDD-BA12-E35427283839}" destId="{2B669B52-4C00-41C9-85F5-E742ED6E2BA2}" srcOrd="1" destOrd="0" presId="urn:microsoft.com/office/officeart/2008/layout/LinedList"/>
    <dgm:cxn modelId="{88CD29AF-AEE2-4362-BFB3-985CEA855FD6}" type="presParOf" srcId="{8FD054B4-06D2-4341-865C-D00FFFA67C13}" destId="{DAC6E290-0260-46E5-B23E-7BC6DF0748EA}" srcOrd="6" destOrd="0" presId="urn:microsoft.com/office/officeart/2008/layout/LinedList"/>
    <dgm:cxn modelId="{88868EC9-633E-4ED4-8A26-2E786D11D857}" type="presParOf" srcId="{8FD054B4-06D2-4341-865C-D00FFFA67C13}" destId="{A86AC6E2-1BB0-46CD-9A97-1F5EE56A0A0D}" srcOrd="7" destOrd="0" presId="urn:microsoft.com/office/officeart/2008/layout/LinedList"/>
    <dgm:cxn modelId="{A915252B-FC09-47A9-B614-4548921E3A1D}" type="presParOf" srcId="{A86AC6E2-1BB0-46CD-9A97-1F5EE56A0A0D}" destId="{63275C48-028C-405D-98C3-EF824E3091D9}" srcOrd="0" destOrd="0" presId="urn:microsoft.com/office/officeart/2008/layout/LinedList"/>
    <dgm:cxn modelId="{736CF1C5-2740-4A88-BB4B-90F3D9EC95D8}" type="presParOf" srcId="{A86AC6E2-1BB0-46CD-9A97-1F5EE56A0A0D}" destId="{902F47CA-2C48-45CD-8384-FB478514B08A}" srcOrd="1" destOrd="0" presId="urn:microsoft.com/office/officeart/2008/layout/LinedList"/>
    <dgm:cxn modelId="{D6CD7861-CB78-44CD-95F5-7315DE8509CF}" type="presParOf" srcId="{8FD054B4-06D2-4341-865C-D00FFFA67C13}" destId="{4385264E-53F2-414A-9099-47A18DB3C585}" srcOrd="8" destOrd="0" presId="urn:microsoft.com/office/officeart/2008/layout/LinedList"/>
    <dgm:cxn modelId="{671298F6-2355-4432-8D50-AAEB44BA0616}" type="presParOf" srcId="{8FD054B4-06D2-4341-865C-D00FFFA67C13}" destId="{77835E7C-E9C8-4B3B-AA85-4A0FA3668D09}" srcOrd="9" destOrd="0" presId="urn:microsoft.com/office/officeart/2008/layout/LinedList"/>
    <dgm:cxn modelId="{6C8C46E0-9CB4-4779-B91B-866237C6981D}" type="presParOf" srcId="{77835E7C-E9C8-4B3B-AA85-4A0FA3668D09}" destId="{88DDAE5F-6892-4E13-A1C9-A13CBB5A9883}" srcOrd="0" destOrd="0" presId="urn:microsoft.com/office/officeart/2008/layout/LinedList"/>
    <dgm:cxn modelId="{5360D0DD-0CCC-4AA9-88BD-5F4FA26D7CD1}" type="presParOf" srcId="{77835E7C-E9C8-4B3B-AA85-4A0FA3668D09}" destId="{453C9F10-25A6-411A-BF33-82C17EEF269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C202101-9A19-4E2D-A8DB-DB68B0CD000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F0762E4-A25C-42C3-BC64-2D47E3F4C643}">
      <dgm:prSet custT="1"/>
      <dgm:spPr/>
      <dgm:t>
        <a:bodyPr/>
        <a:lstStyle/>
        <a:p>
          <a:r>
            <a:rPr lang="en-GB" sz="2000" b="1" dirty="0">
              <a:solidFill>
                <a:schemeClr val="accent1"/>
              </a:solidFill>
            </a:rPr>
            <a:t>User Story 1</a:t>
          </a:r>
          <a:endParaRPr lang="en-US" sz="2000" b="1" dirty="0">
            <a:solidFill>
              <a:schemeClr val="accent1"/>
            </a:solidFill>
          </a:endParaRPr>
        </a:p>
      </dgm:t>
    </dgm:pt>
    <dgm:pt modelId="{F08490B8-5F03-4225-995A-253DAD70D2D3}" type="parTrans" cxnId="{5625DFB3-F775-4D72-81BD-3A5B2C097B40}">
      <dgm:prSet/>
      <dgm:spPr/>
      <dgm:t>
        <a:bodyPr/>
        <a:lstStyle/>
        <a:p>
          <a:endParaRPr lang="en-US"/>
        </a:p>
      </dgm:t>
    </dgm:pt>
    <dgm:pt modelId="{36C1A955-F06B-4DA7-96B7-6AD0CF0358E6}" type="sibTrans" cxnId="{5625DFB3-F775-4D72-81BD-3A5B2C097B40}">
      <dgm:prSet/>
      <dgm:spPr/>
      <dgm:t>
        <a:bodyPr/>
        <a:lstStyle/>
        <a:p>
          <a:endParaRPr lang="en-US"/>
        </a:p>
      </dgm:t>
    </dgm:pt>
    <dgm:pt modelId="{E015132E-E4C2-47E4-8BB2-D54B13BBC9DD}">
      <dgm:prSet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r>
            <a:rPr lang="en-GB" dirty="0">
              <a:solidFill>
                <a:srgbClr val="FF0000"/>
              </a:solidFill>
            </a:rPr>
            <a:t>As a </a:t>
          </a:r>
          <a:r>
            <a:rPr lang="en-GB" b="1" dirty="0"/>
            <a:t>subscriber</a:t>
          </a:r>
          <a:endParaRPr lang="en-US" dirty="0"/>
        </a:p>
      </dgm:t>
    </dgm:pt>
    <dgm:pt modelId="{5B8FD3F1-E190-4DB6-9C0B-E0A8910EF1F7}" type="parTrans" cxnId="{BF8CEBDB-8AF7-448B-8D13-7CC98554A220}">
      <dgm:prSet/>
      <dgm:spPr/>
      <dgm:t>
        <a:bodyPr/>
        <a:lstStyle/>
        <a:p>
          <a:endParaRPr lang="en-US"/>
        </a:p>
      </dgm:t>
    </dgm:pt>
    <dgm:pt modelId="{DB8D2595-0B28-428D-870C-BDF82766D9FB}" type="sibTrans" cxnId="{BF8CEBDB-8AF7-448B-8D13-7CC98554A220}">
      <dgm:prSet/>
      <dgm:spPr/>
      <dgm:t>
        <a:bodyPr/>
        <a:lstStyle/>
        <a:p>
          <a:endParaRPr lang="en-US"/>
        </a:p>
      </dgm:t>
    </dgm:pt>
    <dgm:pt modelId="{7D1A827C-3D65-4441-AB64-073C8187F5B8}">
      <dgm:prSet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r>
            <a:rPr lang="en-GB" dirty="0">
              <a:solidFill>
                <a:srgbClr val="FF0000"/>
              </a:solidFill>
            </a:rPr>
            <a:t>I want to </a:t>
          </a:r>
          <a:r>
            <a:rPr lang="en-GB" b="1" dirty="0"/>
            <a:t>be able to create an account on </a:t>
          </a:r>
          <a:r>
            <a:rPr lang="en-GB" b="1" dirty="0" err="1"/>
            <a:t>MyTechnicals</a:t>
          </a:r>
          <a:r>
            <a:rPr lang="en-GB" b="1" dirty="0"/>
            <a:t> website</a:t>
          </a:r>
          <a:endParaRPr lang="en-US" dirty="0"/>
        </a:p>
      </dgm:t>
    </dgm:pt>
    <dgm:pt modelId="{9E9D90E1-C557-4335-84A5-6D3DBF71F1EA}" type="parTrans" cxnId="{2106E6F0-15D5-4F4C-B639-1EF742536368}">
      <dgm:prSet/>
      <dgm:spPr/>
      <dgm:t>
        <a:bodyPr/>
        <a:lstStyle/>
        <a:p>
          <a:endParaRPr lang="en-US"/>
        </a:p>
      </dgm:t>
    </dgm:pt>
    <dgm:pt modelId="{D081D2DD-B88D-4B30-91FD-4DBAA2EA3D17}" type="sibTrans" cxnId="{2106E6F0-15D5-4F4C-B639-1EF742536368}">
      <dgm:prSet/>
      <dgm:spPr/>
      <dgm:t>
        <a:bodyPr/>
        <a:lstStyle/>
        <a:p>
          <a:endParaRPr lang="en-US"/>
        </a:p>
      </dgm:t>
    </dgm:pt>
    <dgm:pt modelId="{133607BA-6E15-4EBE-9D84-7945460C573B}">
      <dgm:prSet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r>
            <a:rPr lang="en-GB" dirty="0">
              <a:solidFill>
                <a:srgbClr val="FF0000"/>
              </a:solidFill>
            </a:rPr>
            <a:t>So that </a:t>
          </a:r>
          <a:r>
            <a:rPr lang="en-GB" b="1" dirty="0"/>
            <a:t>I can learn the best technical indicators to help me improve my trading.</a:t>
          </a:r>
          <a:endParaRPr lang="en-US" dirty="0"/>
        </a:p>
      </dgm:t>
    </dgm:pt>
    <dgm:pt modelId="{68FC85C9-2575-4898-A8BD-6D53ED808F9D}" type="parTrans" cxnId="{5094DC21-274C-4670-A19E-07E48D78832C}">
      <dgm:prSet/>
      <dgm:spPr/>
      <dgm:t>
        <a:bodyPr/>
        <a:lstStyle/>
        <a:p>
          <a:endParaRPr lang="en-US"/>
        </a:p>
      </dgm:t>
    </dgm:pt>
    <dgm:pt modelId="{A2AC19BE-3F99-4518-AB6B-AF40C2915625}" type="sibTrans" cxnId="{5094DC21-274C-4670-A19E-07E48D78832C}">
      <dgm:prSet/>
      <dgm:spPr/>
      <dgm:t>
        <a:bodyPr/>
        <a:lstStyle/>
        <a:p>
          <a:endParaRPr lang="en-US"/>
        </a:p>
      </dgm:t>
    </dgm:pt>
    <dgm:pt modelId="{269358EF-D2DF-4309-ABE9-C72275D05054}">
      <dgm:prSet custT="1"/>
      <dgm:spPr/>
      <dgm:t>
        <a:bodyPr/>
        <a:lstStyle/>
        <a:p>
          <a:r>
            <a:rPr lang="en-GB" sz="1800" b="1" dirty="0">
              <a:solidFill>
                <a:srgbClr val="C00000"/>
              </a:solidFill>
            </a:rPr>
            <a:t>Acceptance Criteria</a:t>
          </a:r>
          <a:endParaRPr lang="en-US" sz="1800" dirty="0">
            <a:solidFill>
              <a:srgbClr val="C00000"/>
            </a:solidFill>
          </a:endParaRPr>
        </a:p>
      </dgm:t>
    </dgm:pt>
    <dgm:pt modelId="{618CDE4A-B25D-472C-8C3A-B1E4DDF907F1}" type="parTrans" cxnId="{38F3CFF7-E7AD-40CA-A9C9-DC500F359E5A}">
      <dgm:prSet/>
      <dgm:spPr/>
      <dgm:t>
        <a:bodyPr/>
        <a:lstStyle/>
        <a:p>
          <a:endParaRPr lang="en-US"/>
        </a:p>
      </dgm:t>
    </dgm:pt>
    <dgm:pt modelId="{92D1D066-D292-42E6-8323-A3C841BAB445}" type="sibTrans" cxnId="{38F3CFF7-E7AD-40CA-A9C9-DC500F359E5A}">
      <dgm:prSet/>
      <dgm:spPr/>
      <dgm:t>
        <a:bodyPr/>
        <a:lstStyle/>
        <a:p>
          <a:endParaRPr lang="en-US"/>
        </a:p>
      </dgm:t>
    </dgm:pt>
    <dgm:pt modelId="{22C3326D-E44D-49C7-BB70-304E2BE8B554}">
      <dgm:prSet/>
      <dgm:spPr/>
      <dgm:t>
        <a:bodyPr/>
        <a:lstStyle/>
        <a:p>
          <a:r>
            <a:rPr lang="en-GB" dirty="0"/>
            <a:t>1. </a:t>
          </a:r>
          <a:r>
            <a:rPr lang="en-GB" b="1" dirty="0"/>
            <a:t>Able to create an account manually (filling out the sign-up form)</a:t>
          </a:r>
          <a:endParaRPr lang="en-US" b="1" dirty="0"/>
        </a:p>
      </dgm:t>
    </dgm:pt>
    <dgm:pt modelId="{40A7F8A0-D1CD-4270-A74F-3A9816E7E14D}" type="parTrans" cxnId="{BB17D6C2-C76C-4C4C-B947-5CBD46D18DE6}">
      <dgm:prSet/>
      <dgm:spPr/>
      <dgm:t>
        <a:bodyPr/>
        <a:lstStyle/>
        <a:p>
          <a:endParaRPr lang="en-US"/>
        </a:p>
      </dgm:t>
    </dgm:pt>
    <dgm:pt modelId="{C94B4C6B-4943-4460-9643-519E4CFB6D4C}" type="sibTrans" cxnId="{BB17D6C2-C76C-4C4C-B947-5CBD46D18DE6}">
      <dgm:prSet/>
      <dgm:spPr/>
      <dgm:t>
        <a:bodyPr/>
        <a:lstStyle/>
        <a:p>
          <a:endParaRPr lang="en-US"/>
        </a:p>
      </dgm:t>
    </dgm:pt>
    <dgm:pt modelId="{81FA2925-30FB-4188-8372-74BF599BCA96}">
      <dgm:prSet/>
      <dgm:spPr/>
      <dgm:t>
        <a:bodyPr/>
        <a:lstStyle/>
        <a:p>
          <a:r>
            <a:rPr lang="en-GB" dirty="0"/>
            <a:t>2. </a:t>
          </a:r>
          <a:r>
            <a:rPr lang="en-GB" b="1" dirty="0"/>
            <a:t>Able to create an account via Facebook</a:t>
          </a:r>
          <a:endParaRPr lang="en-US" b="1" dirty="0"/>
        </a:p>
      </dgm:t>
    </dgm:pt>
    <dgm:pt modelId="{456CA90E-112A-4C1B-AB4E-CB59E2DD2C60}" type="parTrans" cxnId="{C0D71333-AF29-4384-A7BC-CBFAF031AB66}">
      <dgm:prSet/>
      <dgm:spPr/>
      <dgm:t>
        <a:bodyPr/>
        <a:lstStyle/>
        <a:p>
          <a:endParaRPr lang="en-US"/>
        </a:p>
      </dgm:t>
    </dgm:pt>
    <dgm:pt modelId="{F460D740-E0C7-438B-BAF1-E933D2237147}" type="sibTrans" cxnId="{C0D71333-AF29-4384-A7BC-CBFAF031AB66}">
      <dgm:prSet/>
      <dgm:spPr/>
      <dgm:t>
        <a:bodyPr/>
        <a:lstStyle/>
        <a:p>
          <a:endParaRPr lang="en-US"/>
        </a:p>
      </dgm:t>
    </dgm:pt>
    <dgm:pt modelId="{0D4A2103-30BD-40D8-8408-383ABD6AFE95}">
      <dgm:prSet/>
      <dgm:spPr/>
      <dgm:t>
        <a:bodyPr/>
        <a:lstStyle/>
        <a:p>
          <a:r>
            <a:rPr lang="en-GB" dirty="0"/>
            <a:t>3. </a:t>
          </a:r>
          <a:r>
            <a:rPr lang="en-GB" b="1" dirty="0"/>
            <a:t>Able to create an account via Google</a:t>
          </a:r>
          <a:endParaRPr lang="en-US" b="1" dirty="0"/>
        </a:p>
      </dgm:t>
    </dgm:pt>
    <dgm:pt modelId="{32E801E6-72BF-4A69-9CBA-09942A652F71}" type="parTrans" cxnId="{09157463-EC52-4AA1-BA1D-74A569A0F9A4}">
      <dgm:prSet/>
      <dgm:spPr/>
      <dgm:t>
        <a:bodyPr/>
        <a:lstStyle/>
        <a:p>
          <a:endParaRPr lang="en-US"/>
        </a:p>
      </dgm:t>
    </dgm:pt>
    <dgm:pt modelId="{5D1BA814-02CA-4DBD-92DB-718F0C3246E7}" type="sibTrans" cxnId="{09157463-EC52-4AA1-BA1D-74A569A0F9A4}">
      <dgm:prSet/>
      <dgm:spPr/>
      <dgm:t>
        <a:bodyPr/>
        <a:lstStyle/>
        <a:p>
          <a:endParaRPr lang="en-US"/>
        </a:p>
      </dgm:t>
    </dgm:pt>
    <dgm:pt modelId="{92FA1AF3-1112-47C3-9914-17B5821BCE9E}">
      <dgm:prSet/>
      <dgm:spPr/>
      <dgm:t>
        <a:bodyPr/>
        <a:lstStyle/>
        <a:p>
          <a:r>
            <a:rPr lang="en-GB" dirty="0"/>
            <a:t>4. </a:t>
          </a:r>
          <a:r>
            <a:rPr lang="en-GB" b="1" dirty="0"/>
            <a:t>Able to create an account via LinkedIn</a:t>
          </a:r>
          <a:endParaRPr lang="en-US" b="1" dirty="0"/>
        </a:p>
      </dgm:t>
    </dgm:pt>
    <dgm:pt modelId="{4AE90CC4-A888-4E72-9ED0-259EEC11BD63}" type="parTrans" cxnId="{8A3D33D2-F6A4-4A4C-8E6D-51B323FE85E6}">
      <dgm:prSet/>
      <dgm:spPr/>
      <dgm:t>
        <a:bodyPr/>
        <a:lstStyle/>
        <a:p>
          <a:endParaRPr lang="en-US"/>
        </a:p>
      </dgm:t>
    </dgm:pt>
    <dgm:pt modelId="{A81D5342-AA2C-48E4-BEFB-CFBCA8E6C9A8}" type="sibTrans" cxnId="{8A3D33D2-F6A4-4A4C-8E6D-51B323FE85E6}">
      <dgm:prSet/>
      <dgm:spPr/>
      <dgm:t>
        <a:bodyPr/>
        <a:lstStyle/>
        <a:p>
          <a:endParaRPr lang="en-US"/>
        </a:p>
      </dgm:t>
    </dgm:pt>
    <dgm:pt modelId="{9AFF54A3-7E1E-44B7-B4D7-27824C3F04E1}">
      <dgm:prSet custT="1"/>
      <dgm:spPr/>
      <dgm:t>
        <a:bodyPr/>
        <a:lstStyle/>
        <a:p>
          <a:pPr algn="ctr"/>
          <a:r>
            <a:rPr lang="en-GB" sz="2000" b="1" dirty="0"/>
            <a:t>The user story is now </a:t>
          </a:r>
          <a:r>
            <a:rPr lang="en-GB" sz="2000" b="1" dirty="0" err="1"/>
            <a:t>DoR</a:t>
          </a:r>
          <a:endParaRPr lang="en-US" sz="2000" b="1" dirty="0"/>
        </a:p>
      </dgm:t>
    </dgm:pt>
    <dgm:pt modelId="{71FAA25A-E0B6-4CE2-84C2-BE29FE5AE93B}" type="parTrans" cxnId="{07068B13-0AE0-457F-B671-EDCA7BF81FCB}">
      <dgm:prSet/>
      <dgm:spPr/>
      <dgm:t>
        <a:bodyPr/>
        <a:lstStyle/>
        <a:p>
          <a:endParaRPr lang="en-US"/>
        </a:p>
      </dgm:t>
    </dgm:pt>
    <dgm:pt modelId="{FE52BD65-1A2B-4A4E-8E55-59A864D0D1D9}" type="sibTrans" cxnId="{07068B13-0AE0-457F-B671-EDCA7BF81FCB}">
      <dgm:prSet/>
      <dgm:spPr/>
      <dgm:t>
        <a:bodyPr/>
        <a:lstStyle/>
        <a:p>
          <a:endParaRPr lang="en-US"/>
        </a:p>
      </dgm:t>
    </dgm:pt>
    <dgm:pt modelId="{3D5228FA-AD82-48F2-9570-9AD376EA5356}" type="pres">
      <dgm:prSet presAssocID="{BC202101-9A19-4E2D-A8DB-DB68B0CD000A}" presName="vert0" presStyleCnt="0">
        <dgm:presLayoutVars>
          <dgm:dir/>
          <dgm:animOne val="branch"/>
          <dgm:animLvl val="lvl"/>
        </dgm:presLayoutVars>
      </dgm:prSet>
      <dgm:spPr/>
    </dgm:pt>
    <dgm:pt modelId="{D10E9244-4208-482D-9A43-51DC72BDF5AC}" type="pres">
      <dgm:prSet presAssocID="{9F0762E4-A25C-42C3-BC64-2D47E3F4C643}" presName="thickLine" presStyleLbl="alignNode1" presStyleIdx="0" presStyleCnt="10"/>
      <dgm:spPr/>
    </dgm:pt>
    <dgm:pt modelId="{155BD31F-EAB2-4746-A812-3C0FDB750711}" type="pres">
      <dgm:prSet presAssocID="{9F0762E4-A25C-42C3-BC64-2D47E3F4C643}" presName="horz1" presStyleCnt="0"/>
      <dgm:spPr/>
    </dgm:pt>
    <dgm:pt modelId="{E3DC5CA7-9DCC-465E-9FB9-0224D4E69D64}" type="pres">
      <dgm:prSet presAssocID="{9F0762E4-A25C-42C3-BC64-2D47E3F4C643}" presName="tx1" presStyleLbl="revTx" presStyleIdx="0" presStyleCnt="10"/>
      <dgm:spPr/>
    </dgm:pt>
    <dgm:pt modelId="{D663BE57-385D-44AC-8483-9F8FECB2381A}" type="pres">
      <dgm:prSet presAssocID="{9F0762E4-A25C-42C3-BC64-2D47E3F4C643}" presName="vert1" presStyleCnt="0"/>
      <dgm:spPr/>
    </dgm:pt>
    <dgm:pt modelId="{14563B39-3AAB-4B40-9C42-948E41D58EA5}" type="pres">
      <dgm:prSet presAssocID="{E015132E-E4C2-47E4-8BB2-D54B13BBC9DD}" presName="thickLine" presStyleLbl="alignNode1" presStyleIdx="1" presStyleCnt="10"/>
      <dgm:spPr/>
    </dgm:pt>
    <dgm:pt modelId="{C0C640DE-5C75-4E29-A18A-9B3AE7733E8D}" type="pres">
      <dgm:prSet presAssocID="{E015132E-E4C2-47E4-8BB2-D54B13BBC9DD}" presName="horz1" presStyleCnt="0"/>
      <dgm:spPr/>
    </dgm:pt>
    <dgm:pt modelId="{4A5AD8EA-0755-4984-9531-F91F88D34644}" type="pres">
      <dgm:prSet presAssocID="{E015132E-E4C2-47E4-8BB2-D54B13BBC9DD}" presName="tx1" presStyleLbl="revTx" presStyleIdx="1" presStyleCnt="10"/>
      <dgm:spPr/>
    </dgm:pt>
    <dgm:pt modelId="{241319FC-B0E3-4AA4-BAC1-AED557FD1961}" type="pres">
      <dgm:prSet presAssocID="{E015132E-E4C2-47E4-8BB2-D54B13BBC9DD}" presName="vert1" presStyleCnt="0"/>
      <dgm:spPr/>
    </dgm:pt>
    <dgm:pt modelId="{42FF3837-3DAD-4403-AC8E-9B5C6DE7555E}" type="pres">
      <dgm:prSet presAssocID="{7D1A827C-3D65-4441-AB64-073C8187F5B8}" presName="thickLine" presStyleLbl="alignNode1" presStyleIdx="2" presStyleCnt="10"/>
      <dgm:spPr/>
    </dgm:pt>
    <dgm:pt modelId="{03B7C03E-17BE-4AB4-82EC-B90E9F572ABC}" type="pres">
      <dgm:prSet presAssocID="{7D1A827C-3D65-4441-AB64-073C8187F5B8}" presName="horz1" presStyleCnt="0"/>
      <dgm:spPr/>
    </dgm:pt>
    <dgm:pt modelId="{6ED25BAD-0F7B-4EB5-B15C-26B6232F9923}" type="pres">
      <dgm:prSet presAssocID="{7D1A827C-3D65-4441-AB64-073C8187F5B8}" presName="tx1" presStyleLbl="revTx" presStyleIdx="2" presStyleCnt="10"/>
      <dgm:spPr/>
    </dgm:pt>
    <dgm:pt modelId="{7E6CACF5-99A4-4DAD-A26C-96475C78536C}" type="pres">
      <dgm:prSet presAssocID="{7D1A827C-3D65-4441-AB64-073C8187F5B8}" presName="vert1" presStyleCnt="0"/>
      <dgm:spPr/>
    </dgm:pt>
    <dgm:pt modelId="{F2EAFEC4-ACD2-429D-A599-3E88F0F18C02}" type="pres">
      <dgm:prSet presAssocID="{133607BA-6E15-4EBE-9D84-7945460C573B}" presName="thickLine" presStyleLbl="alignNode1" presStyleIdx="3" presStyleCnt="10"/>
      <dgm:spPr/>
    </dgm:pt>
    <dgm:pt modelId="{6F402896-0EEC-4023-AA6D-630F7D12B928}" type="pres">
      <dgm:prSet presAssocID="{133607BA-6E15-4EBE-9D84-7945460C573B}" presName="horz1" presStyleCnt="0"/>
      <dgm:spPr/>
    </dgm:pt>
    <dgm:pt modelId="{42ACDD98-03DF-4708-B78E-60A785D5F182}" type="pres">
      <dgm:prSet presAssocID="{133607BA-6E15-4EBE-9D84-7945460C573B}" presName="tx1" presStyleLbl="revTx" presStyleIdx="3" presStyleCnt="10"/>
      <dgm:spPr/>
    </dgm:pt>
    <dgm:pt modelId="{A6A8E895-015F-48F2-ACA9-A0DAFB4CC1D6}" type="pres">
      <dgm:prSet presAssocID="{133607BA-6E15-4EBE-9D84-7945460C573B}" presName="vert1" presStyleCnt="0"/>
      <dgm:spPr/>
    </dgm:pt>
    <dgm:pt modelId="{910D9A6C-1E0B-4FFA-A314-A7A1561EA87D}" type="pres">
      <dgm:prSet presAssocID="{269358EF-D2DF-4309-ABE9-C72275D05054}" presName="thickLine" presStyleLbl="alignNode1" presStyleIdx="4" presStyleCnt="10"/>
      <dgm:spPr/>
    </dgm:pt>
    <dgm:pt modelId="{0D380E86-6603-4412-9E86-E94EF93684AF}" type="pres">
      <dgm:prSet presAssocID="{269358EF-D2DF-4309-ABE9-C72275D05054}" presName="horz1" presStyleCnt="0"/>
      <dgm:spPr/>
    </dgm:pt>
    <dgm:pt modelId="{A3BF2B70-13F4-4F9F-8CC3-141224A58F64}" type="pres">
      <dgm:prSet presAssocID="{269358EF-D2DF-4309-ABE9-C72275D05054}" presName="tx1" presStyleLbl="revTx" presStyleIdx="4" presStyleCnt="10"/>
      <dgm:spPr/>
    </dgm:pt>
    <dgm:pt modelId="{E811049E-8EC4-4573-9B1B-8BB4210FB6F5}" type="pres">
      <dgm:prSet presAssocID="{269358EF-D2DF-4309-ABE9-C72275D05054}" presName="vert1" presStyleCnt="0"/>
      <dgm:spPr/>
    </dgm:pt>
    <dgm:pt modelId="{5DFC16EB-8481-4C59-8491-81C11E74EE70}" type="pres">
      <dgm:prSet presAssocID="{22C3326D-E44D-49C7-BB70-304E2BE8B554}" presName="thickLine" presStyleLbl="alignNode1" presStyleIdx="5" presStyleCnt="10"/>
      <dgm:spPr/>
    </dgm:pt>
    <dgm:pt modelId="{5B71CCDB-94FB-4B5B-87AB-4089139B0F9C}" type="pres">
      <dgm:prSet presAssocID="{22C3326D-E44D-49C7-BB70-304E2BE8B554}" presName="horz1" presStyleCnt="0"/>
      <dgm:spPr/>
    </dgm:pt>
    <dgm:pt modelId="{39A2B4C0-DD8C-4D93-80D2-BBFC5DF4F23C}" type="pres">
      <dgm:prSet presAssocID="{22C3326D-E44D-49C7-BB70-304E2BE8B554}" presName="tx1" presStyleLbl="revTx" presStyleIdx="5" presStyleCnt="10"/>
      <dgm:spPr/>
    </dgm:pt>
    <dgm:pt modelId="{6BE06A6C-1CC1-4EB3-BB48-02FECF5A9B90}" type="pres">
      <dgm:prSet presAssocID="{22C3326D-E44D-49C7-BB70-304E2BE8B554}" presName="vert1" presStyleCnt="0"/>
      <dgm:spPr/>
    </dgm:pt>
    <dgm:pt modelId="{BB56F67D-A653-453F-9D54-E0C53364E01F}" type="pres">
      <dgm:prSet presAssocID="{81FA2925-30FB-4188-8372-74BF599BCA96}" presName="thickLine" presStyleLbl="alignNode1" presStyleIdx="6" presStyleCnt="10"/>
      <dgm:spPr/>
    </dgm:pt>
    <dgm:pt modelId="{D3942516-1BBF-4C03-A7EA-0FD798DB2706}" type="pres">
      <dgm:prSet presAssocID="{81FA2925-30FB-4188-8372-74BF599BCA96}" presName="horz1" presStyleCnt="0"/>
      <dgm:spPr/>
    </dgm:pt>
    <dgm:pt modelId="{B0668A9B-4092-4A77-BF1C-28D680BFF55D}" type="pres">
      <dgm:prSet presAssocID="{81FA2925-30FB-4188-8372-74BF599BCA96}" presName="tx1" presStyleLbl="revTx" presStyleIdx="6" presStyleCnt="10"/>
      <dgm:spPr/>
    </dgm:pt>
    <dgm:pt modelId="{F7831AD2-B381-4541-AB02-A231CB3487BB}" type="pres">
      <dgm:prSet presAssocID="{81FA2925-30FB-4188-8372-74BF599BCA96}" presName="vert1" presStyleCnt="0"/>
      <dgm:spPr/>
    </dgm:pt>
    <dgm:pt modelId="{0F628A18-C853-4EF8-AFC3-93D374FA9FF0}" type="pres">
      <dgm:prSet presAssocID="{0D4A2103-30BD-40D8-8408-383ABD6AFE95}" presName="thickLine" presStyleLbl="alignNode1" presStyleIdx="7" presStyleCnt="10"/>
      <dgm:spPr/>
    </dgm:pt>
    <dgm:pt modelId="{733C1E24-8D24-42A9-B4DE-B2555DEF54ED}" type="pres">
      <dgm:prSet presAssocID="{0D4A2103-30BD-40D8-8408-383ABD6AFE95}" presName="horz1" presStyleCnt="0"/>
      <dgm:spPr/>
    </dgm:pt>
    <dgm:pt modelId="{E5B9CE32-3A37-4CC4-AE37-ECC6D58C3BAD}" type="pres">
      <dgm:prSet presAssocID="{0D4A2103-30BD-40D8-8408-383ABD6AFE95}" presName="tx1" presStyleLbl="revTx" presStyleIdx="7" presStyleCnt="10"/>
      <dgm:spPr/>
    </dgm:pt>
    <dgm:pt modelId="{B7545B50-E0D6-403C-AC07-B97FF3252817}" type="pres">
      <dgm:prSet presAssocID="{0D4A2103-30BD-40D8-8408-383ABD6AFE95}" presName="vert1" presStyleCnt="0"/>
      <dgm:spPr/>
    </dgm:pt>
    <dgm:pt modelId="{3E84BBED-6475-46FB-82E1-26784BEC575A}" type="pres">
      <dgm:prSet presAssocID="{92FA1AF3-1112-47C3-9914-17B5821BCE9E}" presName="thickLine" presStyleLbl="alignNode1" presStyleIdx="8" presStyleCnt="10"/>
      <dgm:spPr/>
    </dgm:pt>
    <dgm:pt modelId="{575D92E6-1A8D-4C6A-BA8E-438659C92A93}" type="pres">
      <dgm:prSet presAssocID="{92FA1AF3-1112-47C3-9914-17B5821BCE9E}" presName="horz1" presStyleCnt="0"/>
      <dgm:spPr/>
    </dgm:pt>
    <dgm:pt modelId="{08DE6DDB-46CE-4D02-9EFC-74F39D714A8D}" type="pres">
      <dgm:prSet presAssocID="{92FA1AF3-1112-47C3-9914-17B5821BCE9E}" presName="tx1" presStyleLbl="revTx" presStyleIdx="8" presStyleCnt="10"/>
      <dgm:spPr/>
    </dgm:pt>
    <dgm:pt modelId="{DFAA67EF-8EF5-4054-BDA9-A8798EED8AFE}" type="pres">
      <dgm:prSet presAssocID="{92FA1AF3-1112-47C3-9914-17B5821BCE9E}" presName="vert1" presStyleCnt="0"/>
      <dgm:spPr/>
    </dgm:pt>
    <dgm:pt modelId="{5EB8C47E-012F-4088-9276-78F5CBE7D039}" type="pres">
      <dgm:prSet presAssocID="{9AFF54A3-7E1E-44B7-B4D7-27824C3F04E1}" presName="thickLine" presStyleLbl="alignNode1" presStyleIdx="9" presStyleCnt="10"/>
      <dgm:spPr/>
    </dgm:pt>
    <dgm:pt modelId="{8459ABC4-CBC7-48BE-8B19-DC60C562D175}" type="pres">
      <dgm:prSet presAssocID="{9AFF54A3-7E1E-44B7-B4D7-27824C3F04E1}" presName="horz1" presStyleCnt="0"/>
      <dgm:spPr/>
    </dgm:pt>
    <dgm:pt modelId="{F2AE7819-A0EA-47FD-AD4E-247611E90630}" type="pres">
      <dgm:prSet presAssocID="{9AFF54A3-7E1E-44B7-B4D7-27824C3F04E1}" presName="tx1" presStyleLbl="revTx" presStyleIdx="9" presStyleCnt="10"/>
      <dgm:spPr/>
    </dgm:pt>
    <dgm:pt modelId="{A88D1136-3AEE-41E3-8D9E-C99237DF949F}" type="pres">
      <dgm:prSet presAssocID="{9AFF54A3-7E1E-44B7-B4D7-27824C3F04E1}" presName="vert1" presStyleCnt="0"/>
      <dgm:spPr/>
    </dgm:pt>
  </dgm:ptLst>
  <dgm:cxnLst>
    <dgm:cxn modelId="{D0071E0A-DF4B-4F78-A52B-7F33BC0CB397}" type="presOf" srcId="{133607BA-6E15-4EBE-9D84-7945460C573B}" destId="{42ACDD98-03DF-4708-B78E-60A785D5F182}" srcOrd="0" destOrd="0" presId="urn:microsoft.com/office/officeart/2008/layout/LinedList"/>
    <dgm:cxn modelId="{07068B13-0AE0-457F-B671-EDCA7BF81FCB}" srcId="{BC202101-9A19-4E2D-A8DB-DB68B0CD000A}" destId="{9AFF54A3-7E1E-44B7-B4D7-27824C3F04E1}" srcOrd="9" destOrd="0" parTransId="{71FAA25A-E0B6-4CE2-84C2-BE29FE5AE93B}" sibTransId="{FE52BD65-1A2B-4A4E-8E55-59A864D0D1D9}"/>
    <dgm:cxn modelId="{5094DC21-274C-4670-A19E-07E48D78832C}" srcId="{BC202101-9A19-4E2D-A8DB-DB68B0CD000A}" destId="{133607BA-6E15-4EBE-9D84-7945460C573B}" srcOrd="3" destOrd="0" parTransId="{68FC85C9-2575-4898-A8BD-6D53ED808F9D}" sibTransId="{A2AC19BE-3F99-4518-AB6B-AF40C2915625}"/>
    <dgm:cxn modelId="{6BAA0529-88F9-44C3-8440-AD9CD142EBA4}" type="presOf" srcId="{269358EF-D2DF-4309-ABE9-C72275D05054}" destId="{A3BF2B70-13F4-4F9F-8CC3-141224A58F64}" srcOrd="0" destOrd="0" presId="urn:microsoft.com/office/officeart/2008/layout/LinedList"/>
    <dgm:cxn modelId="{56D27332-717A-4A38-9631-941251D09502}" type="presOf" srcId="{E015132E-E4C2-47E4-8BB2-D54B13BBC9DD}" destId="{4A5AD8EA-0755-4984-9531-F91F88D34644}" srcOrd="0" destOrd="0" presId="urn:microsoft.com/office/officeart/2008/layout/LinedList"/>
    <dgm:cxn modelId="{C0D71333-AF29-4384-A7BC-CBFAF031AB66}" srcId="{BC202101-9A19-4E2D-A8DB-DB68B0CD000A}" destId="{81FA2925-30FB-4188-8372-74BF599BCA96}" srcOrd="6" destOrd="0" parTransId="{456CA90E-112A-4C1B-AB4E-CB59E2DD2C60}" sibTransId="{F460D740-E0C7-438B-BAF1-E933D2237147}"/>
    <dgm:cxn modelId="{B2A67833-0CE0-47D5-B8D6-75E26BBAAC79}" type="presOf" srcId="{9AFF54A3-7E1E-44B7-B4D7-27824C3F04E1}" destId="{F2AE7819-A0EA-47FD-AD4E-247611E90630}" srcOrd="0" destOrd="0" presId="urn:microsoft.com/office/officeart/2008/layout/LinedList"/>
    <dgm:cxn modelId="{09157463-EC52-4AA1-BA1D-74A569A0F9A4}" srcId="{BC202101-9A19-4E2D-A8DB-DB68B0CD000A}" destId="{0D4A2103-30BD-40D8-8408-383ABD6AFE95}" srcOrd="7" destOrd="0" parTransId="{32E801E6-72BF-4A69-9CBA-09942A652F71}" sibTransId="{5D1BA814-02CA-4DBD-92DB-718F0C3246E7}"/>
    <dgm:cxn modelId="{AE8E1B46-68CB-48BB-B916-E31DBACEEEB8}" type="presOf" srcId="{7D1A827C-3D65-4441-AB64-073C8187F5B8}" destId="{6ED25BAD-0F7B-4EB5-B15C-26B6232F9923}" srcOrd="0" destOrd="0" presId="urn:microsoft.com/office/officeart/2008/layout/LinedList"/>
    <dgm:cxn modelId="{6ADC4E95-182D-442A-800A-57077C90A56E}" type="presOf" srcId="{0D4A2103-30BD-40D8-8408-383ABD6AFE95}" destId="{E5B9CE32-3A37-4CC4-AE37-ECC6D58C3BAD}" srcOrd="0" destOrd="0" presId="urn:microsoft.com/office/officeart/2008/layout/LinedList"/>
    <dgm:cxn modelId="{5625DFB3-F775-4D72-81BD-3A5B2C097B40}" srcId="{BC202101-9A19-4E2D-A8DB-DB68B0CD000A}" destId="{9F0762E4-A25C-42C3-BC64-2D47E3F4C643}" srcOrd="0" destOrd="0" parTransId="{F08490B8-5F03-4225-995A-253DAD70D2D3}" sibTransId="{36C1A955-F06B-4DA7-96B7-6AD0CF0358E6}"/>
    <dgm:cxn modelId="{BB17D6C2-C76C-4C4C-B947-5CBD46D18DE6}" srcId="{BC202101-9A19-4E2D-A8DB-DB68B0CD000A}" destId="{22C3326D-E44D-49C7-BB70-304E2BE8B554}" srcOrd="5" destOrd="0" parTransId="{40A7F8A0-D1CD-4270-A74F-3A9816E7E14D}" sibTransId="{C94B4C6B-4943-4460-9643-519E4CFB6D4C}"/>
    <dgm:cxn modelId="{8A3D33D2-F6A4-4A4C-8E6D-51B323FE85E6}" srcId="{BC202101-9A19-4E2D-A8DB-DB68B0CD000A}" destId="{92FA1AF3-1112-47C3-9914-17B5821BCE9E}" srcOrd="8" destOrd="0" parTransId="{4AE90CC4-A888-4E72-9ED0-259EEC11BD63}" sibTransId="{A81D5342-AA2C-48E4-BEFB-CFBCA8E6C9A8}"/>
    <dgm:cxn modelId="{B07245D6-A3AE-44F0-AE1F-988C057D5797}" type="presOf" srcId="{22C3326D-E44D-49C7-BB70-304E2BE8B554}" destId="{39A2B4C0-DD8C-4D93-80D2-BBFC5DF4F23C}" srcOrd="0" destOrd="0" presId="urn:microsoft.com/office/officeart/2008/layout/LinedList"/>
    <dgm:cxn modelId="{28F536D9-E98D-4921-9EED-A3735FF0C84C}" type="presOf" srcId="{9F0762E4-A25C-42C3-BC64-2D47E3F4C643}" destId="{E3DC5CA7-9DCC-465E-9FB9-0224D4E69D64}" srcOrd="0" destOrd="0" presId="urn:microsoft.com/office/officeart/2008/layout/LinedList"/>
    <dgm:cxn modelId="{BF8CEBDB-8AF7-448B-8D13-7CC98554A220}" srcId="{BC202101-9A19-4E2D-A8DB-DB68B0CD000A}" destId="{E015132E-E4C2-47E4-8BB2-D54B13BBC9DD}" srcOrd="1" destOrd="0" parTransId="{5B8FD3F1-E190-4DB6-9C0B-E0A8910EF1F7}" sibTransId="{DB8D2595-0B28-428D-870C-BDF82766D9FB}"/>
    <dgm:cxn modelId="{069949DE-D17C-40FE-92FC-E1C9BB767C6F}" type="presOf" srcId="{81FA2925-30FB-4188-8372-74BF599BCA96}" destId="{B0668A9B-4092-4A77-BF1C-28D680BFF55D}" srcOrd="0" destOrd="0" presId="urn:microsoft.com/office/officeart/2008/layout/LinedList"/>
    <dgm:cxn modelId="{5E12EEE8-2BA1-48D7-B863-AD5AD64A11B9}" type="presOf" srcId="{92FA1AF3-1112-47C3-9914-17B5821BCE9E}" destId="{08DE6DDB-46CE-4D02-9EFC-74F39D714A8D}" srcOrd="0" destOrd="0" presId="urn:microsoft.com/office/officeart/2008/layout/LinedList"/>
    <dgm:cxn modelId="{BA505BEF-DD05-4BDF-9815-8BE8EECD523E}" type="presOf" srcId="{BC202101-9A19-4E2D-A8DB-DB68B0CD000A}" destId="{3D5228FA-AD82-48F2-9570-9AD376EA5356}" srcOrd="0" destOrd="0" presId="urn:microsoft.com/office/officeart/2008/layout/LinedList"/>
    <dgm:cxn modelId="{2106E6F0-15D5-4F4C-B639-1EF742536368}" srcId="{BC202101-9A19-4E2D-A8DB-DB68B0CD000A}" destId="{7D1A827C-3D65-4441-AB64-073C8187F5B8}" srcOrd="2" destOrd="0" parTransId="{9E9D90E1-C557-4335-84A5-6D3DBF71F1EA}" sibTransId="{D081D2DD-B88D-4B30-91FD-4DBAA2EA3D17}"/>
    <dgm:cxn modelId="{38F3CFF7-E7AD-40CA-A9C9-DC500F359E5A}" srcId="{BC202101-9A19-4E2D-A8DB-DB68B0CD000A}" destId="{269358EF-D2DF-4309-ABE9-C72275D05054}" srcOrd="4" destOrd="0" parTransId="{618CDE4A-B25D-472C-8C3A-B1E4DDF907F1}" sibTransId="{92D1D066-D292-42E6-8323-A3C841BAB445}"/>
    <dgm:cxn modelId="{C4020BC6-59AF-482E-B3AD-C2B2FD942085}" type="presParOf" srcId="{3D5228FA-AD82-48F2-9570-9AD376EA5356}" destId="{D10E9244-4208-482D-9A43-51DC72BDF5AC}" srcOrd="0" destOrd="0" presId="urn:microsoft.com/office/officeart/2008/layout/LinedList"/>
    <dgm:cxn modelId="{766FAB28-8E12-49AE-A216-AABDAF237047}" type="presParOf" srcId="{3D5228FA-AD82-48F2-9570-9AD376EA5356}" destId="{155BD31F-EAB2-4746-A812-3C0FDB750711}" srcOrd="1" destOrd="0" presId="urn:microsoft.com/office/officeart/2008/layout/LinedList"/>
    <dgm:cxn modelId="{DC24EAEA-EC0F-442C-B177-149CC7DE7DEB}" type="presParOf" srcId="{155BD31F-EAB2-4746-A812-3C0FDB750711}" destId="{E3DC5CA7-9DCC-465E-9FB9-0224D4E69D64}" srcOrd="0" destOrd="0" presId="urn:microsoft.com/office/officeart/2008/layout/LinedList"/>
    <dgm:cxn modelId="{41088DBB-F02F-429D-B454-C8E676F67717}" type="presParOf" srcId="{155BD31F-EAB2-4746-A812-3C0FDB750711}" destId="{D663BE57-385D-44AC-8483-9F8FECB2381A}" srcOrd="1" destOrd="0" presId="urn:microsoft.com/office/officeart/2008/layout/LinedList"/>
    <dgm:cxn modelId="{3F674358-0009-4896-AD9C-592494370C9B}" type="presParOf" srcId="{3D5228FA-AD82-48F2-9570-9AD376EA5356}" destId="{14563B39-3AAB-4B40-9C42-948E41D58EA5}" srcOrd="2" destOrd="0" presId="urn:microsoft.com/office/officeart/2008/layout/LinedList"/>
    <dgm:cxn modelId="{9B07D2CB-BB5C-426A-9A52-D7642D771B05}" type="presParOf" srcId="{3D5228FA-AD82-48F2-9570-9AD376EA5356}" destId="{C0C640DE-5C75-4E29-A18A-9B3AE7733E8D}" srcOrd="3" destOrd="0" presId="urn:microsoft.com/office/officeart/2008/layout/LinedList"/>
    <dgm:cxn modelId="{CAE5DD4F-49B4-40AA-9A2F-EFA46074437D}" type="presParOf" srcId="{C0C640DE-5C75-4E29-A18A-9B3AE7733E8D}" destId="{4A5AD8EA-0755-4984-9531-F91F88D34644}" srcOrd="0" destOrd="0" presId="urn:microsoft.com/office/officeart/2008/layout/LinedList"/>
    <dgm:cxn modelId="{EFDBBBA1-C593-4658-854F-4F4E5AD728DE}" type="presParOf" srcId="{C0C640DE-5C75-4E29-A18A-9B3AE7733E8D}" destId="{241319FC-B0E3-4AA4-BAC1-AED557FD1961}" srcOrd="1" destOrd="0" presId="urn:microsoft.com/office/officeart/2008/layout/LinedList"/>
    <dgm:cxn modelId="{E36FF132-E082-41EE-8486-1A3D06BF1A5B}" type="presParOf" srcId="{3D5228FA-AD82-48F2-9570-9AD376EA5356}" destId="{42FF3837-3DAD-4403-AC8E-9B5C6DE7555E}" srcOrd="4" destOrd="0" presId="urn:microsoft.com/office/officeart/2008/layout/LinedList"/>
    <dgm:cxn modelId="{7F6E1986-F025-4111-AC3B-4DBF36985217}" type="presParOf" srcId="{3D5228FA-AD82-48F2-9570-9AD376EA5356}" destId="{03B7C03E-17BE-4AB4-82EC-B90E9F572ABC}" srcOrd="5" destOrd="0" presId="urn:microsoft.com/office/officeart/2008/layout/LinedList"/>
    <dgm:cxn modelId="{B48F7924-3371-4E9B-84A2-E9DB37B1B876}" type="presParOf" srcId="{03B7C03E-17BE-4AB4-82EC-B90E9F572ABC}" destId="{6ED25BAD-0F7B-4EB5-B15C-26B6232F9923}" srcOrd="0" destOrd="0" presId="urn:microsoft.com/office/officeart/2008/layout/LinedList"/>
    <dgm:cxn modelId="{ECC8116E-D229-4E86-88C8-AB2B1872A5C3}" type="presParOf" srcId="{03B7C03E-17BE-4AB4-82EC-B90E9F572ABC}" destId="{7E6CACF5-99A4-4DAD-A26C-96475C78536C}" srcOrd="1" destOrd="0" presId="urn:microsoft.com/office/officeart/2008/layout/LinedList"/>
    <dgm:cxn modelId="{8DB36D40-DCE7-4F43-AD35-8C2AA278220B}" type="presParOf" srcId="{3D5228FA-AD82-48F2-9570-9AD376EA5356}" destId="{F2EAFEC4-ACD2-429D-A599-3E88F0F18C02}" srcOrd="6" destOrd="0" presId="urn:microsoft.com/office/officeart/2008/layout/LinedList"/>
    <dgm:cxn modelId="{DDF3F38F-9010-493E-835A-D3BE14D31183}" type="presParOf" srcId="{3D5228FA-AD82-48F2-9570-9AD376EA5356}" destId="{6F402896-0EEC-4023-AA6D-630F7D12B928}" srcOrd="7" destOrd="0" presId="urn:microsoft.com/office/officeart/2008/layout/LinedList"/>
    <dgm:cxn modelId="{95A5E683-79F2-4DF7-BFEF-36E0ADF34026}" type="presParOf" srcId="{6F402896-0EEC-4023-AA6D-630F7D12B928}" destId="{42ACDD98-03DF-4708-B78E-60A785D5F182}" srcOrd="0" destOrd="0" presId="urn:microsoft.com/office/officeart/2008/layout/LinedList"/>
    <dgm:cxn modelId="{F134368E-3304-40CD-ADD0-A4C6B7199DF2}" type="presParOf" srcId="{6F402896-0EEC-4023-AA6D-630F7D12B928}" destId="{A6A8E895-015F-48F2-ACA9-A0DAFB4CC1D6}" srcOrd="1" destOrd="0" presId="urn:microsoft.com/office/officeart/2008/layout/LinedList"/>
    <dgm:cxn modelId="{1FF344E9-3237-4B80-A662-7BCEC41139BD}" type="presParOf" srcId="{3D5228FA-AD82-48F2-9570-9AD376EA5356}" destId="{910D9A6C-1E0B-4FFA-A314-A7A1561EA87D}" srcOrd="8" destOrd="0" presId="urn:microsoft.com/office/officeart/2008/layout/LinedList"/>
    <dgm:cxn modelId="{CE9BB0D2-349F-4A60-9369-CEB9C8632D5A}" type="presParOf" srcId="{3D5228FA-AD82-48F2-9570-9AD376EA5356}" destId="{0D380E86-6603-4412-9E86-E94EF93684AF}" srcOrd="9" destOrd="0" presId="urn:microsoft.com/office/officeart/2008/layout/LinedList"/>
    <dgm:cxn modelId="{02D20D91-2656-4DAA-B4F7-51E13C1D6A16}" type="presParOf" srcId="{0D380E86-6603-4412-9E86-E94EF93684AF}" destId="{A3BF2B70-13F4-4F9F-8CC3-141224A58F64}" srcOrd="0" destOrd="0" presId="urn:microsoft.com/office/officeart/2008/layout/LinedList"/>
    <dgm:cxn modelId="{96E338CF-210D-4F1B-B0BC-49BC8D85D254}" type="presParOf" srcId="{0D380E86-6603-4412-9E86-E94EF93684AF}" destId="{E811049E-8EC4-4573-9B1B-8BB4210FB6F5}" srcOrd="1" destOrd="0" presId="urn:microsoft.com/office/officeart/2008/layout/LinedList"/>
    <dgm:cxn modelId="{BF145D91-BA19-4A7E-9CC7-5223233CD82A}" type="presParOf" srcId="{3D5228FA-AD82-48F2-9570-9AD376EA5356}" destId="{5DFC16EB-8481-4C59-8491-81C11E74EE70}" srcOrd="10" destOrd="0" presId="urn:microsoft.com/office/officeart/2008/layout/LinedList"/>
    <dgm:cxn modelId="{C12D3D9F-B2E3-4D43-AB7B-A9CA9024BEB3}" type="presParOf" srcId="{3D5228FA-AD82-48F2-9570-9AD376EA5356}" destId="{5B71CCDB-94FB-4B5B-87AB-4089139B0F9C}" srcOrd="11" destOrd="0" presId="urn:microsoft.com/office/officeart/2008/layout/LinedList"/>
    <dgm:cxn modelId="{3C28236B-A2C0-4988-845D-1632002F010B}" type="presParOf" srcId="{5B71CCDB-94FB-4B5B-87AB-4089139B0F9C}" destId="{39A2B4C0-DD8C-4D93-80D2-BBFC5DF4F23C}" srcOrd="0" destOrd="0" presId="urn:microsoft.com/office/officeart/2008/layout/LinedList"/>
    <dgm:cxn modelId="{8E0D44A6-E7F9-42A8-901C-B62E38B520B4}" type="presParOf" srcId="{5B71CCDB-94FB-4B5B-87AB-4089139B0F9C}" destId="{6BE06A6C-1CC1-4EB3-BB48-02FECF5A9B90}" srcOrd="1" destOrd="0" presId="urn:microsoft.com/office/officeart/2008/layout/LinedList"/>
    <dgm:cxn modelId="{FBA3C9B4-9D77-44CD-A51E-862E45E641CB}" type="presParOf" srcId="{3D5228FA-AD82-48F2-9570-9AD376EA5356}" destId="{BB56F67D-A653-453F-9D54-E0C53364E01F}" srcOrd="12" destOrd="0" presId="urn:microsoft.com/office/officeart/2008/layout/LinedList"/>
    <dgm:cxn modelId="{E51F30CC-60AA-484A-A78B-2D04143F9A68}" type="presParOf" srcId="{3D5228FA-AD82-48F2-9570-9AD376EA5356}" destId="{D3942516-1BBF-4C03-A7EA-0FD798DB2706}" srcOrd="13" destOrd="0" presId="urn:microsoft.com/office/officeart/2008/layout/LinedList"/>
    <dgm:cxn modelId="{8B3D907B-B724-4137-BD35-4B23C5E79EBF}" type="presParOf" srcId="{D3942516-1BBF-4C03-A7EA-0FD798DB2706}" destId="{B0668A9B-4092-4A77-BF1C-28D680BFF55D}" srcOrd="0" destOrd="0" presId="urn:microsoft.com/office/officeart/2008/layout/LinedList"/>
    <dgm:cxn modelId="{6565B5CC-72AC-437C-89AB-1A53FA5C87E5}" type="presParOf" srcId="{D3942516-1BBF-4C03-A7EA-0FD798DB2706}" destId="{F7831AD2-B381-4541-AB02-A231CB3487BB}" srcOrd="1" destOrd="0" presId="urn:microsoft.com/office/officeart/2008/layout/LinedList"/>
    <dgm:cxn modelId="{7C1C00C4-0DD0-4481-A1FE-11B0E800FCC8}" type="presParOf" srcId="{3D5228FA-AD82-48F2-9570-9AD376EA5356}" destId="{0F628A18-C853-4EF8-AFC3-93D374FA9FF0}" srcOrd="14" destOrd="0" presId="urn:microsoft.com/office/officeart/2008/layout/LinedList"/>
    <dgm:cxn modelId="{D7C5942A-E43F-4745-8212-0CCFB698FF5C}" type="presParOf" srcId="{3D5228FA-AD82-48F2-9570-9AD376EA5356}" destId="{733C1E24-8D24-42A9-B4DE-B2555DEF54ED}" srcOrd="15" destOrd="0" presId="urn:microsoft.com/office/officeart/2008/layout/LinedList"/>
    <dgm:cxn modelId="{05E0E333-8C89-4E9A-8388-B43A31549F5A}" type="presParOf" srcId="{733C1E24-8D24-42A9-B4DE-B2555DEF54ED}" destId="{E5B9CE32-3A37-4CC4-AE37-ECC6D58C3BAD}" srcOrd="0" destOrd="0" presId="urn:microsoft.com/office/officeart/2008/layout/LinedList"/>
    <dgm:cxn modelId="{8CA5DB7C-9F8E-497B-A81C-F97DB6DA2380}" type="presParOf" srcId="{733C1E24-8D24-42A9-B4DE-B2555DEF54ED}" destId="{B7545B50-E0D6-403C-AC07-B97FF3252817}" srcOrd="1" destOrd="0" presId="urn:microsoft.com/office/officeart/2008/layout/LinedList"/>
    <dgm:cxn modelId="{A7A5881F-2A7B-4589-AF03-CF3CDD51FE95}" type="presParOf" srcId="{3D5228FA-AD82-48F2-9570-9AD376EA5356}" destId="{3E84BBED-6475-46FB-82E1-26784BEC575A}" srcOrd="16" destOrd="0" presId="urn:microsoft.com/office/officeart/2008/layout/LinedList"/>
    <dgm:cxn modelId="{EE222EE8-6138-4933-84DE-E67E473654A9}" type="presParOf" srcId="{3D5228FA-AD82-48F2-9570-9AD376EA5356}" destId="{575D92E6-1A8D-4C6A-BA8E-438659C92A93}" srcOrd="17" destOrd="0" presId="urn:microsoft.com/office/officeart/2008/layout/LinedList"/>
    <dgm:cxn modelId="{A569C682-1CB0-44EE-ACCF-716F0A8C58FA}" type="presParOf" srcId="{575D92E6-1A8D-4C6A-BA8E-438659C92A93}" destId="{08DE6DDB-46CE-4D02-9EFC-74F39D714A8D}" srcOrd="0" destOrd="0" presId="urn:microsoft.com/office/officeart/2008/layout/LinedList"/>
    <dgm:cxn modelId="{34686987-7C86-44BB-91B1-AAE02B2264AA}" type="presParOf" srcId="{575D92E6-1A8D-4C6A-BA8E-438659C92A93}" destId="{DFAA67EF-8EF5-4054-BDA9-A8798EED8AFE}" srcOrd="1" destOrd="0" presId="urn:microsoft.com/office/officeart/2008/layout/LinedList"/>
    <dgm:cxn modelId="{2057C914-344C-4088-8046-768D18FDFFAA}" type="presParOf" srcId="{3D5228FA-AD82-48F2-9570-9AD376EA5356}" destId="{5EB8C47E-012F-4088-9276-78F5CBE7D039}" srcOrd="18" destOrd="0" presId="urn:microsoft.com/office/officeart/2008/layout/LinedList"/>
    <dgm:cxn modelId="{BB65457D-A43F-4E87-BA9B-68D54892F8B9}" type="presParOf" srcId="{3D5228FA-AD82-48F2-9570-9AD376EA5356}" destId="{8459ABC4-CBC7-48BE-8B19-DC60C562D175}" srcOrd="19" destOrd="0" presId="urn:microsoft.com/office/officeart/2008/layout/LinedList"/>
    <dgm:cxn modelId="{04AFD5AD-FC42-415D-AE4D-55DA2F7EC3E1}" type="presParOf" srcId="{8459ABC4-CBC7-48BE-8B19-DC60C562D175}" destId="{F2AE7819-A0EA-47FD-AD4E-247611E90630}" srcOrd="0" destOrd="0" presId="urn:microsoft.com/office/officeart/2008/layout/LinedList"/>
    <dgm:cxn modelId="{D61148FE-0003-4B6D-B4AF-C2AB441A5B4C}" type="presParOf" srcId="{8459ABC4-CBC7-48BE-8B19-DC60C562D175}" destId="{A88D1136-3AEE-41E3-8D9E-C99237DF949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4CDC5EC-1657-47CF-9AA2-BB788A7985A1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8449C0A-EF0A-43F1-ACD8-7E3BBF7ECE3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2000" dirty="0"/>
            <a:t>what Acceptance Criteria is</a:t>
          </a:r>
          <a:endParaRPr lang="en-US" sz="2000" dirty="0"/>
        </a:p>
      </dgm:t>
    </dgm:pt>
    <dgm:pt modelId="{BB0B21C6-757F-4887-842B-F6D7357980A3}" type="parTrans" cxnId="{07B4F059-B477-4ED1-BA42-1DDCB3339323}">
      <dgm:prSet/>
      <dgm:spPr/>
      <dgm:t>
        <a:bodyPr/>
        <a:lstStyle/>
        <a:p>
          <a:endParaRPr lang="en-US"/>
        </a:p>
      </dgm:t>
    </dgm:pt>
    <dgm:pt modelId="{768109C2-E0A2-46E2-BE9E-0F375A69B25D}" type="sibTrans" cxnId="{07B4F059-B477-4ED1-BA42-1DDCB333932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3DEEF9B-7E50-45A8-B7FC-3855122173D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GB" sz="1800" dirty="0"/>
            <a:t>How it helps  move a Product Backlog Feature into </a:t>
          </a:r>
          <a:r>
            <a:rPr lang="en-GB" sz="1800" dirty="0" err="1"/>
            <a:t>DoR</a:t>
          </a:r>
          <a:r>
            <a:rPr lang="en-GB" sz="1800" dirty="0"/>
            <a:t> state ready for development.</a:t>
          </a:r>
          <a:endParaRPr lang="en-US" sz="1800" dirty="0"/>
        </a:p>
      </dgm:t>
    </dgm:pt>
    <dgm:pt modelId="{7FAB6CFE-9303-499B-AFAE-048BEBAA3403}" type="sibTrans" cxnId="{54638099-5014-46A5-821F-63AC2FA8B3EF}">
      <dgm:prSet/>
      <dgm:spPr/>
      <dgm:t>
        <a:bodyPr/>
        <a:lstStyle/>
        <a:p>
          <a:endParaRPr lang="en-US"/>
        </a:p>
      </dgm:t>
    </dgm:pt>
    <dgm:pt modelId="{526AFF83-A376-49B0-B2C7-C30F21940AB9}" type="parTrans" cxnId="{54638099-5014-46A5-821F-63AC2FA8B3EF}">
      <dgm:prSet/>
      <dgm:spPr/>
      <dgm:t>
        <a:bodyPr/>
        <a:lstStyle/>
        <a:p>
          <a:endParaRPr lang="en-US"/>
        </a:p>
      </dgm:t>
    </dgm:pt>
    <dgm:pt modelId="{69485AB4-A64F-4C26-BF6F-05CCF599D14E}" type="pres">
      <dgm:prSet presAssocID="{64CDC5EC-1657-47CF-9AA2-BB788A7985A1}" presName="root" presStyleCnt="0">
        <dgm:presLayoutVars>
          <dgm:dir/>
          <dgm:resizeHandles val="exact"/>
        </dgm:presLayoutVars>
      </dgm:prSet>
      <dgm:spPr/>
    </dgm:pt>
    <dgm:pt modelId="{944BD7AF-0686-4D01-BACF-E2BAFEE7A914}" type="pres">
      <dgm:prSet presAssocID="{64CDC5EC-1657-47CF-9AA2-BB788A7985A1}" presName="container" presStyleCnt="0">
        <dgm:presLayoutVars>
          <dgm:dir/>
          <dgm:resizeHandles val="exact"/>
        </dgm:presLayoutVars>
      </dgm:prSet>
      <dgm:spPr/>
    </dgm:pt>
    <dgm:pt modelId="{9CA56EF9-259D-4B79-A4CA-650B11FA744C}" type="pres">
      <dgm:prSet presAssocID="{98449C0A-EF0A-43F1-ACD8-7E3BBF7ECE3C}" presName="compNode" presStyleCnt="0"/>
      <dgm:spPr/>
    </dgm:pt>
    <dgm:pt modelId="{BC7AF240-A3C4-4C69-967C-EC0E0970FF22}" type="pres">
      <dgm:prSet presAssocID="{98449C0A-EF0A-43F1-ACD8-7E3BBF7ECE3C}" presName="iconBgRect" presStyleLbl="bgShp" presStyleIdx="0" presStyleCnt="2"/>
      <dgm:spPr/>
    </dgm:pt>
    <dgm:pt modelId="{28AB3619-56D8-4B8E-8FBD-DE0F6B6129C6}" type="pres">
      <dgm:prSet presAssocID="{98449C0A-EF0A-43F1-ACD8-7E3BBF7ECE3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683798F-8206-4AB1-A135-00D4755EAB32}" type="pres">
      <dgm:prSet presAssocID="{98449C0A-EF0A-43F1-ACD8-7E3BBF7ECE3C}" presName="spaceRect" presStyleCnt="0"/>
      <dgm:spPr/>
    </dgm:pt>
    <dgm:pt modelId="{56101CA8-09AB-4654-9C4E-5268775AC5C9}" type="pres">
      <dgm:prSet presAssocID="{98449C0A-EF0A-43F1-ACD8-7E3BBF7ECE3C}" presName="textRect" presStyleLbl="revTx" presStyleIdx="0" presStyleCnt="2">
        <dgm:presLayoutVars>
          <dgm:chMax val="1"/>
          <dgm:chPref val="1"/>
        </dgm:presLayoutVars>
      </dgm:prSet>
      <dgm:spPr/>
    </dgm:pt>
    <dgm:pt modelId="{3676C4EC-1C2C-4D6F-9F1E-433BF52AD24A}" type="pres">
      <dgm:prSet presAssocID="{768109C2-E0A2-46E2-BE9E-0F375A69B25D}" presName="sibTrans" presStyleLbl="sibTrans2D1" presStyleIdx="0" presStyleCnt="0"/>
      <dgm:spPr/>
    </dgm:pt>
    <dgm:pt modelId="{E4F1E8BF-4C10-45BA-A650-394A8523A1CD}" type="pres">
      <dgm:prSet presAssocID="{23DEEF9B-7E50-45A8-B7FC-3855122173D4}" presName="compNode" presStyleCnt="0"/>
      <dgm:spPr/>
    </dgm:pt>
    <dgm:pt modelId="{A96F4452-7187-44AE-BD45-31F76BD4BFF1}" type="pres">
      <dgm:prSet presAssocID="{23DEEF9B-7E50-45A8-B7FC-3855122173D4}" presName="iconBgRect" presStyleLbl="bgShp" presStyleIdx="1" presStyleCnt="2"/>
      <dgm:spPr/>
    </dgm:pt>
    <dgm:pt modelId="{F34523C1-1FAE-44BD-BDBA-19BB31457A95}" type="pres">
      <dgm:prSet presAssocID="{23DEEF9B-7E50-45A8-B7FC-3855122173D4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D3F5F30B-E745-4772-82A8-C2061A4D0588}" type="pres">
      <dgm:prSet presAssocID="{23DEEF9B-7E50-45A8-B7FC-3855122173D4}" presName="spaceRect" presStyleCnt="0"/>
      <dgm:spPr/>
    </dgm:pt>
    <dgm:pt modelId="{1B34E797-13D6-47CB-8032-3FFB470B1332}" type="pres">
      <dgm:prSet presAssocID="{23DEEF9B-7E50-45A8-B7FC-3855122173D4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73E8E0C-34E8-4357-8954-99004B1B8DCD}" type="presOf" srcId="{98449C0A-EF0A-43F1-ACD8-7E3BBF7ECE3C}" destId="{56101CA8-09AB-4654-9C4E-5268775AC5C9}" srcOrd="0" destOrd="0" presId="urn:microsoft.com/office/officeart/2018/2/layout/IconCircleList"/>
    <dgm:cxn modelId="{F3E0FD39-713B-4E55-8E74-8E9F2EA514F5}" type="presOf" srcId="{23DEEF9B-7E50-45A8-B7FC-3855122173D4}" destId="{1B34E797-13D6-47CB-8032-3FFB470B1332}" srcOrd="0" destOrd="0" presId="urn:microsoft.com/office/officeart/2018/2/layout/IconCircleList"/>
    <dgm:cxn modelId="{85F5303F-0421-4C97-8BB3-5983899C3CA7}" type="presOf" srcId="{768109C2-E0A2-46E2-BE9E-0F375A69B25D}" destId="{3676C4EC-1C2C-4D6F-9F1E-433BF52AD24A}" srcOrd="0" destOrd="0" presId="urn:microsoft.com/office/officeart/2018/2/layout/IconCircleList"/>
    <dgm:cxn modelId="{07B4F059-B477-4ED1-BA42-1DDCB3339323}" srcId="{64CDC5EC-1657-47CF-9AA2-BB788A7985A1}" destId="{98449C0A-EF0A-43F1-ACD8-7E3BBF7ECE3C}" srcOrd="0" destOrd="0" parTransId="{BB0B21C6-757F-4887-842B-F6D7357980A3}" sibTransId="{768109C2-E0A2-46E2-BE9E-0F375A69B25D}"/>
    <dgm:cxn modelId="{54638099-5014-46A5-821F-63AC2FA8B3EF}" srcId="{64CDC5EC-1657-47CF-9AA2-BB788A7985A1}" destId="{23DEEF9B-7E50-45A8-B7FC-3855122173D4}" srcOrd="1" destOrd="0" parTransId="{526AFF83-A376-49B0-B2C7-C30F21940AB9}" sibTransId="{7FAB6CFE-9303-499B-AFAE-048BEBAA3403}"/>
    <dgm:cxn modelId="{44F9DFC2-C434-439D-BF8F-0BF2F29C3A1C}" type="presOf" srcId="{64CDC5EC-1657-47CF-9AA2-BB788A7985A1}" destId="{69485AB4-A64F-4C26-BF6F-05CCF599D14E}" srcOrd="0" destOrd="0" presId="urn:microsoft.com/office/officeart/2018/2/layout/IconCircleList"/>
    <dgm:cxn modelId="{1815F933-0B33-4DD0-BD8A-7CA84713C0E2}" type="presParOf" srcId="{69485AB4-A64F-4C26-BF6F-05CCF599D14E}" destId="{944BD7AF-0686-4D01-BACF-E2BAFEE7A914}" srcOrd="0" destOrd="0" presId="urn:microsoft.com/office/officeart/2018/2/layout/IconCircleList"/>
    <dgm:cxn modelId="{DBB3FA1C-E8D7-4811-AE0D-67885FE05832}" type="presParOf" srcId="{944BD7AF-0686-4D01-BACF-E2BAFEE7A914}" destId="{9CA56EF9-259D-4B79-A4CA-650B11FA744C}" srcOrd="0" destOrd="0" presId="urn:microsoft.com/office/officeart/2018/2/layout/IconCircleList"/>
    <dgm:cxn modelId="{F46144F2-B171-4C14-9B91-F49DCD5BF87B}" type="presParOf" srcId="{9CA56EF9-259D-4B79-A4CA-650B11FA744C}" destId="{BC7AF240-A3C4-4C69-967C-EC0E0970FF22}" srcOrd="0" destOrd="0" presId="urn:microsoft.com/office/officeart/2018/2/layout/IconCircleList"/>
    <dgm:cxn modelId="{C1696443-8742-4ADA-A118-9CD355BA352C}" type="presParOf" srcId="{9CA56EF9-259D-4B79-A4CA-650B11FA744C}" destId="{28AB3619-56D8-4B8E-8FBD-DE0F6B6129C6}" srcOrd="1" destOrd="0" presId="urn:microsoft.com/office/officeart/2018/2/layout/IconCircleList"/>
    <dgm:cxn modelId="{7981C445-6D1D-4C08-8CE6-CDAEAC2A8F31}" type="presParOf" srcId="{9CA56EF9-259D-4B79-A4CA-650B11FA744C}" destId="{4683798F-8206-4AB1-A135-00D4755EAB32}" srcOrd="2" destOrd="0" presId="urn:microsoft.com/office/officeart/2018/2/layout/IconCircleList"/>
    <dgm:cxn modelId="{96BBB71F-6B7A-4CD9-89AC-1FA54CD07620}" type="presParOf" srcId="{9CA56EF9-259D-4B79-A4CA-650B11FA744C}" destId="{56101CA8-09AB-4654-9C4E-5268775AC5C9}" srcOrd="3" destOrd="0" presId="urn:microsoft.com/office/officeart/2018/2/layout/IconCircleList"/>
    <dgm:cxn modelId="{8E31359B-C44E-4B72-906E-119951F78588}" type="presParOf" srcId="{944BD7AF-0686-4D01-BACF-E2BAFEE7A914}" destId="{3676C4EC-1C2C-4D6F-9F1E-433BF52AD24A}" srcOrd="1" destOrd="0" presId="urn:microsoft.com/office/officeart/2018/2/layout/IconCircleList"/>
    <dgm:cxn modelId="{9DD3458A-B7E4-45E2-8E16-67063FFCE93D}" type="presParOf" srcId="{944BD7AF-0686-4D01-BACF-E2BAFEE7A914}" destId="{E4F1E8BF-4C10-45BA-A650-394A8523A1CD}" srcOrd="2" destOrd="0" presId="urn:microsoft.com/office/officeart/2018/2/layout/IconCircleList"/>
    <dgm:cxn modelId="{2B4AD6CC-09A9-4FEA-8233-99734EB44223}" type="presParOf" srcId="{E4F1E8BF-4C10-45BA-A650-394A8523A1CD}" destId="{A96F4452-7187-44AE-BD45-31F76BD4BFF1}" srcOrd="0" destOrd="0" presId="urn:microsoft.com/office/officeart/2018/2/layout/IconCircleList"/>
    <dgm:cxn modelId="{BEACB2C1-9901-4BCE-B5E5-87D5254D6921}" type="presParOf" srcId="{E4F1E8BF-4C10-45BA-A650-394A8523A1CD}" destId="{F34523C1-1FAE-44BD-BDBA-19BB31457A95}" srcOrd="1" destOrd="0" presId="urn:microsoft.com/office/officeart/2018/2/layout/IconCircleList"/>
    <dgm:cxn modelId="{EA61A16C-6E6A-4092-9705-402B4D1EEF98}" type="presParOf" srcId="{E4F1E8BF-4C10-45BA-A650-394A8523A1CD}" destId="{D3F5F30B-E745-4772-82A8-C2061A4D0588}" srcOrd="2" destOrd="0" presId="urn:microsoft.com/office/officeart/2018/2/layout/IconCircleList"/>
    <dgm:cxn modelId="{87670736-C62D-4C87-B9FA-CE969196FF8E}" type="presParOf" srcId="{E4F1E8BF-4C10-45BA-A650-394A8523A1CD}" destId="{1B34E797-13D6-47CB-8032-3FFB470B1332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0FF2E511-F011-4E19-BE37-8F87BF65D8AE}" type="doc">
      <dgm:prSet loTypeId="urn:microsoft.com/office/officeart/2018/2/layout/IconCircle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E8E89EB-122F-4BBA-9026-5BFA7A1B75E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/>
            <a:t>Complete Lab7.</a:t>
          </a:r>
          <a:endParaRPr lang="en-US"/>
        </a:p>
      </dgm:t>
    </dgm:pt>
    <dgm:pt modelId="{0A3331E4-CDE4-4240-A7FC-E4BDEC6F0112}" type="parTrans" cxnId="{9C4523C0-EAC6-4F84-8BA4-D7E5E4942B8E}">
      <dgm:prSet/>
      <dgm:spPr/>
      <dgm:t>
        <a:bodyPr/>
        <a:lstStyle/>
        <a:p>
          <a:endParaRPr lang="en-US"/>
        </a:p>
      </dgm:t>
    </dgm:pt>
    <dgm:pt modelId="{4DD90F7C-5D68-4A05-93F4-821F8F9B4855}" type="sibTrans" cxnId="{9C4523C0-EAC6-4F84-8BA4-D7E5E4942B8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D100A093-7AF0-4B55-A0B6-E7E8543D1781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1" dirty="0"/>
            <a:t>Duration 30 minutes</a:t>
          </a:r>
          <a:endParaRPr lang="en-US" dirty="0"/>
        </a:p>
      </dgm:t>
    </dgm:pt>
    <dgm:pt modelId="{E613EBDD-6750-4E66-9A89-E06AFF628DEF}" type="parTrans" cxnId="{070AC89D-BEA9-481B-87A4-684153012AC0}">
      <dgm:prSet/>
      <dgm:spPr/>
      <dgm:t>
        <a:bodyPr/>
        <a:lstStyle/>
        <a:p>
          <a:endParaRPr lang="en-US"/>
        </a:p>
      </dgm:t>
    </dgm:pt>
    <dgm:pt modelId="{1920BBC1-5339-4CEF-BF47-4291C5C43E14}" type="sibTrans" cxnId="{070AC89D-BEA9-481B-87A4-684153012AC0}">
      <dgm:prSet/>
      <dgm:spPr/>
      <dgm:t>
        <a:bodyPr/>
        <a:lstStyle/>
        <a:p>
          <a:endParaRPr lang="en-US"/>
        </a:p>
      </dgm:t>
    </dgm:pt>
    <dgm:pt modelId="{81B8870A-FF55-41D5-86AD-81222099FB2D}" type="pres">
      <dgm:prSet presAssocID="{0FF2E511-F011-4E19-BE37-8F87BF65D8AE}" presName="root" presStyleCnt="0">
        <dgm:presLayoutVars>
          <dgm:dir/>
          <dgm:resizeHandles val="exact"/>
        </dgm:presLayoutVars>
      </dgm:prSet>
      <dgm:spPr/>
    </dgm:pt>
    <dgm:pt modelId="{BF4666F0-9FBB-4938-8791-CDFAB26BEDAE}" type="pres">
      <dgm:prSet presAssocID="{0FF2E511-F011-4E19-BE37-8F87BF65D8AE}" presName="container" presStyleCnt="0">
        <dgm:presLayoutVars>
          <dgm:dir/>
          <dgm:resizeHandles val="exact"/>
        </dgm:presLayoutVars>
      </dgm:prSet>
      <dgm:spPr/>
    </dgm:pt>
    <dgm:pt modelId="{19FDCD1B-1EC3-49B2-9E29-44BD3224C1F9}" type="pres">
      <dgm:prSet presAssocID="{9E8E89EB-122F-4BBA-9026-5BFA7A1B75E8}" presName="compNode" presStyleCnt="0"/>
      <dgm:spPr/>
    </dgm:pt>
    <dgm:pt modelId="{55253B88-11B2-4FFC-B0D0-79C53B358DB6}" type="pres">
      <dgm:prSet presAssocID="{9E8E89EB-122F-4BBA-9026-5BFA7A1B75E8}" presName="iconBgRect" presStyleLbl="bgShp" presStyleIdx="0" presStyleCnt="2"/>
      <dgm:spPr/>
    </dgm:pt>
    <dgm:pt modelId="{BDC667B8-37FC-4156-A853-E2D9061FE76E}" type="pres">
      <dgm:prSet presAssocID="{9E8E89EB-122F-4BBA-9026-5BFA7A1B75E8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82B3E64F-51D1-4F8A-8E13-91F52B353F2A}" type="pres">
      <dgm:prSet presAssocID="{9E8E89EB-122F-4BBA-9026-5BFA7A1B75E8}" presName="spaceRect" presStyleCnt="0"/>
      <dgm:spPr/>
    </dgm:pt>
    <dgm:pt modelId="{84E1C8A0-5F72-4D99-80BD-B4C61DE9A566}" type="pres">
      <dgm:prSet presAssocID="{9E8E89EB-122F-4BBA-9026-5BFA7A1B75E8}" presName="textRect" presStyleLbl="revTx" presStyleIdx="0" presStyleCnt="2">
        <dgm:presLayoutVars>
          <dgm:chMax val="1"/>
          <dgm:chPref val="1"/>
        </dgm:presLayoutVars>
      </dgm:prSet>
      <dgm:spPr/>
    </dgm:pt>
    <dgm:pt modelId="{46E48C1F-EFC0-4EFE-B4FF-529FD4E2E311}" type="pres">
      <dgm:prSet presAssocID="{4DD90F7C-5D68-4A05-93F4-821F8F9B4855}" presName="sibTrans" presStyleLbl="sibTrans2D1" presStyleIdx="0" presStyleCnt="0"/>
      <dgm:spPr/>
    </dgm:pt>
    <dgm:pt modelId="{56A995DD-4649-4A34-B35E-D566C2389384}" type="pres">
      <dgm:prSet presAssocID="{D100A093-7AF0-4B55-A0B6-E7E8543D1781}" presName="compNode" presStyleCnt="0"/>
      <dgm:spPr/>
    </dgm:pt>
    <dgm:pt modelId="{E53569A0-CEE1-4300-97E4-12949D94E8EC}" type="pres">
      <dgm:prSet presAssocID="{D100A093-7AF0-4B55-A0B6-E7E8543D1781}" presName="iconBgRect" presStyleLbl="bgShp" presStyleIdx="1" presStyleCnt="2"/>
      <dgm:spPr/>
    </dgm:pt>
    <dgm:pt modelId="{971A118B-ADC1-4F11-BEBC-79F95FA8DA53}" type="pres">
      <dgm:prSet presAssocID="{D100A093-7AF0-4B55-A0B6-E7E8543D178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1F5633B3-B1E8-453E-8051-946593EB5335}" type="pres">
      <dgm:prSet presAssocID="{D100A093-7AF0-4B55-A0B6-E7E8543D1781}" presName="spaceRect" presStyleCnt="0"/>
      <dgm:spPr/>
    </dgm:pt>
    <dgm:pt modelId="{D5CED254-74D4-4BC7-963D-ADE709BA7DD8}" type="pres">
      <dgm:prSet presAssocID="{D100A093-7AF0-4B55-A0B6-E7E8543D178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EAF75604-82E6-48F2-AECB-CA9CF7FB772E}" type="presOf" srcId="{9E8E89EB-122F-4BBA-9026-5BFA7A1B75E8}" destId="{84E1C8A0-5F72-4D99-80BD-B4C61DE9A566}" srcOrd="0" destOrd="0" presId="urn:microsoft.com/office/officeart/2018/2/layout/IconCircleList"/>
    <dgm:cxn modelId="{5A5CD52B-CA31-4C99-AE4F-C836B6592E94}" type="presOf" srcId="{4DD90F7C-5D68-4A05-93F4-821F8F9B4855}" destId="{46E48C1F-EFC0-4EFE-B4FF-529FD4E2E311}" srcOrd="0" destOrd="0" presId="urn:microsoft.com/office/officeart/2018/2/layout/IconCircleList"/>
    <dgm:cxn modelId="{82713094-61A6-4730-B6BA-B631F487F214}" type="presOf" srcId="{D100A093-7AF0-4B55-A0B6-E7E8543D1781}" destId="{D5CED254-74D4-4BC7-963D-ADE709BA7DD8}" srcOrd="0" destOrd="0" presId="urn:microsoft.com/office/officeart/2018/2/layout/IconCircleList"/>
    <dgm:cxn modelId="{070AC89D-BEA9-481B-87A4-684153012AC0}" srcId="{0FF2E511-F011-4E19-BE37-8F87BF65D8AE}" destId="{D100A093-7AF0-4B55-A0B6-E7E8543D1781}" srcOrd="1" destOrd="0" parTransId="{E613EBDD-6750-4E66-9A89-E06AFF628DEF}" sibTransId="{1920BBC1-5339-4CEF-BF47-4291C5C43E14}"/>
    <dgm:cxn modelId="{10C4CCAD-A4AA-406F-B3FC-6D4A661A5497}" type="presOf" srcId="{0FF2E511-F011-4E19-BE37-8F87BF65D8AE}" destId="{81B8870A-FF55-41D5-86AD-81222099FB2D}" srcOrd="0" destOrd="0" presId="urn:microsoft.com/office/officeart/2018/2/layout/IconCircleList"/>
    <dgm:cxn modelId="{9C4523C0-EAC6-4F84-8BA4-D7E5E4942B8E}" srcId="{0FF2E511-F011-4E19-BE37-8F87BF65D8AE}" destId="{9E8E89EB-122F-4BBA-9026-5BFA7A1B75E8}" srcOrd="0" destOrd="0" parTransId="{0A3331E4-CDE4-4240-A7FC-E4BDEC6F0112}" sibTransId="{4DD90F7C-5D68-4A05-93F4-821F8F9B4855}"/>
    <dgm:cxn modelId="{04439224-2A0F-4692-BD44-EC416CF5D5FB}" type="presParOf" srcId="{81B8870A-FF55-41D5-86AD-81222099FB2D}" destId="{BF4666F0-9FBB-4938-8791-CDFAB26BEDAE}" srcOrd="0" destOrd="0" presId="urn:microsoft.com/office/officeart/2018/2/layout/IconCircleList"/>
    <dgm:cxn modelId="{63AE444F-59D1-4334-A545-68134DBAD202}" type="presParOf" srcId="{BF4666F0-9FBB-4938-8791-CDFAB26BEDAE}" destId="{19FDCD1B-1EC3-49B2-9E29-44BD3224C1F9}" srcOrd="0" destOrd="0" presId="urn:microsoft.com/office/officeart/2018/2/layout/IconCircleList"/>
    <dgm:cxn modelId="{8C7C227E-FC8B-4BF2-99BC-1A8FA035A17D}" type="presParOf" srcId="{19FDCD1B-1EC3-49B2-9E29-44BD3224C1F9}" destId="{55253B88-11B2-4FFC-B0D0-79C53B358DB6}" srcOrd="0" destOrd="0" presId="urn:microsoft.com/office/officeart/2018/2/layout/IconCircleList"/>
    <dgm:cxn modelId="{516F7967-A76E-4400-BAC2-1B17E2ED0C01}" type="presParOf" srcId="{19FDCD1B-1EC3-49B2-9E29-44BD3224C1F9}" destId="{BDC667B8-37FC-4156-A853-E2D9061FE76E}" srcOrd="1" destOrd="0" presId="urn:microsoft.com/office/officeart/2018/2/layout/IconCircleList"/>
    <dgm:cxn modelId="{A33DFBFD-30C9-4261-B14E-B978959A09EC}" type="presParOf" srcId="{19FDCD1B-1EC3-49B2-9E29-44BD3224C1F9}" destId="{82B3E64F-51D1-4F8A-8E13-91F52B353F2A}" srcOrd="2" destOrd="0" presId="urn:microsoft.com/office/officeart/2018/2/layout/IconCircleList"/>
    <dgm:cxn modelId="{4A6130F8-04C9-4BA6-9CFD-381217E7891C}" type="presParOf" srcId="{19FDCD1B-1EC3-49B2-9E29-44BD3224C1F9}" destId="{84E1C8A0-5F72-4D99-80BD-B4C61DE9A566}" srcOrd="3" destOrd="0" presId="urn:microsoft.com/office/officeart/2018/2/layout/IconCircleList"/>
    <dgm:cxn modelId="{889622EE-1E01-4A59-AE8A-FAB186C72718}" type="presParOf" srcId="{BF4666F0-9FBB-4938-8791-CDFAB26BEDAE}" destId="{46E48C1F-EFC0-4EFE-B4FF-529FD4E2E311}" srcOrd="1" destOrd="0" presId="urn:microsoft.com/office/officeart/2018/2/layout/IconCircleList"/>
    <dgm:cxn modelId="{DCC6D3F2-9BBF-4168-B2C3-EDB9AAAA40A1}" type="presParOf" srcId="{BF4666F0-9FBB-4938-8791-CDFAB26BEDAE}" destId="{56A995DD-4649-4A34-B35E-D566C2389384}" srcOrd="2" destOrd="0" presId="urn:microsoft.com/office/officeart/2018/2/layout/IconCircleList"/>
    <dgm:cxn modelId="{87BA594C-7D61-4142-9458-A53418F07D1A}" type="presParOf" srcId="{56A995DD-4649-4A34-B35E-D566C2389384}" destId="{E53569A0-CEE1-4300-97E4-12949D94E8EC}" srcOrd="0" destOrd="0" presId="urn:microsoft.com/office/officeart/2018/2/layout/IconCircleList"/>
    <dgm:cxn modelId="{38566325-75BD-4EDB-BA6A-BCF06C95999E}" type="presParOf" srcId="{56A995DD-4649-4A34-B35E-D566C2389384}" destId="{971A118B-ADC1-4F11-BEBC-79F95FA8DA53}" srcOrd="1" destOrd="0" presId="urn:microsoft.com/office/officeart/2018/2/layout/IconCircleList"/>
    <dgm:cxn modelId="{96157355-5BFC-42AA-93D7-97D2B674E58B}" type="presParOf" srcId="{56A995DD-4649-4A34-B35E-D566C2389384}" destId="{1F5633B3-B1E8-453E-8051-946593EB5335}" srcOrd="2" destOrd="0" presId="urn:microsoft.com/office/officeart/2018/2/layout/IconCircleList"/>
    <dgm:cxn modelId="{7067EB94-50AD-446A-B1B0-47E047CC15E9}" type="presParOf" srcId="{56A995DD-4649-4A34-B35E-D566C2389384}" destId="{D5CED254-74D4-4BC7-963D-ADE709BA7DD8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07E1C4-D94F-4BD5-9ACC-09FE7B43867B}">
      <dsp:nvSpPr>
        <dsp:cNvPr id="0" name=""/>
        <dsp:cNvSpPr/>
      </dsp:nvSpPr>
      <dsp:spPr>
        <a:xfrm>
          <a:off x="0" y="640552"/>
          <a:ext cx="6665237" cy="118255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E962E5E-9C9E-457C-A44C-FEB511B5960C}">
      <dsp:nvSpPr>
        <dsp:cNvPr id="0" name=""/>
        <dsp:cNvSpPr/>
      </dsp:nvSpPr>
      <dsp:spPr>
        <a:xfrm>
          <a:off x="357723" y="906627"/>
          <a:ext cx="650406" cy="65040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205C69-1175-4524-87CE-BE00EFAA3ABF}">
      <dsp:nvSpPr>
        <dsp:cNvPr id="0" name=""/>
        <dsp:cNvSpPr/>
      </dsp:nvSpPr>
      <dsp:spPr>
        <a:xfrm>
          <a:off x="1365854" y="640552"/>
          <a:ext cx="5299382" cy="1182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154" tIns="125154" rIns="125154" bIns="125154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To understand what Acceptance Criteria is</a:t>
          </a:r>
          <a:endParaRPr lang="en-US" sz="2000" kern="1200" dirty="0"/>
        </a:p>
      </dsp:txBody>
      <dsp:txXfrm>
        <a:off x="1365854" y="640552"/>
        <a:ext cx="5299382" cy="1182558"/>
      </dsp:txXfrm>
    </dsp:sp>
    <dsp:sp modelId="{90587067-CED5-429F-A094-BDF774E18175}">
      <dsp:nvSpPr>
        <dsp:cNvPr id="0" name=""/>
        <dsp:cNvSpPr/>
      </dsp:nvSpPr>
      <dsp:spPr>
        <a:xfrm>
          <a:off x="0" y="2118749"/>
          <a:ext cx="6665237" cy="118255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80CAAC-19AC-48A3-B398-957E5CD223DF}">
      <dsp:nvSpPr>
        <dsp:cNvPr id="0" name=""/>
        <dsp:cNvSpPr/>
      </dsp:nvSpPr>
      <dsp:spPr>
        <a:xfrm>
          <a:off x="357723" y="2384825"/>
          <a:ext cx="650406" cy="65040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9B4E32-F549-418F-8EFA-E7A16B9181FC}">
      <dsp:nvSpPr>
        <dsp:cNvPr id="0" name=""/>
        <dsp:cNvSpPr/>
      </dsp:nvSpPr>
      <dsp:spPr>
        <a:xfrm>
          <a:off x="1365854" y="2118749"/>
          <a:ext cx="5299382" cy="118255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154" tIns="125154" rIns="125154" bIns="125154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How it helps to move a Product Backlog Feature into </a:t>
          </a:r>
          <a:r>
            <a:rPr lang="en-GB" sz="2000" kern="1200" dirty="0" err="1"/>
            <a:t>DoR</a:t>
          </a:r>
          <a:r>
            <a:rPr lang="en-GB" sz="2000" kern="1200" dirty="0"/>
            <a:t> state ready for development.</a:t>
          </a:r>
          <a:endParaRPr lang="en-US" sz="2000" kern="1200" dirty="0"/>
        </a:p>
      </dsp:txBody>
      <dsp:txXfrm>
        <a:off x="1365854" y="2118749"/>
        <a:ext cx="5299382" cy="11825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6AF5D5-3BA2-422D-A344-35BB7E34D1D3}">
      <dsp:nvSpPr>
        <dsp:cNvPr id="0" name=""/>
        <dsp:cNvSpPr/>
      </dsp:nvSpPr>
      <dsp:spPr>
        <a:xfrm>
          <a:off x="0" y="793003"/>
          <a:ext cx="6770688" cy="16731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Acceptance criteria dictates the conditions for software to be considered as done.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GB" sz="1800" kern="1200" dirty="0"/>
          </a:br>
          <a:r>
            <a:rPr lang="en-GB" sz="1800" kern="1200" dirty="0"/>
            <a:t>It is a set of statements that usually have a </a:t>
          </a:r>
          <a:br>
            <a:rPr lang="en-GB" sz="1800" kern="1200" dirty="0"/>
          </a:br>
          <a:r>
            <a:rPr lang="en-GB" sz="1800" kern="1200" dirty="0"/>
            <a:t>pass / fail result for all requirements.</a:t>
          </a:r>
          <a:endParaRPr lang="en-US" sz="1800" kern="1200" dirty="0"/>
        </a:p>
      </dsp:txBody>
      <dsp:txXfrm>
        <a:off x="81674" y="874677"/>
        <a:ext cx="6607340" cy="1509752"/>
      </dsp:txXfrm>
    </dsp:sp>
    <dsp:sp modelId="{B880C244-57E0-4A2A-B2C3-10B196C63B8C}">
      <dsp:nvSpPr>
        <dsp:cNvPr id="0" name=""/>
        <dsp:cNvSpPr/>
      </dsp:nvSpPr>
      <dsp:spPr>
        <a:xfrm>
          <a:off x="0" y="2653303"/>
          <a:ext cx="6770688" cy="16731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Are attached to user stories to understand what a feature needs. </a:t>
          </a:r>
          <a:br>
            <a:rPr lang="en-GB" sz="1800" kern="1200" dirty="0"/>
          </a:br>
          <a:endParaRPr lang="en-GB" sz="1800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It is easier to understand the minimum viable product based on these criteria, and you can also derive tests from the criteria.</a:t>
          </a:r>
          <a:endParaRPr lang="en-US" sz="1800" kern="1200" dirty="0"/>
        </a:p>
      </dsp:txBody>
      <dsp:txXfrm>
        <a:off x="81674" y="2734977"/>
        <a:ext cx="6607340" cy="15097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DEA0BE-3B49-41BD-83B1-46AE94314D58}">
      <dsp:nvSpPr>
        <dsp:cNvPr id="0" name=""/>
        <dsp:cNvSpPr/>
      </dsp:nvSpPr>
      <dsp:spPr>
        <a:xfrm>
          <a:off x="0" y="1861"/>
          <a:ext cx="6770078" cy="94327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32FF59-B7D1-4ED6-80B5-36FB003F8DFA}">
      <dsp:nvSpPr>
        <dsp:cNvPr id="0" name=""/>
        <dsp:cNvSpPr/>
      </dsp:nvSpPr>
      <dsp:spPr>
        <a:xfrm>
          <a:off x="285341" y="214098"/>
          <a:ext cx="518802" cy="5188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532F0F-599A-4D99-8905-873D57A92653}">
      <dsp:nvSpPr>
        <dsp:cNvPr id="0" name=""/>
        <dsp:cNvSpPr/>
      </dsp:nvSpPr>
      <dsp:spPr>
        <a:xfrm>
          <a:off x="1089484" y="1861"/>
          <a:ext cx="5680593" cy="943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830" tIns="99830" rIns="99830" bIns="9983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kern="1200"/>
            <a:t>Once a product backlog feature has acceptance criteria so that a developer understands what a feature needs.  </a:t>
          </a:r>
          <a:endParaRPr lang="en-US" sz="1900" kern="1200"/>
        </a:p>
      </dsp:txBody>
      <dsp:txXfrm>
        <a:off x="1089484" y="1861"/>
        <a:ext cx="5680593" cy="943276"/>
      </dsp:txXfrm>
    </dsp:sp>
    <dsp:sp modelId="{161D7B0B-F6B4-4EA3-8027-0A43136DDC25}">
      <dsp:nvSpPr>
        <dsp:cNvPr id="0" name=""/>
        <dsp:cNvSpPr/>
      </dsp:nvSpPr>
      <dsp:spPr>
        <a:xfrm>
          <a:off x="0" y="1180956"/>
          <a:ext cx="6770078" cy="94327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FB94A7-F639-4180-8ED7-8209C32FCA71}">
      <dsp:nvSpPr>
        <dsp:cNvPr id="0" name=""/>
        <dsp:cNvSpPr/>
      </dsp:nvSpPr>
      <dsp:spPr>
        <a:xfrm>
          <a:off x="285341" y="1393194"/>
          <a:ext cx="518802" cy="5188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A68379-FA6E-4205-9B23-0B4E651CABC0}">
      <dsp:nvSpPr>
        <dsp:cNvPr id="0" name=""/>
        <dsp:cNvSpPr/>
      </dsp:nvSpPr>
      <dsp:spPr>
        <a:xfrm>
          <a:off x="1089484" y="1180956"/>
          <a:ext cx="5680593" cy="943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830" tIns="99830" rIns="99830" bIns="9983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kern="1200"/>
            <a:t>Understands the minimum viable product based on these criteria, and </a:t>
          </a:r>
          <a:endParaRPr lang="en-US" sz="1900" kern="1200"/>
        </a:p>
      </dsp:txBody>
      <dsp:txXfrm>
        <a:off x="1089484" y="1180956"/>
        <a:ext cx="5680593" cy="943276"/>
      </dsp:txXfrm>
    </dsp:sp>
    <dsp:sp modelId="{65BC9ACA-5502-4DE4-9A9C-FEE0312E934E}">
      <dsp:nvSpPr>
        <dsp:cNvPr id="0" name=""/>
        <dsp:cNvSpPr/>
      </dsp:nvSpPr>
      <dsp:spPr>
        <a:xfrm>
          <a:off x="0" y="2360052"/>
          <a:ext cx="6770078" cy="94327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937CF18-C7F7-4ED3-9C42-82D68E0ABFDE}">
      <dsp:nvSpPr>
        <dsp:cNvPr id="0" name=""/>
        <dsp:cNvSpPr/>
      </dsp:nvSpPr>
      <dsp:spPr>
        <a:xfrm>
          <a:off x="285341" y="2563158"/>
          <a:ext cx="518802" cy="5188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57A0B5-C89E-4B9F-805B-324D8A5A49DE}">
      <dsp:nvSpPr>
        <dsp:cNvPr id="0" name=""/>
        <dsp:cNvSpPr/>
      </dsp:nvSpPr>
      <dsp:spPr>
        <a:xfrm>
          <a:off x="1089484" y="2360052"/>
          <a:ext cx="5680593" cy="943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830" tIns="99830" rIns="99830" bIns="9983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kern="1200" dirty="0"/>
            <a:t>can derive tests from the criteria. </a:t>
          </a:r>
          <a:endParaRPr lang="en-US" sz="1900" kern="1200" dirty="0"/>
        </a:p>
      </dsp:txBody>
      <dsp:txXfrm>
        <a:off x="1089484" y="2360052"/>
        <a:ext cx="5680593" cy="943276"/>
      </dsp:txXfrm>
    </dsp:sp>
    <dsp:sp modelId="{A1704A39-4BED-4F35-852F-0D71C4BC2519}">
      <dsp:nvSpPr>
        <dsp:cNvPr id="0" name=""/>
        <dsp:cNvSpPr/>
      </dsp:nvSpPr>
      <dsp:spPr>
        <a:xfrm>
          <a:off x="0" y="3539148"/>
          <a:ext cx="6770078" cy="94327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707B1D-DC20-43A5-835D-6AF256E37A23}">
      <dsp:nvSpPr>
        <dsp:cNvPr id="0" name=""/>
        <dsp:cNvSpPr/>
      </dsp:nvSpPr>
      <dsp:spPr>
        <a:xfrm>
          <a:off x="285341" y="3751385"/>
          <a:ext cx="518802" cy="5188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90C6B0-4465-4FF4-A070-5B9742542BCC}">
      <dsp:nvSpPr>
        <dsp:cNvPr id="0" name=""/>
        <dsp:cNvSpPr/>
      </dsp:nvSpPr>
      <dsp:spPr>
        <a:xfrm>
          <a:off x="1089484" y="3539148"/>
          <a:ext cx="5680593" cy="9432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830" tIns="99830" rIns="99830" bIns="9983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b="0" kern="1200" dirty="0"/>
            <a:t>Then the feature is </a:t>
          </a:r>
          <a:r>
            <a:rPr lang="en-GB" sz="1900" b="0" kern="1200" dirty="0" err="1"/>
            <a:t>DoR</a:t>
          </a:r>
          <a:r>
            <a:rPr lang="en-GB" sz="1900" b="0" kern="1200" dirty="0"/>
            <a:t> and is ready to be considered in the Sprint Planning Meeting for the next Sprint</a:t>
          </a:r>
          <a:endParaRPr lang="en-US" sz="1900" kern="1200" dirty="0"/>
        </a:p>
      </dsp:txBody>
      <dsp:txXfrm>
        <a:off x="1089484" y="3539148"/>
        <a:ext cx="5680593" cy="94327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9F3C0C-3A71-44F5-A5E6-3C834BAF8CE9}">
      <dsp:nvSpPr>
        <dsp:cNvPr id="0" name=""/>
        <dsp:cNvSpPr/>
      </dsp:nvSpPr>
      <dsp:spPr>
        <a:xfrm>
          <a:off x="0" y="844"/>
          <a:ext cx="67706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CF6BA0-007D-4684-B46C-A4CF817979BC}">
      <dsp:nvSpPr>
        <dsp:cNvPr id="0" name=""/>
        <dsp:cNvSpPr/>
      </dsp:nvSpPr>
      <dsp:spPr>
        <a:xfrm>
          <a:off x="0" y="844"/>
          <a:ext cx="6770688" cy="10998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3200" b="1" kern="1200" dirty="0">
              <a:solidFill>
                <a:schemeClr val="accent1"/>
              </a:solidFill>
            </a:rPr>
            <a:t>User Story 1</a:t>
          </a:r>
          <a:endParaRPr lang="en-US" sz="3200" kern="1200" dirty="0">
            <a:solidFill>
              <a:schemeClr val="accent1"/>
            </a:solidFill>
          </a:endParaRPr>
        </a:p>
      </dsp:txBody>
      <dsp:txXfrm>
        <a:off x="0" y="844"/>
        <a:ext cx="6770688" cy="1099872"/>
      </dsp:txXfrm>
    </dsp:sp>
    <dsp:sp modelId="{36551C47-38A4-450D-A517-B7CABB32064F}">
      <dsp:nvSpPr>
        <dsp:cNvPr id="0" name=""/>
        <dsp:cNvSpPr/>
      </dsp:nvSpPr>
      <dsp:spPr>
        <a:xfrm>
          <a:off x="0" y="1100716"/>
          <a:ext cx="67706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707A22-296E-4992-AE96-FFE78EC6EF96}">
      <dsp:nvSpPr>
        <dsp:cNvPr id="0" name=""/>
        <dsp:cNvSpPr/>
      </dsp:nvSpPr>
      <dsp:spPr>
        <a:xfrm>
          <a:off x="0" y="1100716"/>
          <a:ext cx="6770688" cy="718227"/>
        </a:xfrm>
        <a:prstGeom prst="rect">
          <a:avLst/>
        </a:prstGeom>
        <a:solidFill>
          <a:schemeClr val="accent4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>
              <a:solidFill>
                <a:srgbClr val="C00000"/>
              </a:solidFill>
            </a:rPr>
            <a:t>As a</a:t>
          </a:r>
          <a:r>
            <a:rPr lang="en-GB" sz="2400" kern="1200" dirty="0"/>
            <a:t> </a:t>
          </a:r>
          <a:r>
            <a:rPr lang="en-GB" sz="2400" b="1" kern="1200" dirty="0"/>
            <a:t>subscriber</a:t>
          </a:r>
          <a:endParaRPr lang="en-US" sz="2400" kern="1200" dirty="0"/>
        </a:p>
      </dsp:txBody>
      <dsp:txXfrm>
        <a:off x="0" y="1100716"/>
        <a:ext cx="6770688" cy="718227"/>
      </dsp:txXfrm>
    </dsp:sp>
    <dsp:sp modelId="{C7D7251F-A46F-4FF8-BAB3-636172272447}">
      <dsp:nvSpPr>
        <dsp:cNvPr id="0" name=""/>
        <dsp:cNvSpPr/>
      </dsp:nvSpPr>
      <dsp:spPr>
        <a:xfrm>
          <a:off x="0" y="1818944"/>
          <a:ext cx="67706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4A06CB-EEC0-403D-B821-5EF262504F7F}">
      <dsp:nvSpPr>
        <dsp:cNvPr id="0" name=""/>
        <dsp:cNvSpPr/>
      </dsp:nvSpPr>
      <dsp:spPr>
        <a:xfrm>
          <a:off x="0" y="1818944"/>
          <a:ext cx="6770688" cy="1099872"/>
        </a:xfrm>
        <a:prstGeom prst="rect">
          <a:avLst/>
        </a:prstGeom>
        <a:solidFill>
          <a:schemeClr val="accent4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>
              <a:solidFill>
                <a:srgbClr val="C00000"/>
              </a:solidFill>
            </a:rPr>
            <a:t>I want to</a:t>
          </a:r>
          <a:r>
            <a:rPr lang="en-GB" sz="2400" kern="1200" dirty="0"/>
            <a:t> </a:t>
          </a:r>
          <a:r>
            <a:rPr lang="en-GB" sz="2400" b="1" kern="1200" dirty="0"/>
            <a:t>be able to create an account on my technical website</a:t>
          </a:r>
          <a:endParaRPr lang="en-US" sz="2400" kern="1200" dirty="0"/>
        </a:p>
      </dsp:txBody>
      <dsp:txXfrm>
        <a:off x="0" y="1818944"/>
        <a:ext cx="6770688" cy="1099872"/>
      </dsp:txXfrm>
    </dsp:sp>
    <dsp:sp modelId="{DAC6E290-0260-46E5-B23E-7BC6DF0748EA}">
      <dsp:nvSpPr>
        <dsp:cNvPr id="0" name=""/>
        <dsp:cNvSpPr/>
      </dsp:nvSpPr>
      <dsp:spPr>
        <a:xfrm>
          <a:off x="0" y="2918817"/>
          <a:ext cx="67706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275C48-028C-405D-98C3-EF824E3091D9}">
      <dsp:nvSpPr>
        <dsp:cNvPr id="0" name=""/>
        <dsp:cNvSpPr/>
      </dsp:nvSpPr>
      <dsp:spPr>
        <a:xfrm>
          <a:off x="0" y="2918817"/>
          <a:ext cx="6770688" cy="1099872"/>
        </a:xfrm>
        <a:prstGeom prst="rect">
          <a:avLst/>
        </a:prstGeom>
        <a:solidFill>
          <a:schemeClr val="accent4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>
              <a:solidFill>
                <a:srgbClr val="C00000"/>
              </a:solidFill>
            </a:rPr>
            <a:t>So that</a:t>
          </a:r>
          <a:r>
            <a:rPr lang="en-GB" sz="2400" kern="1200" dirty="0"/>
            <a:t> </a:t>
          </a:r>
          <a:r>
            <a:rPr lang="en-GB" sz="2400" b="1" kern="1200" dirty="0"/>
            <a:t>I can learn the best technical indicators to help me improve my trading.</a:t>
          </a:r>
          <a:endParaRPr lang="en-US" sz="2900" kern="1200" dirty="0"/>
        </a:p>
      </dsp:txBody>
      <dsp:txXfrm>
        <a:off x="0" y="2918817"/>
        <a:ext cx="6770688" cy="1099872"/>
      </dsp:txXfrm>
    </dsp:sp>
    <dsp:sp modelId="{4385264E-53F2-414A-9099-47A18DB3C585}">
      <dsp:nvSpPr>
        <dsp:cNvPr id="0" name=""/>
        <dsp:cNvSpPr/>
      </dsp:nvSpPr>
      <dsp:spPr>
        <a:xfrm>
          <a:off x="0" y="4018690"/>
          <a:ext cx="67706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DDAE5F-6892-4E13-A1C9-A13CBB5A9883}">
      <dsp:nvSpPr>
        <dsp:cNvPr id="0" name=""/>
        <dsp:cNvSpPr/>
      </dsp:nvSpPr>
      <dsp:spPr>
        <a:xfrm>
          <a:off x="0" y="4018690"/>
          <a:ext cx="6770688" cy="10998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This user story requires further criteria so that a developer can start work</a:t>
          </a:r>
          <a:endParaRPr lang="en-US" sz="2000" kern="1200" dirty="0"/>
        </a:p>
      </dsp:txBody>
      <dsp:txXfrm>
        <a:off x="0" y="4018690"/>
        <a:ext cx="6770688" cy="109987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0E9244-4208-482D-9A43-51DC72BDF5AC}">
      <dsp:nvSpPr>
        <dsp:cNvPr id="0" name=""/>
        <dsp:cNvSpPr/>
      </dsp:nvSpPr>
      <dsp:spPr>
        <a:xfrm>
          <a:off x="0" y="624"/>
          <a:ext cx="67706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DC5CA7-9DCC-465E-9FB9-0224D4E69D64}">
      <dsp:nvSpPr>
        <dsp:cNvPr id="0" name=""/>
        <dsp:cNvSpPr/>
      </dsp:nvSpPr>
      <dsp:spPr>
        <a:xfrm>
          <a:off x="0" y="624"/>
          <a:ext cx="6770688" cy="511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>
              <a:solidFill>
                <a:schemeClr val="accent1"/>
              </a:solidFill>
            </a:rPr>
            <a:t>User Story 1</a:t>
          </a:r>
          <a:endParaRPr lang="en-US" sz="2000" b="1" kern="1200" dirty="0">
            <a:solidFill>
              <a:schemeClr val="accent1"/>
            </a:solidFill>
          </a:endParaRPr>
        </a:p>
      </dsp:txBody>
      <dsp:txXfrm>
        <a:off x="0" y="624"/>
        <a:ext cx="6770688" cy="511815"/>
      </dsp:txXfrm>
    </dsp:sp>
    <dsp:sp modelId="{14563B39-3AAB-4B40-9C42-948E41D58EA5}">
      <dsp:nvSpPr>
        <dsp:cNvPr id="0" name=""/>
        <dsp:cNvSpPr/>
      </dsp:nvSpPr>
      <dsp:spPr>
        <a:xfrm>
          <a:off x="0" y="512440"/>
          <a:ext cx="67706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5AD8EA-0755-4984-9531-F91F88D34644}">
      <dsp:nvSpPr>
        <dsp:cNvPr id="0" name=""/>
        <dsp:cNvSpPr/>
      </dsp:nvSpPr>
      <dsp:spPr>
        <a:xfrm>
          <a:off x="0" y="512440"/>
          <a:ext cx="6770688" cy="511815"/>
        </a:xfrm>
        <a:prstGeom prst="rect">
          <a:avLst/>
        </a:prstGeom>
        <a:solidFill>
          <a:schemeClr val="accent4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rgbClr val="FF0000"/>
              </a:solidFill>
            </a:rPr>
            <a:t>As a </a:t>
          </a:r>
          <a:r>
            <a:rPr lang="en-GB" sz="1600" b="1" kern="1200" dirty="0"/>
            <a:t>subscriber</a:t>
          </a:r>
          <a:endParaRPr lang="en-US" sz="1600" kern="1200" dirty="0"/>
        </a:p>
      </dsp:txBody>
      <dsp:txXfrm>
        <a:off x="0" y="512440"/>
        <a:ext cx="6770688" cy="511815"/>
      </dsp:txXfrm>
    </dsp:sp>
    <dsp:sp modelId="{42FF3837-3DAD-4403-AC8E-9B5C6DE7555E}">
      <dsp:nvSpPr>
        <dsp:cNvPr id="0" name=""/>
        <dsp:cNvSpPr/>
      </dsp:nvSpPr>
      <dsp:spPr>
        <a:xfrm>
          <a:off x="0" y="1024256"/>
          <a:ext cx="67706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D25BAD-0F7B-4EB5-B15C-26B6232F9923}">
      <dsp:nvSpPr>
        <dsp:cNvPr id="0" name=""/>
        <dsp:cNvSpPr/>
      </dsp:nvSpPr>
      <dsp:spPr>
        <a:xfrm>
          <a:off x="0" y="1024256"/>
          <a:ext cx="6770688" cy="511815"/>
        </a:xfrm>
        <a:prstGeom prst="rect">
          <a:avLst/>
        </a:prstGeom>
        <a:solidFill>
          <a:schemeClr val="accent4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rgbClr val="FF0000"/>
              </a:solidFill>
            </a:rPr>
            <a:t>I want to </a:t>
          </a:r>
          <a:r>
            <a:rPr lang="en-GB" sz="1600" b="1" kern="1200" dirty="0"/>
            <a:t>be able to create an account on </a:t>
          </a:r>
          <a:r>
            <a:rPr lang="en-GB" sz="1600" b="1" kern="1200" dirty="0" err="1"/>
            <a:t>MyTechnicals</a:t>
          </a:r>
          <a:r>
            <a:rPr lang="en-GB" sz="1600" b="1" kern="1200" dirty="0"/>
            <a:t> website</a:t>
          </a:r>
          <a:endParaRPr lang="en-US" sz="1600" kern="1200" dirty="0"/>
        </a:p>
      </dsp:txBody>
      <dsp:txXfrm>
        <a:off x="0" y="1024256"/>
        <a:ext cx="6770688" cy="511815"/>
      </dsp:txXfrm>
    </dsp:sp>
    <dsp:sp modelId="{F2EAFEC4-ACD2-429D-A599-3E88F0F18C02}">
      <dsp:nvSpPr>
        <dsp:cNvPr id="0" name=""/>
        <dsp:cNvSpPr/>
      </dsp:nvSpPr>
      <dsp:spPr>
        <a:xfrm>
          <a:off x="0" y="1536072"/>
          <a:ext cx="67706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ACDD98-03DF-4708-B78E-60A785D5F182}">
      <dsp:nvSpPr>
        <dsp:cNvPr id="0" name=""/>
        <dsp:cNvSpPr/>
      </dsp:nvSpPr>
      <dsp:spPr>
        <a:xfrm>
          <a:off x="0" y="1536072"/>
          <a:ext cx="6770688" cy="511815"/>
        </a:xfrm>
        <a:prstGeom prst="rect">
          <a:avLst/>
        </a:prstGeom>
        <a:solidFill>
          <a:schemeClr val="accent4">
            <a:lumMod val="20000"/>
            <a:lumOff val="80000"/>
          </a:schemeClr>
        </a:solidFill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>
              <a:solidFill>
                <a:srgbClr val="FF0000"/>
              </a:solidFill>
            </a:rPr>
            <a:t>So that </a:t>
          </a:r>
          <a:r>
            <a:rPr lang="en-GB" sz="1600" b="1" kern="1200" dirty="0"/>
            <a:t>I can learn the best technical indicators to help me improve my trading.</a:t>
          </a:r>
          <a:endParaRPr lang="en-US" sz="1600" kern="1200" dirty="0"/>
        </a:p>
      </dsp:txBody>
      <dsp:txXfrm>
        <a:off x="0" y="1536072"/>
        <a:ext cx="6770688" cy="511815"/>
      </dsp:txXfrm>
    </dsp:sp>
    <dsp:sp modelId="{910D9A6C-1E0B-4FFA-A314-A7A1561EA87D}">
      <dsp:nvSpPr>
        <dsp:cNvPr id="0" name=""/>
        <dsp:cNvSpPr/>
      </dsp:nvSpPr>
      <dsp:spPr>
        <a:xfrm>
          <a:off x="0" y="2047887"/>
          <a:ext cx="67706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BF2B70-13F4-4F9F-8CC3-141224A58F64}">
      <dsp:nvSpPr>
        <dsp:cNvPr id="0" name=""/>
        <dsp:cNvSpPr/>
      </dsp:nvSpPr>
      <dsp:spPr>
        <a:xfrm>
          <a:off x="0" y="2047887"/>
          <a:ext cx="6770688" cy="511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b="1" kern="1200" dirty="0">
              <a:solidFill>
                <a:srgbClr val="C00000"/>
              </a:solidFill>
            </a:rPr>
            <a:t>Acceptance Criteria</a:t>
          </a:r>
          <a:endParaRPr lang="en-US" sz="1800" kern="1200" dirty="0">
            <a:solidFill>
              <a:srgbClr val="C00000"/>
            </a:solidFill>
          </a:endParaRPr>
        </a:p>
      </dsp:txBody>
      <dsp:txXfrm>
        <a:off x="0" y="2047887"/>
        <a:ext cx="6770688" cy="511815"/>
      </dsp:txXfrm>
    </dsp:sp>
    <dsp:sp modelId="{5DFC16EB-8481-4C59-8491-81C11E74EE70}">
      <dsp:nvSpPr>
        <dsp:cNvPr id="0" name=""/>
        <dsp:cNvSpPr/>
      </dsp:nvSpPr>
      <dsp:spPr>
        <a:xfrm>
          <a:off x="0" y="2559703"/>
          <a:ext cx="67706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A2B4C0-DD8C-4D93-80D2-BBFC5DF4F23C}">
      <dsp:nvSpPr>
        <dsp:cNvPr id="0" name=""/>
        <dsp:cNvSpPr/>
      </dsp:nvSpPr>
      <dsp:spPr>
        <a:xfrm>
          <a:off x="0" y="2559703"/>
          <a:ext cx="6770688" cy="511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1. </a:t>
          </a:r>
          <a:r>
            <a:rPr lang="en-GB" sz="1600" b="1" kern="1200" dirty="0"/>
            <a:t>Able to create an account manually (filling out the sign-up form)</a:t>
          </a:r>
          <a:endParaRPr lang="en-US" sz="1600" b="1" kern="1200" dirty="0"/>
        </a:p>
      </dsp:txBody>
      <dsp:txXfrm>
        <a:off x="0" y="2559703"/>
        <a:ext cx="6770688" cy="511815"/>
      </dsp:txXfrm>
    </dsp:sp>
    <dsp:sp modelId="{BB56F67D-A653-453F-9D54-E0C53364E01F}">
      <dsp:nvSpPr>
        <dsp:cNvPr id="0" name=""/>
        <dsp:cNvSpPr/>
      </dsp:nvSpPr>
      <dsp:spPr>
        <a:xfrm>
          <a:off x="0" y="3071519"/>
          <a:ext cx="67706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668A9B-4092-4A77-BF1C-28D680BFF55D}">
      <dsp:nvSpPr>
        <dsp:cNvPr id="0" name=""/>
        <dsp:cNvSpPr/>
      </dsp:nvSpPr>
      <dsp:spPr>
        <a:xfrm>
          <a:off x="0" y="3071519"/>
          <a:ext cx="6770688" cy="511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2. </a:t>
          </a:r>
          <a:r>
            <a:rPr lang="en-GB" sz="1600" b="1" kern="1200" dirty="0"/>
            <a:t>Able to create an account via Facebook</a:t>
          </a:r>
          <a:endParaRPr lang="en-US" sz="1600" b="1" kern="1200" dirty="0"/>
        </a:p>
      </dsp:txBody>
      <dsp:txXfrm>
        <a:off x="0" y="3071519"/>
        <a:ext cx="6770688" cy="511815"/>
      </dsp:txXfrm>
    </dsp:sp>
    <dsp:sp modelId="{0F628A18-C853-4EF8-AFC3-93D374FA9FF0}">
      <dsp:nvSpPr>
        <dsp:cNvPr id="0" name=""/>
        <dsp:cNvSpPr/>
      </dsp:nvSpPr>
      <dsp:spPr>
        <a:xfrm>
          <a:off x="0" y="3583334"/>
          <a:ext cx="67706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B9CE32-3A37-4CC4-AE37-ECC6D58C3BAD}">
      <dsp:nvSpPr>
        <dsp:cNvPr id="0" name=""/>
        <dsp:cNvSpPr/>
      </dsp:nvSpPr>
      <dsp:spPr>
        <a:xfrm>
          <a:off x="0" y="3583334"/>
          <a:ext cx="6770688" cy="511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3. </a:t>
          </a:r>
          <a:r>
            <a:rPr lang="en-GB" sz="1600" b="1" kern="1200" dirty="0"/>
            <a:t>Able to create an account via Google</a:t>
          </a:r>
          <a:endParaRPr lang="en-US" sz="1600" b="1" kern="1200" dirty="0"/>
        </a:p>
      </dsp:txBody>
      <dsp:txXfrm>
        <a:off x="0" y="3583334"/>
        <a:ext cx="6770688" cy="511815"/>
      </dsp:txXfrm>
    </dsp:sp>
    <dsp:sp modelId="{3E84BBED-6475-46FB-82E1-26784BEC575A}">
      <dsp:nvSpPr>
        <dsp:cNvPr id="0" name=""/>
        <dsp:cNvSpPr/>
      </dsp:nvSpPr>
      <dsp:spPr>
        <a:xfrm>
          <a:off x="0" y="4095150"/>
          <a:ext cx="67706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DE6DDB-46CE-4D02-9EFC-74F39D714A8D}">
      <dsp:nvSpPr>
        <dsp:cNvPr id="0" name=""/>
        <dsp:cNvSpPr/>
      </dsp:nvSpPr>
      <dsp:spPr>
        <a:xfrm>
          <a:off x="0" y="4095150"/>
          <a:ext cx="6770688" cy="511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kern="1200" dirty="0"/>
            <a:t>4. </a:t>
          </a:r>
          <a:r>
            <a:rPr lang="en-GB" sz="1600" b="1" kern="1200" dirty="0"/>
            <a:t>Able to create an account via LinkedIn</a:t>
          </a:r>
          <a:endParaRPr lang="en-US" sz="1600" b="1" kern="1200" dirty="0"/>
        </a:p>
      </dsp:txBody>
      <dsp:txXfrm>
        <a:off x="0" y="4095150"/>
        <a:ext cx="6770688" cy="511815"/>
      </dsp:txXfrm>
    </dsp:sp>
    <dsp:sp modelId="{5EB8C47E-012F-4088-9276-78F5CBE7D039}">
      <dsp:nvSpPr>
        <dsp:cNvPr id="0" name=""/>
        <dsp:cNvSpPr/>
      </dsp:nvSpPr>
      <dsp:spPr>
        <a:xfrm>
          <a:off x="0" y="4606966"/>
          <a:ext cx="677068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2AE7819-A0EA-47FD-AD4E-247611E90630}">
      <dsp:nvSpPr>
        <dsp:cNvPr id="0" name=""/>
        <dsp:cNvSpPr/>
      </dsp:nvSpPr>
      <dsp:spPr>
        <a:xfrm>
          <a:off x="0" y="4606966"/>
          <a:ext cx="6770688" cy="5118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b="1" kern="1200" dirty="0"/>
            <a:t>The user story is now </a:t>
          </a:r>
          <a:r>
            <a:rPr lang="en-GB" sz="2000" b="1" kern="1200" dirty="0" err="1"/>
            <a:t>DoR</a:t>
          </a:r>
          <a:endParaRPr lang="en-US" sz="2000" b="1" kern="1200" dirty="0"/>
        </a:p>
      </dsp:txBody>
      <dsp:txXfrm>
        <a:off x="0" y="4606966"/>
        <a:ext cx="6770688" cy="51181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7AF240-A3C4-4C69-967C-EC0E0970FF22}">
      <dsp:nvSpPr>
        <dsp:cNvPr id="0" name=""/>
        <dsp:cNvSpPr/>
      </dsp:nvSpPr>
      <dsp:spPr>
        <a:xfrm>
          <a:off x="100307" y="2111919"/>
          <a:ext cx="992345" cy="99234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AB3619-56D8-4B8E-8FBD-DE0F6B6129C6}">
      <dsp:nvSpPr>
        <dsp:cNvPr id="0" name=""/>
        <dsp:cNvSpPr/>
      </dsp:nvSpPr>
      <dsp:spPr>
        <a:xfrm>
          <a:off x="308700" y="2320311"/>
          <a:ext cx="575560" cy="5755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101CA8-09AB-4654-9C4E-5268775AC5C9}">
      <dsp:nvSpPr>
        <dsp:cNvPr id="0" name=""/>
        <dsp:cNvSpPr/>
      </dsp:nvSpPr>
      <dsp:spPr>
        <a:xfrm>
          <a:off x="1305298" y="2111919"/>
          <a:ext cx="2339101" cy="992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000" kern="1200" dirty="0"/>
            <a:t>what Acceptance Criteria is</a:t>
          </a:r>
          <a:endParaRPr lang="en-US" sz="2000" kern="1200" dirty="0"/>
        </a:p>
      </dsp:txBody>
      <dsp:txXfrm>
        <a:off x="1305298" y="2111919"/>
        <a:ext cx="2339101" cy="992345"/>
      </dsp:txXfrm>
    </dsp:sp>
    <dsp:sp modelId="{A96F4452-7187-44AE-BD45-31F76BD4BFF1}">
      <dsp:nvSpPr>
        <dsp:cNvPr id="0" name=""/>
        <dsp:cNvSpPr/>
      </dsp:nvSpPr>
      <dsp:spPr>
        <a:xfrm>
          <a:off x="4051970" y="2111919"/>
          <a:ext cx="992345" cy="992345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4523C1-1FAE-44BD-BDBA-19BB31457A95}">
      <dsp:nvSpPr>
        <dsp:cNvPr id="0" name=""/>
        <dsp:cNvSpPr/>
      </dsp:nvSpPr>
      <dsp:spPr>
        <a:xfrm>
          <a:off x="4260363" y="2320311"/>
          <a:ext cx="575560" cy="5755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34E797-13D6-47CB-8032-3FFB470B1332}">
      <dsp:nvSpPr>
        <dsp:cNvPr id="0" name=""/>
        <dsp:cNvSpPr/>
      </dsp:nvSpPr>
      <dsp:spPr>
        <a:xfrm>
          <a:off x="5256962" y="2111919"/>
          <a:ext cx="2339101" cy="99234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How it helps  move a Product Backlog Feature into </a:t>
          </a:r>
          <a:r>
            <a:rPr lang="en-GB" sz="1800" kern="1200" dirty="0" err="1"/>
            <a:t>DoR</a:t>
          </a:r>
          <a:r>
            <a:rPr lang="en-GB" sz="1800" kern="1200" dirty="0"/>
            <a:t> state ready for development.</a:t>
          </a:r>
          <a:endParaRPr lang="en-US" sz="1800" kern="1200" dirty="0"/>
        </a:p>
      </dsp:txBody>
      <dsp:txXfrm>
        <a:off x="5256962" y="2111919"/>
        <a:ext cx="2339101" cy="992345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253B88-11B2-4FFC-B0D0-79C53B358DB6}">
      <dsp:nvSpPr>
        <dsp:cNvPr id="0" name=""/>
        <dsp:cNvSpPr/>
      </dsp:nvSpPr>
      <dsp:spPr>
        <a:xfrm>
          <a:off x="65763" y="1661696"/>
          <a:ext cx="770769" cy="7707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C667B8-37FC-4156-A853-E2D9061FE76E}">
      <dsp:nvSpPr>
        <dsp:cNvPr id="0" name=""/>
        <dsp:cNvSpPr/>
      </dsp:nvSpPr>
      <dsp:spPr>
        <a:xfrm>
          <a:off x="227625" y="1823558"/>
          <a:ext cx="447046" cy="44704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E1C8A0-5F72-4D99-80BD-B4C61DE9A566}">
      <dsp:nvSpPr>
        <dsp:cNvPr id="0" name=""/>
        <dsp:cNvSpPr/>
      </dsp:nvSpPr>
      <dsp:spPr>
        <a:xfrm>
          <a:off x="1001698" y="1661696"/>
          <a:ext cx="1816814" cy="7707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/>
            <a:t>Complete Lab7.</a:t>
          </a:r>
          <a:endParaRPr lang="en-US" sz="2400" kern="1200"/>
        </a:p>
      </dsp:txBody>
      <dsp:txXfrm>
        <a:off x="1001698" y="1661696"/>
        <a:ext cx="1816814" cy="770769"/>
      </dsp:txXfrm>
    </dsp:sp>
    <dsp:sp modelId="{E53569A0-CEE1-4300-97E4-12949D94E8EC}">
      <dsp:nvSpPr>
        <dsp:cNvPr id="0" name=""/>
        <dsp:cNvSpPr/>
      </dsp:nvSpPr>
      <dsp:spPr>
        <a:xfrm>
          <a:off x="3135078" y="1661696"/>
          <a:ext cx="770769" cy="770769"/>
        </a:xfrm>
        <a:prstGeom prst="ellipse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1A118B-ADC1-4F11-BEBC-79F95FA8DA53}">
      <dsp:nvSpPr>
        <dsp:cNvPr id="0" name=""/>
        <dsp:cNvSpPr/>
      </dsp:nvSpPr>
      <dsp:spPr>
        <a:xfrm>
          <a:off x="3296940" y="1823558"/>
          <a:ext cx="447046" cy="44704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CED254-74D4-4BC7-963D-ADE709BA7DD8}">
      <dsp:nvSpPr>
        <dsp:cNvPr id="0" name=""/>
        <dsp:cNvSpPr/>
      </dsp:nvSpPr>
      <dsp:spPr>
        <a:xfrm>
          <a:off x="4071013" y="1661696"/>
          <a:ext cx="1816814" cy="7707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b="1" kern="1200" dirty="0"/>
            <a:t>Duration 30 minutes</a:t>
          </a:r>
          <a:endParaRPr lang="en-US" sz="2400" kern="1200" dirty="0"/>
        </a:p>
      </dsp:txBody>
      <dsp:txXfrm>
        <a:off x="4071013" y="1661696"/>
        <a:ext cx="1816814" cy="7707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E76AF4-8AE6-4C74-B3C9-883148A79428}" type="datetimeFigureOut">
              <a:rPr lang="en-GB" smtClean="0"/>
              <a:t>14/12/2023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FA1672-C876-4401-B857-8C6ACD42C71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2509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4707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8901C6-1DA1-FB44-ABEE-06A0FEB7738E}" type="slidenum">
              <a:rPr lang="en-GB" smtClean="0"/>
              <a:pPr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827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FA9D9-80DB-4B25-9B81-D2935FFB46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7BEB47-AAB4-4CF7-9CF6-80EC548194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AE3CC-23DF-4E50-8B0D-B8790AA7CC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5AD1C-439C-42F4-B5D5-84BD6B420ABA}" type="datetimeFigureOut">
              <a:rPr lang="en-GB" smtClean="0"/>
              <a:t>14/12/2023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5BB0C-C8AE-4A33-80EC-64423EF96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BE935-D3D8-4DF8-9E70-A3D246FF6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6D88-890B-4D1F-A306-007CEC9B90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4627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FDDA0-C56B-4468-9AF0-009F6957E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83C69-1AA7-4D5A-B5B5-4A2B47688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6B4ADC-72CC-4F38-838B-0CCDE2E01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5AD1C-439C-42F4-B5D5-84BD6B420ABA}" type="datetimeFigureOut">
              <a:rPr lang="en-GB" smtClean="0"/>
              <a:t>14/12/2023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587BE-26F7-42BD-9155-204D0C69E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D8D576-F514-4070-8CDE-EEE0BC42D1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6D88-890B-4D1F-A306-007CEC9B90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2658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1993-E262-4151-B5B1-63ABC4AA9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F6F6CC-ABA7-469E-A224-E3942CF09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775E4-76F7-47B0-9FAD-2370476AE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5AD1C-439C-42F4-B5D5-84BD6B420ABA}" type="datetimeFigureOut">
              <a:rPr lang="en-GB" smtClean="0"/>
              <a:t>14/12/2023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965957-C316-4DB6-90D5-98CA8D6BB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AE7F9D-A988-4416-8A22-B8EFAB8C8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6D88-890B-4D1F-A306-007CEC9B90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6734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20549-62DF-44B7-8C69-03491D77E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4A7D9F-E21E-46B9-BFA3-A098C4D7EB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868ECD-8A41-49A6-A411-9E6F7A4BA0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D96529-0468-4B88-BE46-C7CBD4530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5AD1C-439C-42F4-B5D5-84BD6B420ABA}" type="datetimeFigureOut">
              <a:rPr lang="en-GB" smtClean="0"/>
              <a:t>14/12/2023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3AD78F-7314-4C07-8CEC-7B124BF8C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D7C3AB-F4D4-4517-A1F6-D608B4AD4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6D88-890B-4D1F-A306-007CEC9B90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18459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FA729-D66D-441F-AA21-1FC7FC4DE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F14F96-A5B9-4C83-9051-E8C4792222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9FE153-EC30-4A0F-AAE1-1E2F77B1FD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1713CC-7BBA-41F7-9B15-04546D8AE0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B3BCD7-221E-44BF-88D6-76D7181957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B59CA6-F2CD-455F-8496-2D275A73E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5AD1C-439C-42F4-B5D5-84BD6B420ABA}" type="datetimeFigureOut">
              <a:rPr lang="en-GB" smtClean="0"/>
              <a:t>14/12/2023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C4B6A4-3AA3-48DB-887B-94DF66978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2C6F2D-868D-41B8-A880-EA0D3DB65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6D88-890B-4D1F-A306-007CEC9B90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2151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96831-51CB-4E7F-BCE7-FFD3AA239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C392B4-B519-4E1E-BBA7-37CF2E35F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5AD1C-439C-42F4-B5D5-84BD6B420ABA}" type="datetimeFigureOut">
              <a:rPr lang="en-GB" smtClean="0"/>
              <a:t>14/12/2023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B4BD51-E9EE-481E-AD60-57373134A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A6A77D-6427-4776-80BF-91AB3FB13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6D88-890B-4D1F-A306-007CEC9B90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2508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DEDA97-8934-4EA5-9FED-82B2B73BA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5AD1C-439C-42F4-B5D5-84BD6B420ABA}" type="datetimeFigureOut">
              <a:rPr lang="en-GB" smtClean="0"/>
              <a:t>14/12/2023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5DFFB41-9550-4239-92F4-093A635E9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E1C643-6BC7-4F9A-9C47-1C713429F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6D88-890B-4D1F-A306-007CEC9B90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6914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52A2F-EFDF-4026-B4E5-3D17B567B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E51D7-0D1D-43F3-AF14-1A24D4FF7B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CC402B-F661-4240-84E5-38ECC69121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4B36F-24F9-4D3E-8FB8-483A1FFF5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5AD1C-439C-42F4-B5D5-84BD6B420ABA}" type="datetimeFigureOut">
              <a:rPr lang="en-GB" smtClean="0"/>
              <a:t>14/12/2023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E4C5F9-8066-4FB3-8DD2-CBC36909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86D11-F82A-4214-BC6C-96D8866C2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6D88-890B-4D1F-A306-007CEC9B90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73219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5A511-8A5F-42A6-8836-66CB461C7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A2A989-DC7A-4AD1-B7F3-0069299FF5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E6A22D-7C61-4A40-ABBA-16FC77F9C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3E55D8-6C0E-4842-8171-D53CBDB70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5AD1C-439C-42F4-B5D5-84BD6B420ABA}" type="datetimeFigureOut">
              <a:rPr lang="en-GB" smtClean="0"/>
              <a:t>14/12/2023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C8542-2398-4674-92B5-D3327C02B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9D6BBE-F2D4-4DB9-8956-114C2E200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6D88-890B-4D1F-A306-007CEC9B90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1923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8DBE6-2A7B-4340-9366-4B7AAB07C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F7FB77-4F93-4C2C-956A-B67B058E32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C940D-8372-420F-BF99-0FAC809A5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5AD1C-439C-42F4-B5D5-84BD6B420ABA}" type="datetimeFigureOut">
              <a:rPr lang="en-GB" smtClean="0"/>
              <a:t>14/12/2023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63FD54-88E9-455A-80D4-7583FC181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7E1230-A9AF-4F7A-BA8D-08A41DDC9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6D88-890B-4D1F-A306-007CEC9B90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21848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452FA57-B4F8-4ACB-80D3-9A8EAFBAB0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92B892-996A-4CA6-952C-8694232AC2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9F2B4-FD52-44D8-8E4D-8AB4E8998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5AD1C-439C-42F4-B5D5-84BD6B420ABA}" type="datetimeFigureOut">
              <a:rPr lang="en-GB" smtClean="0"/>
              <a:t>14/12/2023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E9546-172D-4818-81FB-54721EA96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99BFD-A0CC-479D-B5F0-DBC498DA4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6D88-890B-4D1F-A306-007CEC9B90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58375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 1">
    <p:bg>
      <p:bgPr>
        <a:solidFill>
          <a:srgbClr val="03EAB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978A22-79ED-C346-B050-A5F64C0ACA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329" t="3699" r="30729" b="22632"/>
          <a:stretch/>
        </p:blipFill>
        <p:spPr>
          <a:xfrm>
            <a:off x="2848191" y="0"/>
            <a:ext cx="9343809" cy="6858000"/>
          </a:xfrm>
          <a:prstGeom prst="rect">
            <a:avLst/>
          </a:prstGeom>
        </p:spPr>
      </p:pic>
      <p:pic>
        <p:nvPicPr>
          <p:cNvPr id="6" name="Graphic 29">
            <a:extLst>
              <a:ext uri="{FF2B5EF4-FFF2-40B4-BE49-F238E27FC236}">
                <a16:creationId xmlns:a16="http://schemas.microsoft.com/office/drawing/2014/main" id="{572E6A4A-143B-E94B-A1BF-29C50E635A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900" y="302477"/>
            <a:ext cx="2643023" cy="1610367"/>
          </a:xfrm>
          <a:prstGeom prst="rect">
            <a:avLst/>
          </a:prstGeom>
        </p:spPr>
      </p:pic>
      <p:sp>
        <p:nvSpPr>
          <p:cNvPr id="8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385300" y="5306004"/>
            <a:ext cx="3919999" cy="1186921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15000"/>
              <a:buFontTx/>
              <a:buNone/>
              <a:tabLst/>
              <a:defRPr sz="1600" b="0"/>
            </a:lvl1pPr>
            <a:lvl2pPr marL="374650" indent="-285750">
              <a:buFont typeface="Arial" panose="020B0604020202020204" pitchFamily="34" charset="0"/>
              <a:buChar char="•"/>
              <a:defRPr/>
            </a:lvl2pPr>
            <a:lvl3pPr marL="88900" indent="0">
              <a:buNone/>
              <a:defRPr/>
            </a:lvl3pPr>
            <a:lvl4pPr marL="88900" indent="0">
              <a:buNone/>
              <a:defRPr/>
            </a:lvl4pPr>
            <a:lvl5pPr marL="88900" indent="0">
              <a:buNone/>
              <a:defRPr/>
            </a:lvl5pPr>
          </a:lstStyle>
          <a:p>
            <a:pPr lvl="0"/>
            <a:r>
              <a:rPr lang="en-US"/>
              <a:t>Edit text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EBBB6D40-B4C9-8B4A-B2A6-126F6490637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5300" y="1914129"/>
            <a:ext cx="3919999" cy="2277604"/>
          </a:xfr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cap="all" baseline="0"/>
            </a:lvl1pPr>
          </a:lstStyle>
          <a:p>
            <a:r>
              <a:rPr lang="en-US" noProof="0"/>
              <a:t>CLICK TO EDIT TITLE</a:t>
            </a:r>
            <a:endParaRPr lang="en-GB" noProof="0"/>
          </a:p>
        </p:txBody>
      </p:sp>
      <p:grpSp>
        <p:nvGrpSpPr>
          <p:cNvPr id="16" name="Group 15"/>
          <p:cNvGrpSpPr/>
          <p:nvPr userDrawn="1"/>
        </p:nvGrpSpPr>
        <p:grpSpPr>
          <a:xfrm>
            <a:off x="509568" y="3503895"/>
            <a:ext cx="6359624" cy="2437013"/>
            <a:chOff x="-1420" y="3503895"/>
            <a:chExt cx="6359624" cy="2437013"/>
          </a:xfrm>
          <a:solidFill>
            <a:srgbClr val="004050"/>
          </a:solidFill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420" y="3503895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4768849" y="3504279"/>
              <a:ext cx="1589355" cy="2436629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420" y="4902788"/>
              <a:ext cx="5273560" cy="1035156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8896 w 1668896"/>
                <a:gd name="connsiteY0" fmla="*/ 248186 h 248186"/>
                <a:gd name="connsiteX1" fmla="*/ 405622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902 w 1264176"/>
                <a:gd name="connsiteY1" fmla="*/ 248186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  <a:gd name="connsiteX0" fmla="*/ 1264176 w 1264176"/>
                <a:gd name="connsiteY0" fmla="*/ 248186 h 248186"/>
                <a:gd name="connsiteX1" fmla="*/ 331 w 1264176"/>
                <a:gd name="connsiteY1" fmla="*/ 247615 h 248186"/>
                <a:gd name="connsiteX2" fmla="*/ 0 w 1264176"/>
                <a:gd name="connsiteY2" fmla="*/ 193068 h 248186"/>
                <a:gd name="connsiteX3" fmla="*/ 1118190 w 1264176"/>
                <a:gd name="connsiteY3" fmla="*/ 192497 h 248186"/>
                <a:gd name="connsiteX4" fmla="*/ 971505 w 1264176"/>
                <a:gd name="connsiteY4" fmla="*/ 219 h 248186"/>
                <a:gd name="connsiteX5" fmla="*/ 1029544 w 1264176"/>
                <a:gd name="connsiteY5" fmla="*/ 219 h 248186"/>
                <a:gd name="connsiteX6" fmla="*/ 1049800 w 1264176"/>
                <a:gd name="connsiteY6" fmla="*/ 12347 h 248186"/>
                <a:gd name="connsiteX7" fmla="*/ 1114316 w 1264176"/>
                <a:gd name="connsiteY7" fmla="*/ 105057 h 248186"/>
                <a:gd name="connsiteX8" fmla="*/ 1258335 w 1264176"/>
                <a:gd name="connsiteY8" fmla="*/ 242090 h 248186"/>
                <a:gd name="connsiteX9" fmla="*/ 1263541 w 1264176"/>
                <a:gd name="connsiteY9" fmla="*/ 246535 h 248186"/>
                <a:gd name="connsiteX10" fmla="*/ 1264176 w 126417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64176" h="248186">
                  <a:moveTo>
                    <a:pt x="1264176" y="248186"/>
                  </a:moveTo>
                  <a:lnTo>
                    <a:pt x="331" y="247615"/>
                  </a:lnTo>
                  <a:cubicBezTo>
                    <a:pt x="-110" y="229052"/>
                    <a:pt x="441" y="211631"/>
                    <a:pt x="0" y="193068"/>
                  </a:cubicBezTo>
                  <a:lnTo>
                    <a:pt x="1118190" y="192497"/>
                  </a:lnTo>
                  <a:cubicBezTo>
                    <a:pt x="1060341" y="134140"/>
                    <a:pt x="1007065" y="74768"/>
                    <a:pt x="971505" y="219"/>
                  </a:cubicBezTo>
                  <a:cubicBezTo>
                    <a:pt x="991888" y="219"/>
                    <a:pt x="1010748" y="854"/>
                    <a:pt x="1029544" y="219"/>
                  </a:cubicBezTo>
                  <a:cubicBezTo>
                    <a:pt x="1038336" y="-1141"/>
                    <a:pt x="1046848" y="3956"/>
                    <a:pt x="1049800" y="12347"/>
                  </a:cubicBezTo>
                  <a:cubicBezTo>
                    <a:pt x="1067362" y="45816"/>
                    <a:pt x="1089035" y="76961"/>
                    <a:pt x="1114316" y="105057"/>
                  </a:cubicBezTo>
                  <a:cubicBezTo>
                    <a:pt x="1157944" y="155126"/>
                    <a:pt x="1206160" y="201004"/>
                    <a:pt x="1258335" y="242090"/>
                  </a:cubicBezTo>
                  <a:cubicBezTo>
                    <a:pt x="1260113" y="243551"/>
                    <a:pt x="1261890" y="245011"/>
                    <a:pt x="1263541" y="246535"/>
                  </a:cubicBezTo>
                  <a:cubicBezTo>
                    <a:pt x="1263859" y="246599"/>
                    <a:pt x="1263859" y="247170"/>
                    <a:pt x="126417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2FEF35C1-44BF-B94B-A048-96124C64D190}"/>
              </a:ext>
            </a:extLst>
          </p:cNvPr>
          <p:cNvSpPr/>
          <p:nvPr userDrawn="1"/>
        </p:nvSpPr>
        <p:spPr>
          <a:xfrm>
            <a:off x="0" y="4310243"/>
            <a:ext cx="4407461" cy="227469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8654564-8AAA-2B4B-A7F2-A093E969C4FB}"/>
              </a:ext>
            </a:extLst>
          </p:cNvPr>
          <p:cNvSpPr/>
          <p:nvPr userDrawn="1"/>
        </p:nvSpPr>
        <p:spPr>
          <a:xfrm>
            <a:off x="0" y="4903556"/>
            <a:ext cx="4407461" cy="227469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1"/>
          </a:p>
        </p:txBody>
      </p:sp>
    </p:spTree>
    <p:extLst>
      <p:ext uri="{BB962C8B-B14F-4D97-AF65-F5344CB8AC3E}">
        <p14:creationId xmlns:p14="http://schemas.microsoft.com/office/powerpoint/2010/main" val="3970846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63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Overview or quotes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004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C785C16-E254-5242-9D90-DA9B7DC9FE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56421" y="6511672"/>
            <a:ext cx="785483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760" b="1" i="0">
                <a:solidFill>
                  <a:schemeClr val="tx1"/>
                </a:solidFill>
                <a:latin typeface="Montserrat" pitchFamily="2" charset="77"/>
              </a:defRPr>
            </a:lvl1pPr>
          </a:lstStyle>
          <a:p>
            <a:fld id="{EF892D59-8F09-EF4B-AD6D-DA609442F86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38251CB8-D58E-2E40-9211-8E4FCA38D5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4785" y="1349985"/>
            <a:ext cx="3443732" cy="2751999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baseline="0">
                <a:solidFill>
                  <a:srgbClr val="0BEEB7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Click to </a:t>
            </a:r>
            <a:br>
              <a:rPr lang="en-US"/>
            </a:br>
            <a:r>
              <a:rPr lang="en-US"/>
              <a:t>edit slide title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D8A86F5A-A513-9341-866D-7D9CDC0849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37137" y="1349986"/>
            <a:ext cx="6770688" cy="5119407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/>
            </a:lvl1pPr>
            <a:lvl2pPr marL="179996" indent="-179996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2pPr>
            <a:lvl3pPr marL="179996" indent="-179996">
              <a:buFont typeface="Arial" panose="020B0604020202020204" pitchFamily="34" charset="0"/>
              <a:buChar char="•"/>
              <a:defRPr/>
            </a:lvl3pPr>
            <a:lvl4pPr marL="179996" indent="-179996">
              <a:buFont typeface="Arial" panose="020B0604020202020204" pitchFamily="34" charset="0"/>
              <a:buChar char="•"/>
              <a:defRPr/>
            </a:lvl4pPr>
            <a:lvl5pPr marL="179996" indent="-179996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/>
              <a:t>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7" name="Graphic 31">
            <a:extLst>
              <a:ext uri="{FF2B5EF4-FFF2-40B4-BE49-F238E27FC236}">
                <a16:creationId xmlns:a16="http://schemas.microsoft.com/office/drawing/2014/main" id="{E51E3436-B16C-5F48-AA8A-C3F6719B5E1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69739" y="377825"/>
            <a:ext cx="738525" cy="5220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6583914F-58FB-B34E-8161-C66E669476AF}"/>
              </a:ext>
            </a:extLst>
          </p:cNvPr>
          <p:cNvGrpSpPr/>
          <p:nvPr userDrawn="1"/>
        </p:nvGrpSpPr>
        <p:grpSpPr>
          <a:xfrm>
            <a:off x="-562704" y="4391077"/>
            <a:ext cx="5338709" cy="2177830"/>
            <a:chOff x="-2229" y="2361812"/>
            <a:chExt cx="11067619" cy="4514835"/>
          </a:xfrm>
          <a:solidFill>
            <a:schemeClr val="accent2"/>
          </a:solidFill>
        </p:grpSpPr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E1FD4820-850C-3047-9711-AD5DD789A3DD}"/>
                </a:ext>
              </a:extLst>
            </p:cNvPr>
            <p:cNvSpPr/>
            <p:nvPr userDrawn="1"/>
          </p:nvSpPr>
          <p:spPr>
            <a:xfrm>
              <a:off x="-2229" y="2361812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E3AE8E64-5267-3141-A055-FBE33FE8BF5B}"/>
                </a:ext>
              </a:extLst>
            </p:cNvPr>
            <p:cNvSpPr/>
            <p:nvPr/>
          </p:nvSpPr>
          <p:spPr>
            <a:xfrm>
              <a:off x="8136202" y="2367285"/>
              <a:ext cx="2929188" cy="4490714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4413C9C-C76C-B642-B162-F8DBD3B14B9D}"/>
                </a:ext>
              </a:extLst>
            </p:cNvPr>
            <p:cNvSpPr/>
            <p:nvPr userDrawn="1"/>
          </p:nvSpPr>
          <p:spPr>
            <a:xfrm flipV="1">
              <a:off x="-467" y="4964089"/>
              <a:ext cx="9087449" cy="1912558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186"/>
                <a:gd name="connsiteX1" fmla="*/ 432135 w 1182006"/>
                <a:gd name="connsiteY1" fmla="*/ 248186 h 248186"/>
                <a:gd name="connsiteX2" fmla="*/ 0 w 1182006"/>
                <a:gd name="connsiteY2" fmla="*/ 192497 h 248186"/>
                <a:gd name="connsiteX3" fmla="*/ 1036020 w 1182006"/>
                <a:gd name="connsiteY3" fmla="*/ 192497 h 248186"/>
                <a:gd name="connsiteX4" fmla="*/ 889335 w 1182006"/>
                <a:gd name="connsiteY4" fmla="*/ 219 h 248186"/>
                <a:gd name="connsiteX5" fmla="*/ 947374 w 1182006"/>
                <a:gd name="connsiteY5" fmla="*/ 219 h 248186"/>
                <a:gd name="connsiteX6" fmla="*/ 967630 w 1182006"/>
                <a:gd name="connsiteY6" fmla="*/ 12347 h 248186"/>
                <a:gd name="connsiteX7" fmla="*/ 1032146 w 1182006"/>
                <a:gd name="connsiteY7" fmla="*/ 105057 h 248186"/>
                <a:gd name="connsiteX8" fmla="*/ 1176165 w 1182006"/>
                <a:gd name="connsiteY8" fmla="*/ 242090 h 248186"/>
                <a:gd name="connsiteX9" fmla="*/ 1181371 w 1182006"/>
                <a:gd name="connsiteY9" fmla="*/ 246535 h 248186"/>
                <a:gd name="connsiteX10" fmla="*/ 1182006 w 1182006"/>
                <a:gd name="connsiteY10" fmla="*/ 248186 h 248186"/>
                <a:gd name="connsiteX0" fmla="*/ 1182006 w 1182006"/>
                <a:gd name="connsiteY0" fmla="*/ 248186 h 248806"/>
                <a:gd name="connsiteX1" fmla="*/ 62 w 1182006"/>
                <a:gd name="connsiteY1" fmla="*/ 248806 h 248806"/>
                <a:gd name="connsiteX2" fmla="*/ 0 w 1182006"/>
                <a:gd name="connsiteY2" fmla="*/ 192497 h 248806"/>
                <a:gd name="connsiteX3" fmla="*/ 1036020 w 1182006"/>
                <a:gd name="connsiteY3" fmla="*/ 192497 h 248806"/>
                <a:gd name="connsiteX4" fmla="*/ 889335 w 1182006"/>
                <a:gd name="connsiteY4" fmla="*/ 219 h 248806"/>
                <a:gd name="connsiteX5" fmla="*/ 947374 w 1182006"/>
                <a:gd name="connsiteY5" fmla="*/ 219 h 248806"/>
                <a:gd name="connsiteX6" fmla="*/ 967630 w 1182006"/>
                <a:gd name="connsiteY6" fmla="*/ 12347 h 248806"/>
                <a:gd name="connsiteX7" fmla="*/ 1032146 w 1182006"/>
                <a:gd name="connsiteY7" fmla="*/ 105057 h 248806"/>
                <a:gd name="connsiteX8" fmla="*/ 1176165 w 1182006"/>
                <a:gd name="connsiteY8" fmla="*/ 242090 h 248806"/>
                <a:gd name="connsiteX9" fmla="*/ 1181371 w 1182006"/>
                <a:gd name="connsiteY9" fmla="*/ 246535 h 248806"/>
                <a:gd name="connsiteX10" fmla="*/ 1182006 w 1182006"/>
                <a:gd name="connsiteY10" fmla="*/ 248186 h 2488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82006" h="248806">
                  <a:moveTo>
                    <a:pt x="1182006" y="248186"/>
                  </a:moveTo>
                  <a:lnTo>
                    <a:pt x="62" y="248806"/>
                  </a:lnTo>
                  <a:cubicBezTo>
                    <a:pt x="41" y="230036"/>
                    <a:pt x="21" y="211267"/>
                    <a:pt x="0" y="192497"/>
                  </a:cubicBezTo>
                  <a:lnTo>
                    <a:pt x="1036020" y="192497"/>
                  </a:lnTo>
                  <a:cubicBezTo>
                    <a:pt x="978171" y="134140"/>
                    <a:pt x="924895" y="74768"/>
                    <a:pt x="889335" y="219"/>
                  </a:cubicBezTo>
                  <a:cubicBezTo>
                    <a:pt x="909718" y="219"/>
                    <a:pt x="928578" y="854"/>
                    <a:pt x="947374" y="219"/>
                  </a:cubicBezTo>
                  <a:cubicBezTo>
                    <a:pt x="956166" y="-1141"/>
                    <a:pt x="964678" y="3956"/>
                    <a:pt x="967630" y="12347"/>
                  </a:cubicBezTo>
                  <a:cubicBezTo>
                    <a:pt x="985192" y="45816"/>
                    <a:pt x="1006865" y="76961"/>
                    <a:pt x="1032146" y="105057"/>
                  </a:cubicBezTo>
                  <a:cubicBezTo>
                    <a:pt x="1075774" y="155126"/>
                    <a:pt x="1123990" y="201004"/>
                    <a:pt x="1176165" y="242090"/>
                  </a:cubicBezTo>
                  <a:cubicBezTo>
                    <a:pt x="1177943" y="243551"/>
                    <a:pt x="1179720" y="245011"/>
                    <a:pt x="1181371" y="246535"/>
                  </a:cubicBezTo>
                  <a:cubicBezTo>
                    <a:pt x="1181689" y="246599"/>
                    <a:pt x="1181689" y="247170"/>
                    <a:pt x="1182006" y="248186"/>
                  </a:cubicBez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21061307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Text Slide - With side bar C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 userDrawn="1"/>
        </p:nvSpPr>
        <p:spPr>
          <a:xfrm>
            <a:off x="-1" y="0"/>
            <a:ext cx="4070352" cy="6858000"/>
          </a:xfrm>
          <a:prstGeom prst="rect">
            <a:avLst/>
          </a:prstGeom>
          <a:solidFill>
            <a:srgbClr val="F3622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bg1"/>
              </a:solidFill>
            </a:endParaRPr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84784" y="1349984"/>
            <a:ext cx="3443732" cy="2751998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None/>
              <a:defRPr sz="3600" cap="all" spc="60" baseline="0">
                <a:solidFill>
                  <a:schemeClr val="bg1"/>
                </a:solidFill>
                <a:latin typeface="Krana Fat B" panose="00000B00000000000000" pitchFamily="50" charset="0"/>
              </a:defRPr>
            </a:lvl1pPr>
            <a:lvl2pPr marL="0" indent="0">
              <a:buFont typeface="Arial" panose="020B0604020202020204" pitchFamily="34" charset="0"/>
              <a:buNone/>
              <a:defRPr/>
            </a:lvl2pPr>
            <a:lvl3pPr marL="0" indent="0">
              <a:buFont typeface="Arial" panose="020B0604020202020204" pitchFamily="34" charset="0"/>
              <a:buNone/>
              <a:defRPr/>
            </a:lvl3pPr>
            <a:lvl4pPr marL="0" indent="0">
              <a:buFont typeface="Arial" panose="020B0604020202020204" pitchFamily="34" charset="0"/>
              <a:buNone/>
              <a:defRPr/>
            </a:lvl4pPr>
            <a:lvl5pPr marL="0" indent="0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 dirty="0"/>
              <a:t>slide title to sit here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5" hasCustomPrompt="1"/>
          </p:nvPr>
        </p:nvSpPr>
        <p:spPr>
          <a:xfrm>
            <a:off x="5037138" y="1349984"/>
            <a:ext cx="5803900" cy="4094163"/>
          </a:xfr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2000" b="0"/>
            </a:lvl1pPr>
            <a:lvl2pPr marL="180000" indent="-180000">
              <a:buFont typeface="Arial" panose="020B0604020202020204" pitchFamily="34" charset="0"/>
              <a:buChar char="•"/>
              <a:defRPr sz="2000"/>
            </a:lvl2pPr>
            <a:lvl3pPr marL="180000" indent="-180000">
              <a:buFont typeface="Arial" panose="020B0604020202020204" pitchFamily="34" charset="0"/>
              <a:buChar char="•"/>
              <a:defRPr/>
            </a:lvl3pPr>
            <a:lvl4pPr marL="180000" indent="-180000">
              <a:buFont typeface="Arial" panose="020B0604020202020204" pitchFamily="34" charset="0"/>
              <a:buChar char="•"/>
              <a:defRPr/>
            </a:lvl4pPr>
            <a:lvl5pPr marL="180000" indent="-1800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consectetuer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</a:t>
            </a:r>
            <a:r>
              <a:rPr lang="en-US" dirty="0" err="1"/>
              <a:t>sed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nonummy</a:t>
            </a:r>
            <a:r>
              <a:rPr lang="en-US" dirty="0"/>
              <a:t>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laoreet</a:t>
            </a:r>
            <a:r>
              <a:rPr lang="en-US" dirty="0"/>
              <a:t> </a:t>
            </a:r>
            <a:r>
              <a:rPr lang="en-US" dirty="0" err="1"/>
              <a:t>dolore</a:t>
            </a:r>
            <a:r>
              <a:rPr lang="en-US" dirty="0"/>
              <a:t> magna.</a:t>
            </a:r>
          </a:p>
          <a:p>
            <a:pPr lvl="1"/>
            <a:r>
              <a:rPr lang="en-US" dirty="0"/>
              <a:t>Second level</a:t>
            </a:r>
          </a:p>
        </p:txBody>
      </p:sp>
      <p:grpSp>
        <p:nvGrpSpPr>
          <p:cNvPr id="4" name="Group 3"/>
          <p:cNvGrpSpPr/>
          <p:nvPr userDrawn="1"/>
        </p:nvGrpSpPr>
        <p:grpSpPr>
          <a:xfrm>
            <a:off x="-1717" y="4568506"/>
            <a:ext cx="4628886" cy="1406446"/>
            <a:chOff x="-1717" y="4568506"/>
            <a:chExt cx="4628886" cy="140644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>
              <a:off x="-1717" y="4568506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17BA7C41-EA1C-2F4D-90C7-EC472AB85B8A}"/>
                </a:ext>
              </a:extLst>
            </p:cNvPr>
            <p:cNvSpPr/>
            <p:nvPr/>
          </p:nvSpPr>
          <p:spPr>
            <a:xfrm>
              <a:off x="3713028" y="4568727"/>
              <a:ext cx="914141" cy="1401463"/>
            </a:xfrm>
            <a:custGeom>
              <a:avLst/>
              <a:gdLst>
                <a:gd name="connsiteX0" fmla="*/ 275717 w 381000"/>
                <a:gd name="connsiteY0" fmla="*/ 292862 h 584200"/>
                <a:gd name="connsiteX1" fmla="*/ 0 w 381000"/>
                <a:gd name="connsiteY1" fmla="*/ 762 h 584200"/>
                <a:gd name="connsiteX2" fmla="*/ 5779 w 381000"/>
                <a:gd name="connsiteY2" fmla="*/ 0 h 584200"/>
                <a:gd name="connsiteX3" fmla="*/ 65532 w 381000"/>
                <a:gd name="connsiteY3" fmla="*/ 0 h 584200"/>
                <a:gd name="connsiteX4" fmla="*/ 73089 w 381000"/>
                <a:gd name="connsiteY4" fmla="*/ 4191 h 584200"/>
                <a:gd name="connsiteX5" fmla="*/ 202629 w 381000"/>
                <a:gd name="connsiteY5" fmla="*/ 164973 h 584200"/>
                <a:gd name="connsiteX6" fmla="*/ 377889 w 381000"/>
                <a:gd name="connsiteY6" fmla="*/ 290449 h 584200"/>
                <a:gd name="connsiteX7" fmla="*/ 381318 w 381000"/>
                <a:gd name="connsiteY7" fmla="*/ 292481 h 584200"/>
                <a:gd name="connsiteX8" fmla="*/ 340043 w 381000"/>
                <a:gd name="connsiteY8" fmla="*/ 317881 h 584200"/>
                <a:gd name="connsiteX9" fmla="*/ 126238 w 381000"/>
                <a:gd name="connsiteY9" fmla="*/ 500698 h 584200"/>
                <a:gd name="connsiteX10" fmla="*/ 74358 w 381000"/>
                <a:gd name="connsiteY10" fmla="*/ 579120 h 584200"/>
                <a:gd name="connsiteX11" fmla="*/ 65024 w 381000"/>
                <a:gd name="connsiteY11" fmla="*/ 584708 h 584200"/>
                <a:gd name="connsiteX12" fmla="*/ 0 w 381000"/>
                <a:gd name="connsiteY12" fmla="*/ 584708 h 584200"/>
                <a:gd name="connsiteX13" fmla="*/ 275717 w 381000"/>
                <a:gd name="connsiteY13" fmla="*/ 292862 h 584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81000" h="584200">
                  <a:moveTo>
                    <a:pt x="275717" y="292862"/>
                  </a:moveTo>
                  <a:cubicBezTo>
                    <a:pt x="157290" y="220155"/>
                    <a:pt x="68517" y="120840"/>
                    <a:pt x="0" y="762"/>
                  </a:cubicBezTo>
                  <a:cubicBezTo>
                    <a:pt x="1912" y="408"/>
                    <a:pt x="3840" y="154"/>
                    <a:pt x="5779" y="0"/>
                  </a:cubicBezTo>
                  <a:cubicBezTo>
                    <a:pt x="25654" y="0"/>
                    <a:pt x="45593" y="0"/>
                    <a:pt x="65532" y="0"/>
                  </a:cubicBezTo>
                  <a:cubicBezTo>
                    <a:pt x="68552" y="194"/>
                    <a:pt x="71325" y="1732"/>
                    <a:pt x="73089" y="4191"/>
                  </a:cubicBezTo>
                  <a:cubicBezTo>
                    <a:pt x="105855" y="66230"/>
                    <a:pt x="150940" y="118491"/>
                    <a:pt x="202629" y="164973"/>
                  </a:cubicBezTo>
                  <a:cubicBezTo>
                    <a:pt x="256618" y="212664"/>
                    <a:pt x="315344" y="254708"/>
                    <a:pt x="377889" y="290449"/>
                  </a:cubicBezTo>
                  <a:lnTo>
                    <a:pt x="381318" y="292481"/>
                  </a:lnTo>
                  <a:cubicBezTo>
                    <a:pt x="367221" y="301180"/>
                    <a:pt x="353568" y="309372"/>
                    <a:pt x="340043" y="317881"/>
                  </a:cubicBezTo>
                  <a:cubicBezTo>
                    <a:pt x="260224" y="368681"/>
                    <a:pt x="186246" y="426593"/>
                    <a:pt x="126238" y="500698"/>
                  </a:cubicBezTo>
                  <a:cubicBezTo>
                    <a:pt x="106331" y="525012"/>
                    <a:pt x="88949" y="551288"/>
                    <a:pt x="74358" y="579120"/>
                  </a:cubicBezTo>
                  <a:cubicBezTo>
                    <a:pt x="72939" y="582938"/>
                    <a:pt x="69060" y="585261"/>
                    <a:pt x="65024" y="584708"/>
                  </a:cubicBezTo>
                  <a:cubicBezTo>
                    <a:pt x="43879" y="584391"/>
                    <a:pt x="22733" y="584708"/>
                    <a:pt x="0" y="584708"/>
                  </a:cubicBezTo>
                  <a:cubicBezTo>
                    <a:pt x="68517" y="464693"/>
                    <a:pt x="157862" y="365951"/>
                    <a:pt x="275717" y="292862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2F450B4C-241D-A544-BBEF-175E01D6A139}"/>
                </a:ext>
              </a:extLst>
            </p:cNvPr>
            <p:cNvSpPr/>
            <p:nvPr userDrawn="1"/>
          </p:nvSpPr>
          <p:spPr>
            <a:xfrm flipV="1">
              <a:off x="-1717" y="5379567"/>
              <a:ext cx="4004222" cy="595385"/>
            </a:xfrm>
            <a:custGeom>
              <a:avLst/>
              <a:gdLst>
                <a:gd name="connsiteX0" fmla="*/ 749871 w 749300"/>
                <a:gd name="connsiteY0" fmla="*/ 248186 h 247650"/>
                <a:gd name="connsiteX1" fmla="*/ 0 w 749300"/>
                <a:gd name="connsiteY1" fmla="*/ 248186 h 247650"/>
                <a:gd name="connsiteX2" fmla="*/ 0 w 749300"/>
                <a:gd name="connsiteY2" fmla="*/ 192497 h 247650"/>
                <a:gd name="connsiteX3" fmla="*/ 603885 w 749300"/>
                <a:gd name="connsiteY3" fmla="*/ 192497 h 247650"/>
                <a:gd name="connsiteX4" fmla="*/ 457200 w 749300"/>
                <a:gd name="connsiteY4" fmla="*/ 219 h 247650"/>
                <a:gd name="connsiteX5" fmla="*/ 515239 w 749300"/>
                <a:gd name="connsiteY5" fmla="*/ 219 h 247650"/>
                <a:gd name="connsiteX6" fmla="*/ 535495 w 749300"/>
                <a:gd name="connsiteY6" fmla="*/ 12347 h 247650"/>
                <a:gd name="connsiteX7" fmla="*/ 600011 w 749300"/>
                <a:gd name="connsiteY7" fmla="*/ 105057 h 247650"/>
                <a:gd name="connsiteX8" fmla="*/ 744030 w 749300"/>
                <a:gd name="connsiteY8" fmla="*/ 242090 h 247650"/>
                <a:gd name="connsiteX9" fmla="*/ 749236 w 749300"/>
                <a:gd name="connsiteY9" fmla="*/ 246535 h 247650"/>
                <a:gd name="connsiteX10" fmla="*/ 749871 w 749300"/>
                <a:gd name="connsiteY10" fmla="*/ 248186 h 247650"/>
                <a:gd name="connsiteX0" fmla="*/ 1670881 w 1670881"/>
                <a:gd name="connsiteY0" fmla="*/ 248186 h 248186"/>
                <a:gd name="connsiteX1" fmla="*/ 921010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70881 w 1670881"/>
                <a:gd name="connsiteY0" fmla="*/ 248186 h 248186"/>
                <a:gd name="connsiteX1" fmla="*/ 1324 w 1670881"/>
                <a:gd name="connsiteY1" fmla="*/ 248186 h 248186"/>
                <a:gd name="connsiteX2" fmla="*/ 0 w 1670881"/>
                <a:gd name="connsiteY2" fmla="*/ 192497 h 248186"/>
                <a:gd name="connsiteX3" fmla="*/ 1524895 w 1670881"/>
                <a:gd name="connsiteY3" fmla="*/ 192497 h 248186"/>
                <a:gd name="connsiteX4" fmla="*/ 1378210 w 1670881"/>
                <a:gd name="connsiteY4" fmla="*/ 219 h 248186"/>
                <a:gd name="connsiteX5" fmla="*/ 1436249 w 1670881"/>
                <a:gd name="connsiteY5" fmla="*/ 219 h 248186"/>
                <a:gd name="connsiteX6" fmla="*/ 1456505 w 1670881"/>
                <a:gd name="connsiteY6" fmla="*/ 12347 h 248186"/>
                <a:gd name="connsiteX7" fmla="*/ 1521021 w 1670881"/>
                <a:gd name="connsiteY7" fmla="*/ 105057 h 248186"/>
                <a:gd name="connsiteX8" fmla="*/ 1665040 w 1670881"/>
                <a:gd name="connsiteY8" fmla="*/ 242090 h 248186"/>
                <a:gd name="connsiteX9" fmla="*/ 1670246 w 1670881"/>
                <a:gd name="connsiteY9" fmla="*/ 246535 h 248186"/>
                <a:gd name="connsiteX10" fmla="*/ 1670881 w 1670881"/>
                <a:gd name="connsiteY10" fmla="*/ 248186 h 248186"/>
                <a:gd name="connsiteX0" fmla="*/ 1669638 w 1669638"/>
                <a:gd name="connsiteY0" fmla="*/ 248186 h 248186"/>
                <a:gd name="connsiteX1" fmla="*/ 81 w 1669638"/>
                <a:gd name="connsiteY1" fmla="*/ 248186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7193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  <a:gd name="connsiteX0" fmla="*/ 1669638 w 1669638"/>
                <a:gd name="connsiteY0" fmla="*/ 248186 h 248186"/>
                <a:gd name="connsiteX1" fmla="*/ 80 w 1669638"/>
                <a:gd name="connsiteY1" fmla="*/ 247193 h 248186"/>
                <a:gd name="connsiteX2" fmla="*/ 742 w 1669638"/>
                <a:gd name="connsiteY2" fmla="*/ 192497 h 248186"/>
                <a:gd name="connsiteX3" fmla="*/ 1523652 w 1669638"/>
                <a:gd name="connsiteY3" fmla="*/ 192497 h 248186"/>
                <a:gd name="connsiteX4" fmla="*/ 1376967 w 1669638"/>
                <a:gd name="connsiteY4" fmla="*/ 219 h 248186"/>
                <a:gd name="connsiteX5" fmla="*/ 1435006 w 1669638"/>
                <a:gd name="connsiteY5" fmla="*/ 219 h 248186"/>
                <a:gd name="connsiteX6" fmla="*/ 1455262 w 1669638"/>
                <a:gd name="connsiteY6" fmla="*/ 12347 h 248186"/>
                <a:gd name="connsiteX7" fmla="*/ 1519778 w 1669638"/>
                <a:gd name="connsiteY7" fmla="*/ 105057 h 248186"/>
                <a:gd name="connsiteX8" fmla="*/ 1663797 w 1669638"/>
                <a:gd name="connsiteY8" fmla="*/ 242090 h 248186"/>
                <a:gd name="connsiteX9" fmla="*/ 1669003 w 1669638"/>
                <a:gd name="connsiteY9" fmla="*/ 246535 h 248186"/>
                <a:gd name="connsiteX10" fmla="*/ 1669638 w 1669638"/>
                <a:gd name="connsiteY10" fmla="*/ 248186 h 248186"/>
                <a:gd name="connsiteX0" fmla="*/ 1668896 w 1668896"/>
                <a:gd name="connsiteY0" fmla="*/ 248186 h 248186"/>
                <a:gd name="connsiteX1" fmla="*/ 331 w 1668896"/>
                <a:gd name="connsiteY1" fmla="*/ 248186 h 248186"/>
                <a:gd name="connsiteX2" fmla="*/ 0 w 1668896"/>
                <a:gd name="connsiteY2" fmla="*/ 192497 h 248186"/>
                <a:gd name="connsiteX3" fmla="*/ 1522910 w 1668896"/>
                <a:gd name="connsiteY3" fmla="*/ 192497 h 248186"/>
                <a:gd name="connsiteX4" fmla="*/ 1376225 w 1668896"/>
                <a:gd name="connsiteY4" fmla="*/ 219 h 248186"/>
                <a:gd name="connsiteX5" fmla="*/ 1434264 w 1668896"/>
                <a:gd name="connsiteY5" fmla="*/ 219 h 248186"/>
                <a:gd name="connsiteX6" fmla="*/ 1454520 w 1668896"/>
                <a:gd name="connsiteY6" fmla="*/ 12347 h 248186"/>
                <a:gd name="connsiteX7" fmla="*/ 1519036 w 1668896"/>
                <a:gd name="connsiteY7" fmla="*/ 105057 h 248186"/>
                <a:gd name="connsiteX8" fmla="*/ 1663055 w 1668896"/>
                <a:gd name="connsiteY8" fmla="*/ 242090 h 248186"/>
                <a:gd name="connsiteX9" fmla="*/ 1668261 w 1668896"/>
                <a:gd name="connsiteY9" fmla="*/ 246535 h 248186"/>
                <a:gd name="connsiteX10" fmla="*/ 1668896 w 1668896"/>
                <a:gd name="connsiteY10" fmla="*/ 248186 h 248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668896" h="248186">
                  <a:moveTo>
                    <a:pt x="1668896" y="248186"/>
                  </a:moveTo>
                  <a:lnTo>
                    <a:pt x="331" y="248186"/>
                  </a:lnTo>
                  <a:cubicBezTo>
                    <a:pt x="-110" y="229623"/>
                    <a:pt x="441" y="211060"/>
                    <a:pt x="0" y="192497"/>
                  </a:cubicBezTo>
                  <a:lnTo>
                    <a:pt x="1522910" y="192497"/>
                  </a:lnTo>
                  <a:cubicBezTo>
                    <a:pt x="1465061" y="134140"/>
                    <a:pt x="1411785" y="74768"/>
                    <a:pt x="1376225" y="219"/>
                  </a:cubicBezTo>
                  <a:cubicBezTo>
                    <a:pt x="1396608" y="219"/>
                    <a:pt x="1415468" y="854"/>
                    <a:pt x="1434264" y="219"/>
                  </a:cubicBezTo>
                  <a:cubicBezTo>
                    <a:pt x="1443056" y="-1141"/>
                    <a:pt x="1451568" y="3956"/>
                    <a:pt x="1454520" y="12347"/>
                  </a:cubicBezTo>
                  <a:cubicBezTo>
                    <a:pt x="1472082" y="45816"/>
                    <a:pt x="1493755" y="76961"/>
                    <a:pt x="1519036" y="105057"/>
                  </a:cubicBezTo>
                  <a:cubicBezTo>
                    <a:pt x="1562664" y="155126"/>
                    <a:pt x="1610880" y="201004"/>
                    <a:pt x="1663055" y="242090"/>
                  </a:cubicBezTo>
                  <a:cubicBezTo>
                    <a:pt x="1664833" y="243551"/>
                    <a:pt x="1666610" y="245011"/>
                    <a:pt x="1668261" y="246535"/>
                  </a:cubicBezTo>
                  <a:cubicBezTo>
                    <a:pt x="1668579" y="246599"/>
                    <a:pt x="1668579" y="247170"/>
                    <a:pt x="1668896" y="248186"/>
                  </a:cubicBezTo>
                  <a:close/>
                </a:path>
              </a:pathLst>
            </a:custGeom>
            <a:solidFill>
              <a:srgbClr val="F8D237"/>
            </a:solidFill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41570980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91C497-1FE0-43E1-BCDF-D835A8BB6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1D3D65-16A9-4CB0-AEB1-CDE398F04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D6462A-5A0C-43F7-91AD-D915DFBE3F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5AD1C-439C-42F4-B5D5-84BD6B420ABA}" type="datetimeFigureOut">
              <a:rPr lang="en-GB" smtClean="0"/>
              <a:t>14/12/2023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2855CC-CE5A-4FB9-B4B1-AD26D47949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38BFB-6F78-4B04-A5A5-7914EF3B7B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C6D88-890B-4D1F-A306-007CEC9B906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904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algn="ctr" defTabSz="762000"/>
            <a:endParaRPr lang="en-GB" sz="3600" b="1" baseline="30000">
              <a:cs typeface="Arial" charset="0"/>
            </a:endParaRPr>
          </a:p>
          <a:p>
            <a:endParaRPr lang="en-GB" sz="3200"/>
          </a:p>
          <a:p>
            <a:endParaRPr lang="en-GB" sz="140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" dirty="0">
                <a:latin typeface="+mj-lt"/>
              </a:rPr>
            </a:br>
            <a:r>
              <a:rPr lang="en" dirty="0">
                <a:latin typeface="+mj-lt"/>
              </a:rPr>
              <a:t>Acceptance Criteria	</a:t>
            </a:r>
            <a:br>
              <a:rPr lang="en" dirty="0"/>
            </a:br>
            <a:endParaRPr lang="en-GB" dirty="0">
              <a:latin typeface="+mj-lt"/>
            </a:endParaRP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85299" y="5768975"/>
            <a:ext cx="5627171" cy="705846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15000"/>
              <a:buFontTx/>
              <a:buNone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3"/>
              </a:buBlip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2pPr>
            <a:lvl3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3"/>
              </a:buBlip>
              <a:tabLst/>
              <a:defRPr sz="1800" b="0" i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3pPr>
            <a:lvl4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0000"/>
              <a:buFontTx/>
              <a:buBlip>
                <a:blip r:embed="rId3"/>
              </a:buBlip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4pPr>
            <a:lvl5pPr marL="355600" indent="-2667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50"/>
              </a:spcAft>
              <a:buSzPct val="125000"/>
              <a:buFontTx/>
              <a:buBlip>
                <a:blip r:embed="rId3"/>
              </a:buBlip>
              <a:tabLst/>
              <a:defRPr sz="1800" b="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400"/>
          </a:p>
        </p:txBody>
      </p:sp>
    </p:spTree>
    <p:extLst>
      <p:ext uri="{BB962C8B-B14F-4D97-AF65-F5344CB8AC3E}">
        <p14:creationId xmlns:p14="http://schemas.microsoft.com/office/powerpoint/2010/main" val="1112600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B8B528-8902-4E1E-AEA6-85452EC635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Objectives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B802845C-0FD5-FBBA-9B3D-D66D066AAB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6513026"/>
              </p:ext>
            </p:extLst>
          </p:nvPr>
        </p:nvGraphicFramePr>
        <p:xfrm>
          <a:off x="5037137" y="1349988"/>
          <a:ext cx="6665237" cy="39418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8271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76A49E-298B-46D8-85B0-25BD5A48AE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Acceptance Criteria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D9EF3095-DF8B-EB4F-59FC-E0C32371C6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1662997"/>
              </p:ext>
            </p:extLst>
          </p:nvPr>
        </p:nvGraphicFramePr>
        <p:xfrm>
          <a:off x="5037137" y="435588"/>
          <a:ext cx="6770688" cy="51194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3659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411A6CE-6CE9-4F33-B82D-AB137CB8F6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Definition of Ready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0D77CAE-A70A-10E3-2EA0-12B07230234A}"/>
              </a:ext>
            </a:extLst>
          </p:cNvPr>
          <p:cNvSpPr/>
          <p:nvPr/>
        </p:nvSpPr>
        <p:spPr>
          <a:xfrm>
            <a:off x="5037137" y="642026"/>
            <a:ext cx="6712085" cy="885217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000" b="1" dirty="0">
                <a:solidFill>
                  <a:schemeClr val="bg1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Definition of Ready </a:t>
            </a:r>
            <a:r>
              <a:rPr lang="en-GB" sz="2000" dirty="0">
                <a:solidFill>
                  <a:schemeClr val="bg1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(</a:t>
            </a:r>
            <a:r>
              <a:rPr lang="en-GB" sz="2000" dirty="0" err="1">
                <a:solidFill>
                  <a:schemeClr val="bg1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DoR</a:t>
            </a:r>
            <a:r>
              <a:rPr lang="en-GB" sz="2000" dirty="0">
                <a:solidFill>
                  <a:schemeClr val="bg1"/>
                </a:solidFill>
                <a:effectLst/>
                <a:ea typeface="Montserrat" panose="00000500000000000000" pitchFamily="2" charset="0"/>
                <a:cs typeface="Montserrat" panose="00000500000000000000" pitchFamily="2" charset="0"/>
              </a:rPr>
              <a:t>) defines what a product backlog item needs before it can go into the sprint backlog.</a:t>
            </a:r>
            <a:endParaRPr lang="en-GB" sz="2000" dirty="0">
              <a:solidFill>
                <a:schemeClr val="bg1"/>
              </a:solidFill>
              <a:effectLst/>
              <a:ea typeface="Calibri" panose="020F0502020204030204" pitchFamily="34" charset="0"/>
            </a:endParaRPr>
          </a:p>
        </p:txBody>
      </p:sp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42CF1B99-39F8-8426-7750-0947045F1D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5446979"/>
              </p:ext>
            </p:extLst>
          </p:nvPr>
        </p:nvGraphicFramePr>
        <p:xfrm>
          <a:off x="5037137" y="1538828"/>
          <a:ext cx="6770078" cy="44842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82522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20887-F17A-4F6D-9C45-18BE385ABC7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5E383889-594E-C8DF-5096-F9BDAA6A45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87196504"/>
              </p:ext>
            </p:extLst>
          </p:nvPr>
        </p:nvGraphicFramePr>
        <p:xfrm>
          <a:off x="5036527" y="869296"/>
          <a:ext cx="6770688" cy="51194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48171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32DA86-A110-496D-80D8-9793DE9FD1C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Example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1ECAAA93-DE81-A869-4B83-FC269DEACB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62265481"/>
              </p:ext>
            </p:extLst>
          </p:nvPr>
        </p:nvGraphicFramePr>
        <p:xfrm>
          <a:off x="5037137" y="1349986"/>
          <a:ext cx="6770688" cy="51194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63134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5B8B528-8902-4E1E-AEA6-85452EC635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Review</a:t>
            </a:r>
          </a:p>
        </p:txBody>
      </p:sp>
      <p:pic>
        <p:nvPicPr>
          <p:cNvPr id="4" name="Picture 3" descr="Reviews - Web Sites: Recommended - Research Guides at Thrift Library">
            <a:extLst>
              <a:ext uri="{FF2B5EF4-FFF2-40B4-BE49-F238E27FC236}">
                <a16:creationId xmlns:a16="http://schemas.microsoft.com/office/drawing/2014/main" id="{E6B848DB-2F5D-251E-6905-A2A498C41C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84094" y="202222"/>
            <a:ext cx="1539810" cy="1539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ext Placeholder 2">
            <a:extLst>
              <a:ext uri="{FF2B5EF4-FFF2-40B4-BE49-F238E27FC236}">
                <a16:creationId xmlns:a16="http://schemas.microsoft.com/office/drawing/2014/main" id="{D08242A8-1043-A456-6B00-0922C44178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8419794"/>
              </p:ext>
            </p:extLst>
          </p:nvPr>
        </p:nvGraphicFramePr>
        <p:xfrm>
          <a:off x="4317289" y="1349985"/>
          <a:ext cx="7696371" cy="52161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8CEBAF0-DF3C-83E4-37EF-61A2BC11D411}"/>
              </a:ext>
            </a:extLst>
          </p:cNvPr>
          <p:cNvSpPr txBox="1"/>
          <p:nvPr/>
        </p:nvSpPr>
        <p:spPr>
          <a:xfrm>
            <a:off x="5037137" y="2305878"/>
            <a:ext cx="4810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You now know 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847167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555AAE2-2DE9-4D28-A804-5D33B8E491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Lab</a:t>
            </a:r>
            <a:endParaRPr lang="en-IN" dirty="0"/>
          </a:p>
        </p:txBody>
      </p:sp>
      <p:graphicFrame>
        <p:nvGraphicFramePr>
          <p:cNvPr id="9" name="Text Placeholder 6">
            <a:extLst>
              <a:ext uri="{FF2B5EF4-FFF2-40B4-BE49-F238E27FC236}">
                <a16:creationId xmlns:a16="http://schemas.microsoft.com/office/drawing/2014/main" id="{898679F3-2490-3F2A-6110-CEB76F5148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78963"/>
              </p:ext>
            </p:extLst>
          </p:nvPr>
        </p:nvGraphicFramePr>
        <p:xfrm>
          <a:off x="5037137" y="1349984"/>
          <a:ext cx="5953591" cy="4094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32256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6C4F4F4-41C0-584E-BC13-20C12C4D92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Things to think about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41601E-9058-3E6A-6E65-5411FC2553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43747" y="1126247"/>
            <a:ext cx="7657462" cy="4094163"/>
          </a:xfrm>
        </p:spPr>
        <p:txBody>
          <a:bodyPr>
            <a:normAutofit/>
          </a:bodyPr>
          <a:lstStyle/>
          <a:p>
            <a:r>
              <a:rPr lang="en-GB" dirty="0"/>
              <a:t>How long does it take to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Set the Priority 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Read through the User story and understand it completely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Come up with a plan of action (use existing modules, how to test...)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Write the code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Write Unit tests for the code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/>
              <a:t>Integrate (merge) it with the rest of the project code (GIT)</a:t>
            </a:r>
          </a:p>
          <a:p>
            <a:r>
              <a:rPr lang="en-GB" dirty="0"/>
              <a:t>Deployment: locally, test server, on company server, cloud</a:t>
            </a:r>
          </a:p>
        </p:txBody>
      </p:sp>
    </p:spTree>
    <p:extLst>
      <p:ext uri="{BB962C8B-B14F-4D97-AF65-F5344CB8AC3E}">
        <p14:creationId xmlns:p14="http://schemas.microsoft.com/office/powerpoint/2010/main" val="3382749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3562A7F8CAFB43942423E6A5E04770" ma:contentTypeVersion="7" ma:contentTypeDescription="Create a new document." ma:contentTypeScope="" ma:versionID="d0e8e795b8a8d4266e7f4576f77b80ea">
  <xsd:schema xmlns:xsd="http://www.w3.org/2001/XMLSchema" xmlns:xs="http://www.w3.org/2001/XMLSchema" xmlns:p="http://schemas.microsoft.com/office/2006/metadata/properties" xmlns:ns2="dfd82559-97a2-4871-a676-597bf1b13ee5" targetNamespace="http://schemas.microsoft.com/office/2006/metadata/properties" ma:root="true" ma:fieldsID="6a00af95b1079ccfaed25b0f57987d55" ns2:_="">
    <xsd:import namespace="dfd82559-97a2-4871-a676-597bf1b13ee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d82559-97a2-4871-a676-597bf1b13e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029F95F-DD76-4D49-99E5-ECA9E4EA8DE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26A810C-BD45-40E3-8D06-27276383A887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1AF79570-71EB-4424-8B3B-A4E0CF508E7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d82559-97a2-4871-a676-597bf1b13ee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421</Words>
  <Application>Microsoft Office PowerPoint</Application>
  <PresentationFormat>Widescreen</PresentationFormat>
  <Paragraphs>51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Krana Fat B</vt:lpstr>
      <vt:lpstr>Montserrat</vt:lpstr>
      <vt:lpstr>Office Theme</vt:lpstr>
      <vt:lpstr> Acceptance Criteria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Acceptance Criteria  </dc:title>
  <dc:creator>MarkAndrew Rogers</dc:creator>
  <cp:lastModifiedBy>mike baradaran</cp:lastModifiedBy>
  <cp:revision>10</cp:revision>
  <dcterms:created xsi:type="dcterms:W3CDTF">2022-02-02T14:25:12Z</dcterms:created>
  <dcterms:modified xsi:type="dcterms:W3CDTF">2023-12-14T14:41:44Z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0x010100753562A7F8CAFB43942423E6A5E04770</vt:lpwstr>
  </property>
</Properties>
</file>