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462" r:id="rId5"/>
    <p:sldId id="757" r:id="rId6"/>
    <p:sldId id="759" r:id="rId7"/>
    <p:sldId id="760" r:id="rId8"/>
    <p:sldId id="761" r:id="rId9"/>
    <p:sldId id="769" r:id="rId10"/>
    <p:sldId id="770" r:id="rId11"/>
    <p:sldId id="771" r:id="rId12"/>
    <p:sldId id="762" r:id="rId13"/>
    <p:sldId id="763" r:id="rId14"/>
    <p:sldId id="768" r:id="rId15"/>
    <p:sldId id="758" r:id="rId16"/>
    <p:sldId id="4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FFF31-1D13-4FD6-B9D9-EBB18CF1BBC5}" v="3" dt="2022-02-03T12:44:31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039FFF31-1D13-4FD6-B9D9-EBB18CF1BBC5}"/>
    <pc:docChg chg="custSel addSld modSld sldOrd">
      <pc:chgData name="MarkAndrew Rogers" userId="fbd1f26338c9b5ce" providerId="LiveId" clId="{039FFF31-1D13-4FD6-B9D9-EBB18CF1BBC5}" dt="2022-02-03T13:35:37.803" v="968" actId="20577"/>
      <pc:docMkLst>
        <pc:docMk/>
      </pc:docMkLst>
      <pc:sldChg chg="modSp mod">
        <pc:chgData name="MarkAndrew Rogers" userId="fbd1f26338c9b5ce" providerId="LiveId" clId="{039FFF31-1D13-4FD6-B9D9-EBB18CF1BBC5}" dt="2022-02-03T11:34:31.137" v="5" actId="20577"/>
        <pc:sldMkLst>
          <pc:docMk/>
          <pc:sldMk cId="1932256695" sldId="456"/>
        </pc:sldMkLst>
        <pc:spChg chg="mod">
          <ac:chgData name="MarkAndrew Rogers" userId="fbd1f26338c9b5ce" providerId="LiveId" clId="{039FFF31-1D13-4FD6-B9D9-EBB18CF1BBC5}" dt="2022-02-03T11:34:31.137" v="5" actId="20577"/>
          <ac:spMkLst>
            <pc:docMk/>
            <pc:sldMk cId="1932256695" sldId="456"/>
            <ac:spMk id="7" creationId="{CCC4AE2F-C0E8-473D-9D53-77A9DA3BEA1F}"/>
          </ac:spMkLst>
        </pc:spChg>
      </pc:sldChg>
      <pc:sldChg chg="modSp mod">
        <pc:chgData name="MarkAndrew Rogers" userId="fbd1f26338c9b5ce" providerId="LiveId" clId="{039FFF31-1D13-4FD6-B9D9-EBB18CF1BBC5}" dt="2022-02-03T12:44:20.734" v="161" actId="20577"/>
        <pc:sldMkLst>
          <pc:docMk/>
          <pc:sldMk cId="2018271411" sldId="757"/>
        </pc:sldMkLst>
        <pc:spChg chg="mod">
          <ac:chgData name="MarkAndrew Rogers" userId="fbd1f26338c9b5ce" providerId="LiveId" clId="{039FFF31-1D13-4FD6-B9D9-EBB18CF1BBC5}" dt="2022-02-03T12:44:20.734" v="161" actId="20577"/>
          <ac:spMkLst>
            <pc:docMk/>
            <pc:sldMk cId="2018271411" sldId="757"/>
            <ac:spMk id="3" creationId="{31F2E46C-A09C-4D8F-8B86-51C97198AA44}"/>
          </ac:spMkLst>
        </pc:spChg>
      </pc:sldChg>
      <pc:sldChg chg="modSp mod">
        <pc:chgData name="MarkAndrew Rogers" userId="fbd1f26338c9b5ce" providerId="LiveId" clId="{039FFF31-1D13-4FD6-B9D9-EBB18CF1BBC5}" dt="2022-02-03T12:45:27.023" v="231" actId="20577"/>
        <pc:sldMkLst>
          <pc:docMk/>
          <pc:sldMk cId="1006962665" sldId="758"/>
        </pc:sldMkLst>
        <pc:spChg chg="mod">
          <ac:chgData name="MarkAndrew Rogers" userId="fbd1f26338c9b5ce" providerId="LiveId" clId="{039FFF31-1D13-4FD6-B9D9-EBB18CF1BBC5}" dt="2022-02-03T12:44:39.838" v="177" actId="20577"/>
          <ac:spMkLst>
            <pc:docMk/>
            <pc:sldMk cId="1006962665" sldId="758"/>
            <ac:spMk id="2" creationId="{35B8B528-8902-4E1E-AEA6-85452EC63540}"/>
          </ac:spMkLst>
        </pc:spChg>
        <pc:spChg chg="mod">
          <ac:chgData name="MarkAndrew Rogers" userId="fbd1f26338c9b5ce" providerId="LiveId" clId="{039FFF31-1D13-4FD6-B9D9-EBB18CF1BBC5}" dt="2022-02-03T12:45:27.023" v="231" actId="20577"/>
          <ac:spMkLst>
            <pc:docMk/>
            <pc:sldMk cId="1006962665" sldId="758"/>
            <ac:spMk id="3" creationId="{31F2E46C-A09C-4D8F-8B86-51C97198AA44}"/>
          </ac:spMkLst>
        </pc:spChg>
      </pc:sldChg>
      <pc:sldChg chg="modSp new mod">
        <pc:chgData name="MarkAndrew Rogers" userId="fbd1f26338c9b5ce" providerId="LiveId" clId="{039FFF31-1D13-4FD6-B9D9-EBB18CF1BBC5}" dt="2022-02-03T13:00:16.570" v="403" actId="20577"/>
        <pc:sldMkLst>
          <pc:docMk/>
          <pc:sldMk cId="49264324" sldId="759"/>
        </pc:sldMkLst>
        <pc:spChg chg="mod">
          <ac:chgData name="MarkAndrew Rogers" userId="fbd1f26338c9b5ce" providerId="LiveId" clId="{039FFF31-1D13-4FD6-B9D9-EBB18CF1BBC5}" dt="2022-02-03T13:00:16.570" v="403" actId="20577"/>
          <ac:spMkLst>
            <pc:docMk/>
            <pc:sldMk cId="49264324" sldId="759"/>
            <ac:spMk id="3" creationId="{2B1E3376-55CC-4180-A858-7538C724E590}"/>
          </ac:spMkLst>
        </pc:spChg>
      </pc:sldChg>
      <pc:sldChg chg="modSp new mod">
        <pc:chgData name="MarkAndrew Rogers" userId="fbd1f26338c9b5ce" providerId="LiveId" clId="{039FFF31-1D13-4FD6-B9D9-EBB18CF1BBC5}" dt="2022-02-03T13:06:35.800" v="561" actId="113"/>
        <pc:sldMkLst>
          <pc:docMk/>
          <pc:sldMk cId="837465695" sldId="760"/>
        </pc:sldMkLst>
        <pc:spChg chg="mod">
          <ac:chgData name="MarkAndrew Rogers" userId="fbd1f26338c9b5ce" providerId="LiveId" clId="{039FFF31-1D13-4FD6-B9D9-EBB18CF1BBC5}" dt="2022-02-03T13:00:42.299" v="414" actId="20577"/>
          <ac:spMkLst>
            <pc:docMk/>
            <pc:sldMk cId="837465695" sldId="760"/>
            <ac:spMk id="2" creationId="{821FD8F1-3686-4D1F-92F9-D759C51682FC}"/>
          </ac:spMkLst>
        </pc:spChg>
        <pc:spChg chg="mod">
          <ac:chgData name="MarkAndrew Rogers" userId="fbd1f26338c9b5ce" providerId="LiveId" clId="{039FFF31-1D13-4FD6-B9D9-EBB18CF1BBC5}" dt="2022-02-03T13:06:35.800" v="561" actId="113"/>
          <ac:spMkLst>
            <pc:docMk/>
            <pc:sldMk cId="837465695" sldId="760"/>
            <ac:spMk id="3" creationId="{753C27A7-7DD0-4099-B1C0-B8F48D6CB874}"/>
          </ac:spMkLst>
        </pc:spChg>
      </pc:sldChg>
      <pc:sldChg chg="modSp new mod">
        <pc:chgData name="MarkAndrew Rogers" userId="fbd1f26338c9b5ce" providerId="LiveId" clId="{039FFF31-1D13-4FD6-B9D9-EBB18CF1BBC5}" dt="2022-02-03T13:13:17.366" v="684" actId="20577"/>
        <pc:sldMkLst>
          <pc:docMk/>
          <pc:sldMk cId="1742521343" sldId="761"/>
        </pc:sldMkLst>
        <pc:spChg chg="mod">
          <ac:chgData name="MarkAndrew Rogers" userId="fbd1f26338c9b5ce" providerId="LiveId" clId="{039FFF31-1D13-4FD6-B9D9-EBB18CF1BBC5}" dt="2022-02-03T13:13:17.366" v="684" actId="20577"/>
          <ac:spMkLst>
            <pc:docMk/>
            <pc:sldMk cId="1742521343" sldId="761"/>
            <ac:spMk id="2" creationId="{59219CDA-F19A-4776-B2F7-FB29DD11D16A}"/>
          </ac:spMkLst>
        </pc:spChg>
        <pc:spChg chg="mod">
          <ac:chgData name="MarkAndrew Rogers" userId="fbd1f26338c9b5ce" providerId="LiveId" clId="{039FFF31-1D13-4FD6-B9D9-EBB18CF1BBC5}" dt="2022-02-03T13:13:07.789" v="683" actId="255"/>
          <ac:spMkLst>
            <pc:docMk/>
            <pc:sldMk cId="1742521343" sldId="761"/>
            <ac:spMk id="3" creationId="{CE8D82EA-C87A-4EDD-BF7E-2130589F7B2E}"/>
          </ac:spMkLst>
        </pc:spChg>
      </pc:sldChg>
      <pc:sldChg chg="modSp new mod ord">
        <pc:chgData name="MarkAndrew Rogers" userId="fbd1f26338c9b5ce" providerId="LiveId" clId="{039FFF31-1D13-4FD6-B9D9-EBB18CF1BBC5}" dt="2022-02-03T13:13:38.988" v="707" actId="20577"/>
        <pc:sldMkLst>
          <pc:docMk/>
          <pc:sldMk cId="1834861901" sldId="762"/>
        </pc:sldMkLst>
        <pc:spChg chg="mod">
          <ac:chgData name="MarkAndrew Rogers" userId="fbd1f26338c9b5ce" providerId="LiveId" clId="{039FFF31-1D13-4FD6-B9D9-EBB18CF1BBC5}" dt="2022-02-03T13:11:44.261" v="664" actId="20577"/>
          <ac:spMkLst>
            <pc:docMk/>
            <pc:sldMk cId="1834861901" sldId="762"/>
            <ac:spMk id="2" creationId="{70CDD455-FEA6-4FF6-9F2E-113C5880FED3}"/>
          </ac:spMkLst>
        </pc:spChg>
        <pc:spChg chg="mod">
          <ac:chgData name="MarkAndrew Rogers" userId="fbd1f26338c9b5ce" providerId="LiveId" clId="{039FFF31-1D13-4FD6-B9D9-EBB18CF1BBC5}" dt="2022-02-03T13:13:38.988" v="707" actId="20577"/>
          <ac:spMkLst>
            <pc:docMk/>
            <pc:sldMk cId="1834861901" sldId="762"/>
            <ac:spMk id="3" creationId="{BC70FE34-87D7-4790-822F-EDEF4EFA7C96}"/>
          </ac:spMkLst>
        </pc:spChg>
      </pc:sldChg>
      <pc:sldChg chg="modSp new mod">
        <pc:chgData name="MarkAndrew Rogers" userId="fbd1f26338c9b5ce" providerId="LiveId" clId="{039FFF31-1D13-4FD6-B9D9-EBB18CF1BBC5}" dt="2022-02-03T13:35:37.803" v="968" actId="20577"/>
        <pc:sldMkLst>
          <pc:docMk/>
          <pc:sldMk cId="523184107" sldId="763"/>
        </pc:sldMkLst>
        <pc:spChg chg="mod">
          <ac:chgData name="MarkAndrew Rogers" userId="fbd1f26338c9b5ce" providerId="LiveId" clId="{039FFF31-1D13-4FD6-B9D9-EBB18CF1BBC5}" dt="2022-02-03T13:15:12.010" v="717" actId="20577"/>
          <ac:spMkLst>
            <pc:docMk/>
            <pc:sldMk cId="523184107" sldId="763"/>
            <ac:spMk id="2" creationId="{E7C7A5C3-6574-4F0F-86C6-883A317729DE}"/>
          </ac:spMkLst>
        </pc:spChg>
        <pc:spChg chg="mod">
          <ac:chgData name="MarkAndrew Rogers" userId="fbd1f26338c9b5ce" providerId="LiveId" clId="{039FFF31-1D13-4FD6-B9D9-EBB18CF1BBC5}" dt="2022-02-03T13:35:37.803" v="968" actId="20577"/>
          <ac:spMkLst>
            <pc:docMk/>
            <pc:sldMk cId="523184107" sldId="763"/>
            <ac:spMk id="3" creationId="{A33BA650-BB15-43AF-ABF2-740554E1E24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4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4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2EFDF3-F43B-4DA9-9AE6-51ACE45879E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2AC94F-03DC-4805-B7EA-E76B76BCB73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Understand what </a:t>
          </a:r>
          <a:br>
            <a:rPr lang="en-GB" dirty="0"/>
          </a:br>
          <a:r>
            <a:rPr lang="en-GB" b="1" dirty="0"/>
            <a:t>Sprint Backlog</a:t>
          </a:r>
          <a:r>
            <a:rPr lang="en-GB" dirty="0"/>
            <a:t> is</a:t>
          </a:r>
          <a:endParaRPr lang="en-US" dirty="0"/>
        </a:p>
      </dgm:t>
    </dgm:pt>
    <dgm:pt modelId="{85093CDA-4FB9-4698-B54C-0F792BD91CBF}" type="parTrans" cxnId="{010754FF-C376-492A-B949-B56719D45902}">
      <dgm:prSet/>
      <dgm:spPr/>
      <dgm:t>
        <a:bodyPr/>
        <a:lstStyle/>
        <a:p>
          <a:endParaRPr lang="en-US"/>
        </a:p>
      </dgm:t>
    </dgm:pt>
    <dgm:pt modelId="{98787E27-E630-4906-B64E-827099CCA296}" type="sibTrans" cxnId="{010754FF-C376-492A-B949-B56719D45902}">
      <dgm:prSet/>
      <dgm:spPr/>
      <dgm:t>
        <a:bodyPr/>
        <a:lstStyle/>
        <a:p>
          <a:endParaRPr lang="en-US"/>
        </a:p>
      </dgm:t>
    </dgm:pt>
    <dgm:pt modelId="{8B762952-7C73-433F-A677-5C1B2302ACF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</a:t>
          </a:r>
          <a:r>
            <a:rPr lang="en-GB" b="1" dirty="0"/>
            <a:t>Doing</a:t>
          </a:r>
          <a:r>
            <a:rPr lang="en-GB" dirty="0"/>
            <a:t> List</a:t>
          </a:r>
          <a:endParaRPr lang="en-US" dirty="0"/>
        </a:p>
      </dgm:t>
    </dgm:pt>
    <dgm:pt modelId="{0EF72E2E-5A6E-4172-887B-E38577FF6254}" type="parTrans" cxnId="{A933B288-505C-4667-8A1F-7421A6E330D7}">
      <dgm:prSet/>
      <dgm:spPr/>
      <dgm:t>
        <a:bodyPr/>
        <a:lstStyle/>
        <a:p>
          <a:endParaRPr lang="en-US"/>
        </a:p>
      </dgm:t>
    </dgm:pt>
    <dgm:pt modelId="{5238D7C7-AE0C-4B49-8EF9-87C9AA03584A}" type="sibTrans" cxnId="{A933B288-505C-4667-8A1F-7421A6E330D7}">
      <dgm:prSet/>
      <dgm:spPr/>
      <dgm:t>
        <a:bodyPr/>
        <a:lstStyle/>
        <a:p>
          <a:endParaRPr lang="en-US"/>
        </a:p>
      </dgm:t>
    </dgm:pt>
    <dgm:pt modelId="{A549AC4D-0759-4210-BEC5-0B12E8B6866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How to use the </a:t>
          </a:r>
          <a:r>
            <a:rPr lang="en-GB" b="1" dirty="0"/>
            <a:t>DoD</a:t>
          </a:r>
          <a:r>
            <a:rPr lang="en-GB" dirty="0"/>
            <a:t> </a:t>
          </a:r>
          <a:br>
            <a:rPr lang="en-GB" dirty="0"/>
          </a:br>
          <a:r>
            <a:rPr lang="en-GB" dirty="0"/>
            <a:t>(definition of Done) </a:t>
          </a:r>
          <a:br>
            <a:rPr lang="en-GB" dirty="0"/>
          </a:br>
          <a:r>
            <a:rPr lang="en-GB" dirty="0"/>
            <a:t>to move a feature from Doing to Done</a:t>
          </a:r>
          <a:endParaRPr lang="en-US" dirty="0"/>
        </a:p>
      </dgm:t>
    </dgm:pt>
    <dgm:pt modelId="{E3F1D17A-F09D-4325-952F-908B5AA76EC4}" type="parTrans" cxnId="{DCB57225-0D16-49A4-8D1A-C79C3DF1B32A}">
      <dgm:prSet/>
      <dgm:spPr/>
      <dgm:t>
        <a:bodyPr/>
        <a:lstStyle/>
        <a:p>
          <a:endParaRPr lang="en-US"/>
        </a:p>
      </dgm:t>
    </dgm:pt>
    <dgm:pt modelId="{CB6AB7BD-B157-47A7-B2AE-4DADB6C693A3}" type="sibTrans" cxnId="{DCB57225-0D16-49A4-8D1A-C79C3DF1B32A}">
      <dgm:prSet/>
      <dgm:spPr/>
      <dgm:t>
        <a:bodyPr/>
        <a:lstStyle/>
        <a:p>
          <a:endParaRPr lang="en-US"/>
        </a:p>
      </dgm:t>
    </dgm:pt>
    <dgm:pt modelId="{3274B336-6863-457B-9C3D-67DE7B96EF4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Done</a:t>
          </a:r>
          <a:r>
            <a:rPr lang="en-GB" dirty="0"/>
            <a:t> List</a:t>
          </a:r>
          <a:endParaRPr lang="en-US" dirty="0"/>
        </a:p>
      </dgm:t>
    </dgm:pt>
    <dgm:pt modelId="{60F00F1B-F94A-478C-AD46-865932A0D92B}" type="parTrans" cxnId="{FB166CCD-3980-41BC-B9C3-5ACF5FB338B0}">
      <dgm:prSet/>
      <dgm:spPr/>
      <dgm:t>
        <a:bodyPr/>
        <a:lstStyle/>
        <a:p>
          <a:endParaRPr lang="en-US"/>
        </a:p>
      </dgm:t>
    </dgm:pt>
    <dgm:pt modelId="{3DC72F25-9283-478E-AEEF-9C90A9D3F93C}" type="sibTrans" cxnId="{FB166CCD-3980-41BC-B9C3-5ACF5FB338B0}">
      <dgm:prSet/>
      <dgm:spPr/>
      <dgm:t>
        <a:bodyPr/>
        <a:lstStyle/>
        <a:p>
          <a:endParaRPr lang="en-US"/>
        </a:p>
      </dgm:t>
    </dgm:pt>
    <dgm:pt modelId="{EDC60815-7568-4942-8CD5-D29A36DF4D60}" type="pres">
      <dgm:prSet presAssocID="{792EFDF3-F43B-4DA9-9AE6-51ACE45879E7}" presName="root" presStyleCnt="0">
        <dgm:presLayoutVars>
          <dgm:dir/>
          <dgm:resizeHandles val="exact"/>
        </dgm:presLayoutVars>
      </dgm:prSet>
      <dgm:spPr/>
    </dgm:pt>
    <dgm:pt modelId="{83DD0A67-71DB-4694-BFF6-38C669ABF504}" type="pres">
      <dgm:prSet presAssocID="{0F2AC94F-03DC-4805-B7EA-E76B76BCB733}" presName="compNode" presStyleCnt="0"/>
      <dgm:spPr/>
    </dgm:pt>
    <dgm:pt modelId="{70944DCA-385C-4411-B035-445B65B7097D}" type="pres">
      <dgm:prSet presAssocID="{0F2AC94F-03DC-4805-B7EA-E76B76BCB7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6D631D7-3CB7-4752-9DCA-099FCFF5E716}" type="pres">
      <dgm:prSet presAssocID="{0F2AC94F-03DC-4805-B7EA-E76B76BCB733}" presName="spaceRect" presStyleCnt="0"/>
      <dgm:spPr/>
    </dgm:pt>
    <dgm:pt modelId="{3479D30B-12D0-4110-A92E-88FBE5E67D62}" type="pres">
      <dgm:prSet presAssocID="{0F2AC94F-03DC-4805-B7EA-E76B76BCB733}" presName="textRect" presStyleLbl="revTx" presStyleIdx="0" presStyleCnt="4">
        <dgm:presLayoutVars>
          <dgm:chMax val="1"/>
          <dgm:chPref val="1"/>
        </dgm:presLayoutVars>
      </dgm:prSet>
      <dgm:spPr/>
    </dgm:pt>
    <dgm:pt modelId="{EFED1D1D-C7AA-48CB-B455-176042C152FB}" type="pres">
      <dgm:prSet presAssocID="{98787E27-E630-4906-B64E-827099CCA296}" presName="sibTrans" presStyleCnt="0"/>
      <dgm:spPr/>
    </dgm:pt>
    <dgm:pt modelId="{A078B574-8599-457E-BFA4-1229744D2E97}" type="pres">
      <dgm:prSet presAssocID="{8B762952-7C73-433F-A677-5C1B2302ACF9}" presName="compNode" presStyleCnt="0"/>
      <dgm:spPr/>
    </dgm:pt>
    <dgm:pt modelId="{9B8E7763-2AF5-4CB5-85F9-132970BC68FA}" type="pres">
      <dgm:prSet presAssocID="{8B762952-7C73-433F-A677-5C1B2302AC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kchain outline"/>
        </a:ext>
      </dgm:extLst>
    </dgm:pt>
    <dgm:pt modelId="{83654DF2-58E4-4906-824E-6F570C64EF33}" type="pres">
      <dgm:prSet presAssocID="{8B762952-7C73-433F-A677-5C1B2302ACF9}" presName="spaceRect" presStyleCnt="0"/>
      <dgm:spPr/>
    </dgm:pt>
    <dgm:pt modelId="{F527DBB8-96E4-4FF0-B469-E10864CA3AC2}" type="pres">
      <dgm:prSet presAssocID="{8B762952-7C73-433F-A677-5C1B2302ACF9}" presName="textRect" presStyleLbl="revTx" presStyleIdx="1" presStyleCnt="4">
        <dgm:presLayoutVars>
          <dgm:chMax val="1"/>
          <dgm:chPref val="1"/>
        </dgm:presLayoutVars>
      </dgm:prSet>
      <dgm:spPr/>
    </dgm:pt>
    <dgm:pt modelId="{1B8E1269-6E4A-431E-9448-395CB56CEF46}" type="pres">
      <dgm:prSet presAssocID="{5238D7C7-AE0C-4B49-8EF9-87C9AA03584A}" presName="sibTrans" presStyleCnt="0"/>
      <dgm:spPr/>
    </dgm:pt>
    <dgm:pt modelId="{A5555C0E-FB71-4DE7-91AF-735E2DE77133}" type="pres">
      <dgm:prSet presAssocID="{A549AC4D-0759-4210-BEC5-0B12E8B6866C}" presName="compNode" presStyleCnt="0"/>
      <dgm:spPr/>
    </dgm:pt>
    <dgm:pt modelId="{21C95D73-7EB1-460D-8081-27D571D7ECCD}" type="pres">
      <dgm:prSet presAssocID="{A549AC4D-0759-4210-BEC5-0B12E8B6866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piration with solid fill"/>
        </a:ext>
      </dgm:extLst>
    </dgm:pt>
    <dgm:pt modelId="{5FCEA087-A084-49DD-829B-82550EC2D1C7}" type="pres">
      <dgm:prSet presAssocID="{A549AC4D-0759-4210-BEC5-0B12E8B6866C}" presName="spaceRect" presStyleCnt="0"/>
      <dgm:spPr/>
    </dgm:pt>
    <dgm:pt modelId="{7EB209CB-B7E5-4565-9E41-6FB91C1B7AF3}" type="pres">
      <dgm:prSet presAssocID="{A549AC4D-0759-4210-BEC5-0B12E8B6866C}" presName="textRect" presStyleLbl="revTx" presStyleIdx="2" presStyleCnt="4" custScaleX="155599">
        <dgm:presLayoutVars>
          <dgm:chMax val="1"/>
          <dgm:chPref val="1"/>
        </dgm:presLayoutVars>
      </dgm:prSet>
      <dgm:spPr/>
    </dgm:pt>
    <dgm:pt modelId="{1B65A974-59D5-4BFC-832E-C426417B8393}" type="pres">
      <dgm:prSet presAssocID="{CB6AB7BD-B157-47A7-B2AE-4DADB6C693A3}" presName="sibTrans" presStyleCnt="0"/>
      <dgm:spPr/>
    </dgm:pt>
    <dgm:pt modelId="{0B5F3214-34AB-4E88-A0F4-8FCE4FCEB80B}" type="pres">
      <dgm:prSet presAssocID="{3274B336-6863-457B-9C3D-67DE7B96EF41}" presName="compNode" presStyleCnt="0"/>
      <dgm:spPr/>
    </dgm:pt>
    <dgm:pt modelId="{34DADE2F-45C3-4C4C-AE9E-888CAFBBA60B}" type="pres">
      <dgm:prSet presAssocID="{3274B336-6863-457B-9C3D-67DE7B96EF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DAC74F0-1683-4602-AED3-BEC3F6568F81}" type="pres">
      <dgm:prSet presAssocID="{3274B336-6863-457B-9C3D-67DE7B96EF41}" presName="spaceRect" presStyleCnt="0"/>
      <dgm:spPr/>
    </dgm:pt>
    <dgm:pt modelId="{AA65CEB9-1FFA-4307-A2D0-36A2118C0E0D}" type="pres">
      <dgm:prSet presAssocID="{3274B336-6863-457B-9C3D-67DE7B96EF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CB57225-0D16-49A4-8D1A-C79C3DF1B32A}" srcId="{792EFDF3-F43B-4DA9-9AE6-51ACE45879E7}" destId="{A549AC4D-0759-4210-BEC5-0B12E8B6866C}" srcOrd="2" destOrd="0" parTransId="{E3F1D17A-F09D-4325-952F-908B5AA76EC4}" sibTransId="{CB6AB7BD-B157-47A7-B2AE-4DADB6C693A3}"/>
    <dgm:cxn modelId="{78235035-4BB4-4FE0-A3E2-59F4E9BCBF74}" type="presOf" srcId="{792EFDF3-F43B-4DA9-9AE6-51ACE45879E7}" destId="{EDC60815-7568-4942-8CD5-D29A36DF4D60}" srcOrd="0" destOrd="0" presId="urn:microsoft.com/office/officeart/2018/2/layout/IconLabelList"/>
    <dgm:cxn modelId="{3CC6F75D-B28A-4D1B-8532-D6B816076A56}" type="presOf" srcId="{A549AC4D-0759-4210-BEC5-0B12E8B6866C}" destId="{7EB209CB-B7E5-4565-9E41-6FB91C1B7AF3}" srcOrd="0" destOrd="0" presId="urn:microsoft.com/office/officeart/2018/2/layout/IconLabelList"/>
    <dgm:cxn modelId="{7C783E48-7240-4261-B31D-2B918FF96AE2}" type="presOf" srcId="{8B762952-7C73-433F-A677-5C1B2302ACF9}" destId="{F527DBB8-96E4-4FF0-B469-E10864CA3AC2}" srcOrd="0" destOrd="0" presId="urn:microsoft.com/office/officeart/2018/2/layout/IconLabelList"/>
    <dgm:cxn modelId="{8D695786-5C51-4469-9AF5-503E22EB4BC1}" type="presOf" srcId="{3274B336-6863-457B-9C3D-67DE7B96EF41}" destId="{AA65CEB9-1FFA-4307-A2D0-36A2118C0E0D}" srcOrd="0" destOrd="0" presId="urn:microsoft.com/office/officeart/2018/2/layout/IconLabelList"/>
    <dgm:cxn modelId="{A933B288-505C-4667-8A1F-7421A6E330D7}" srcId="{792EFDF3-F43B-4DA9-9AE6-51ACE45879E7}" destId="{8B762952-7C73-433F-A677-5C1B2302ACF9}" srcOrd="1" destOrd="0" parTransId="{0EF72E2E-5A6E-4172-887B-E38577FF6254}" sibTransId="{5238D7C7-AE0C-4B49-8EF9-87C9AA03584A}"/>
    <dgm:cxn modelId="{FB166CCD-3980-41BC-B9C3-5ACF5FB338B0}" srcId="{792EFDF3-F43B-4DA9-9AE6-51ACE45879E7}" destId="{3274B336-6863-457B-9C3D-67DE7B96EF41}" srcOrd="3" destOrd="0" parTransId="{60F00F1B-F94A-478C-AD46-865932A0D92B}" sibTransId="{3DC72F25-9283-478E-AEEF-9C90A9D3F93C}"/>
    <dgm:cxn modelId="{C4D48BFB-7820-4683-8247-DDE718A00F76}" type="presOf" srcId="{0F2AC94F-03DC-4805-B7EA-E76B76BCB733}" destId="{3479D30B-12D0-4110-A92E-88FBE5E67D62}" srcOrd="0" destOrd="0" presId="urn:microsoft.com/office/officeart/2018/2/layout/IconLabelList"/>
    <dgm:cxn modelId="{010754FF-C376-492A-B949-B56719D45902}" srcId="{792EFDF3-F43B-4DA9-9AE6-51ACE45879E7}" destId="{0F2AC94F-03DC-4805-B7EA-E76B76BCB733}" srcOrd="0" destOrd="0" parTransId="{85093CDA-4FB9-4698-B54C-0F792BD91CBF}" sibTransId="{98787E27-E630-4906-B64E-827099CCA296}"/>
    <dgm:cxn modelId="{48BC4DC5-55B5-4246-8277-353A28399710}" type="presParOf" srcId="{EDC60815-7568-4942-8CD5-D29A36DF4D60}" destId="{83DD0A67-71DB-4694-BFF6-38C669ABF504}" srcOrd="0" destOrd="0" presId="urn:microsoft.com/office/officeart/2018/2/layout/IconLabelList"/>
    <dgm:cxn modelId="{EDD86C20-E3D0-4B68-9C36-6047572679EA}" type="presParOf" srcId="{83DD0A67-71DB-4694-BFF6-38C669ABF504}" destId="{70944DCA-385C-4411-B035-445B65B7097D}" srcOrd="0" destOrd="0" presId="urn:microsoft.com/office/officeart/2018/2/layout/IconLabelList"/>
    <dgm:cxn modelId="{94BAF726-CFA2-46DE-B03E-3DD8F688CD25}" type="presParOf" srcId="{83DD0A67-71DB-4694-BFF6-38C669ABF504}" destId="{06D631D7-3CB7-4752-9DCA-099FCFF5E716}" srcOrd="1" destOrd="0" presId="urn:microsoft.com/office/officeart/2018/2/layout/IconLabelList"/>
    <dgm:cxn modelId="{EAFF4C45-BF1A-49EA-9750-9D45B1F3E9CD}" type="presParOf" srcId="{83DD0A67-71DB-4694-BFF6-38C669ABF504}" destId="{3479D30B-12D0-4110-A92E-88FBE5E67D62}" srcOrd="2" destOrd="0" presId="urn:microsoft.com/office/officeart/2018/2/layout/IconLabelList"/>
    <dgm:cxn modelId="{D381EF1D-86AE-4B7B-97CD-8931F160D237}" type="presParOf" srcId="{EDC60815-7568-4942-8CD5-D29A36DF4D60}" destId="{EFED1D1D-C7AA-48CB-B455-176042C152FB}" srcOrd="1" destOrd="0" presId="urn:microsoft.com/office/officeart/2018/2/layout/IconLabelList"/>
    <dgm:cxn modelId="{BA48D60D-B504-40AB-81F4-F95B00D99D46}" type="presParOf" srcId="{EDC60815-7568-4942-8CD5-D29A36DF4D60}" destId="{A078B574-8599-457E-BFA4-1229744D2E97}" srcOrd="2" destOrd="0" presId="urn:microsoft.com/office/officeart/2018/2/layout/IconLabelList"/>
    <dgm:cxn modelId="{BB56CF0A-48D7-45BA-812A-5B2C1A9D0D21}" type="presParOf" srcId="{A078B574-8599-457E-BFA4-1229744D2E97}" destId="{9B8E7763-2AF5-4CB5-85F9-132970BC68FA}" srcOrd="0" destOrd="0" presId="urn:microsoft.com/office/officeart/2018/2/layout/IconLabelList"/>
    <dgm:cxn modelId="{11D53236-6D29-4E6A-90FF-2D74937790A2}" type="presParOf" srcId="{A078B574-8599-457E-BFA4-1229744D2E97}" destId="{83654DF2-58E4-4906-824E-6F570C64EF33}" srcOrd="1" destOrd="0" presId="urn:microsoft.com/office/officeart/2018/2/layout/IconLabelList"/>
    <dgm:cxn modelId="{575E5BB5-D4BC-437F-AB8C-D8CCD01C5B88}" type="presParOf" srcId="{A078B574-8599-457E-BFA4-1229744D2E97}" destId="{F527DBB8-96E4-4FF0-B469-E10864CA3AC2}" srcOrd="2" destOrd="0" presId="urn:microsoft.com/office/officeart/2018/2/layout/IconLabelList"/>
    <dgm:cxn modelId="{A8855B86-6133-4877-8E9B-9D8B3D4D424E}" type="presParOf" srcId="{EDC60815-7568-4942-8CD5-D29A36DF4D60}" destId="{1B8E1269-6E4A-431E-9448-395CB56CEF46}" srcOrd="3" destOrd="0" presId="urn:microsoft.com/office/officeart/2018/2/layout/IconLabelList"/>
    <dgm:cxn modelId="{35DB59E1-660F-457B-B519-718538C74F6E}" type="presParOf" srcId="{EDC60815-7568-4942-8CD5-D29A36DF4D60}" destId="{A5555C0E-FB71-4DE7-91AF-735E2DE77133}" srcOrd="4" destOrd="0" presId="urn:microsoft.com/office/officeart/2018/2/layout/IconLabelList"/>
    <dgm:cxn modelId="{279D23D0-E8C4-45A2-919E-CDAE3D31C4BD}" type="presParOf" srcId="{A5555C0E-FB71-4DE7-91AF-735E2DE77133}" destId="{21C95D73-7EB1-460D-8081-27D571D7ECCD}" srcOrd="0" destOrd="0" presId="urn:microsoft.com/office/officeart/2018/2/layout/IconLabelList"/>
    <dgm:cxn modelId="{A9AE9CF9-85B8-4EC2-9A6C-DEC3AB8EC275}" type="presParOf" srcId="{A5555C0E-FB71-4DE7-91AF-735E2DE77133}" destId="{5FCEA087-A084-49DD-829B-82550EC2D1C7}" srcOrd="1" destOrd="0" presId="urn:microsoft.com/office/officeart/2018/2/layout/IconLabelList"/>
    <dgm:cxn modelId="{83DBB141-1F27-4B65-A367-ABCFDA29B538}" type="presParOf" srcId="{A5555C0E-FB71-4DE7-91AF-735E2DE77133}" destId="{7EB209CB-B7E5-4565-9E41-6FB91C1B7AF3}" srcOrd="2" destOrd="0" presId="urn:microsoft.com/office/officeart/2018/2/layout/IconLabelList"/>
    <dgm:cxn modelId="{8286459F-513B-4FAD-8654-066BC67F0B57}" type="presParOf" srcId="{EDC60815-7568-4942-8CD5-D29A36DF4D60}" destId="{1B65A974-59D5-4BFC-832E-C426417B8393}" srcOrd="5" destOrd="0" presId="urn:microsoft.com/office/officeart/2018/2/layout/IconLabelList"/>
    <dgm:cxn modelId="{05CA0140-4F5A-4D5F-BB17-6FB11F3DE034}" type="presParOf" srcId="{EDC60815-7568-4942-8CD5-D29A36DF4D60}" destId="{0B5F3214-34AB-4E88-A0F4-8FCE4FCEB80B}" srcOrd="6" destOrd="0" presId="urn:microsoft.com/office/officeart/2018/2/layout/IconLabelList"/>
    <dgm:cxn modelId="{F66E1308-9CF7-422F-96C9-DE53BF64F306}" type="presParOf" srcId="{0B5F3214-34AB-4E88-A0F4-8FCE4FCEB80B}" destId="{34DADE2F-45C3-4C4C-AE9E-888CAFBBA60B}" srcOrd="0" destOrd="0" presId="urn:microsoft.com/office/officeart/2018/2/layout/IconLabelList"/>
    <dgm:cxn modelId="{749C1056-EE4D-4C82-BCD0-F0646B58D35A}" type="presParOf" srcId="{0B5F3214-34AB-4E88-A0F4-8FCE4FCEB80B}" destId="{7DAC74F0-1683-4602-AED3-BEC3F6568F81}" srcOrd="1" destOrd="0" presId="urn:microsoft.com/office/officeart/2018/2/layout/IconLabelList"/>
    <dgm:cxn modelId="{2017A388-DCE2-434A-A30E-D5D1A4689FC9}" type="presParOf" srcId="{0B5F3214-34AB-4E88-A0F4-8FCE4FCEB80B}" destId="{AA65CEB9-1FFA-4307-A2D0-36A2118C0E0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508DDE-7486-4762-81BA-62EC6C438E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851E16-FF97-4556-A8EA-ADB1E91150E0}">
      <dgm:prSet/>
      <dgm:spPr/>
      <dgm:t>
        <a:bodyPr/>
        <a:lstStyle/>
        <a:p>
          <a:pPr>
            <a:defRPr b="1"/>
          </a:pPr>
          <a:r>
            <a:rPr lang="en-GB" b="1"/>
            <a:t>Progress on User Stories:</a:t>
          </a:r>
          <a:endParaRPr lang="en-US"/>
        </a:p>
      </dgm:t>
    </dgm:pt>
    <dgm:pt modelId="{3F7DB9CB-4FDA-491E-9DD4-47839ECFC22D}" type="parTrans" cxnId="{59D0DB18-3C0B-43C6-BCDA-BA443327CFE5}">
      <dgm:prSet/>
      <dgm:spPr/>
      <dgm:t>
        <a:bodyPr/>
        <a:lstStyle/>
        <a:p>
          <a:endParaRPr lang="en-US"/>
        </a:p>
      </dgm:t>
    </dgm:pt>
    <dgm:pt modelId="{20B1DD54-8E2F-44DD-A7E0-C01B73FE5F2B}" type="sibTrans" cxnId="{59D0DB18-3C0B-43C6-BCDA-BA443327CFE5}">
      <dgm:prSet/>
      <dgm:spPr/>
      <dgm:t>
        <a:bodyPr/>
        <a:lstStyle/>
        <a:p>
          <a:endParaRPr lang="en-US"/>
        </a:p>
      </dgm:t>
    </dgm:pt>
    <dgm:pt modelId="{9359C170-6D56-47BA-A039-12BA8E56345B}">
      <dgm:prSet/>
      <dgm:spPr/>
      <dgm:t>
        <a:bodyPr/>
        <a:lstStyle/>
        <a:p>
          <a:r>
            <a:rPr lang="en-GB"/>
            <a:t>Discuss completed tasks, work in progress, and any impediments.</a:t>
          </a:r>
          <a:endParaRPr lang="en-US"/>
        </a:p>
      </dgm:t>
    </dgm:pt>
    <dgm:pt modelId="{BB33AFF0-D18F-422A-9963-37598D9E6932}" type="parTrans" cxnId="{1CDACB42-AEF5-4D5E-BA3C-11CFD6BBBC83}">
      <dgm:prSet/>
      <dgm:spPr/>
      <dgm:t>
        <a:bodyPr/>
        <a:lstStyle/>
        <a:p>
          <a:endParaRPr lang="en-US"/>
        </a:p>
      </dgm:t>
    </dgm:pt>
    <dgm:pt modelId="{54AA33EE-5B2B-4BA1-A777-1D51036EFD4F}" type="sibTrans" cxnId="{1CDACB42-AEF5-4D5E-BA3C-11CFD6BBBC83}">
      <dgm:prSet/>
      <dgm:spPr/>
      <dgm:t>
        <a:bodyPr/>
        <a:lstStyle/>
        <a:p>
          <a:endParaRPr lang="en-US"/>
        </a:p>
      </dgm:t>
    </dgm:pt>
    <dgm:pt modelId="{14775A93-9FEF-493D-8DB8-726BB3FD748F}">
      <dgm:prSet/>
      <dgm:spPr/>
      <dgm:t>
        <a:bodyPr/>
        <a:lstStyle/>
        <a:p>
          <a:pPr>
            <a:defRPr b="1"/>
          </a:pPr>
          <a:r>
            <a:rPr lang="en-GB" b="1"/>
            <a:t>Yesterday's Achievements:</a:t>
          </a:r>
          <a:endParaRPr lang="en-US"/>
        </a:p>
      </dgm:t>
    </dgm:pt>
    <dgm:pt modelId="{EB6ACC65-EB25-4315-B374-CFED806AA60C}" type="parTrans" cxnId="{07340377-D1CE-4EFE-B51F-44A13F31BEFD}">
      <dgm:prSet/>
      <dgm:spPr/>
      <dgm:t>
        <a:bodyPr/>
        <a:lstStyle/>
        <a:p>
          <a:endParaRPr lang="en-US"/>
        </a:p>
      </dgm:t>
    </dgm:pt>
    <dgm:pt modelId="{77380313-9FD3-408E-8AA4-94C1A37F3EEE}" type="sibTrans" cxnId="{07340377-D1CE-4EFE-B51F-44A13F31BEFD}">
      <dgm:prSet/>
      <dgm:spPr/>
      <dgm:t>
        <a:bodyPr/>
        <a:lstStyle/>
        <a:p>
          <a:endParaRPr lang="en-US"/>
        </a:p>
      </dgm:t>
    </dgm:pt>
    <dgm:pt modelId="{ED35F2F6-665B-44FD-8D6C-548671575091}">
      <dgm:prSet/>
      <dgm:spPr/>
      <dgm:t>
        <a:bodyPr/>
        <a:lstStyle/>
        <a:p>
          <a:r>
            <a:rPr lang="en-GB"/>
            <a:t>Any completed tasks, resolved issues, or any other significant achievements.</a:t>
          </a:r>
          <a:endParaRPr lang="en-US"/>
        </a:p>
      </dgm:t>
    </dgm:pt>
    <dgm:pt modelId="{7B8E23F9-5C53-4E60-9D30-0A7CD90ED112}" type="parTrans" cxnId="{56E4A9AD-5173-4F11-AA5A-671BFE4551AE}">
      <dgm:prSet/>
      <dgm:spPr/>
      <dgm:t>
        <a:bodyPr/>
        <a:lstStyle/>
        <a:p>
          <a:endParaRPr lang="en-US"/>
        </a:p>
      </dgm:t>
    </dgm:pt>
    <dgm:pt modelId="{0286F5D7-49D6-450D-B2F2-9A1AD88AEC0C}" type="sibTrans" cxnId="{56E4A9AD-5173-4F11-AA5A-671BFE4551AE}">
      <dgm:prSet/>
      <dgm:spPr/>
      <dgm:t>
        <a:bodyPr/>
        <a:lstStyle/>
        <a:p>
          <a:endParaRPr lang="en-US"/>
        </a:p>
      </dgm:t>
    </dgm:pt>
    <dgm:pt modelId="{6D208E27-4596-4CFA-B148-1F0C55A9608C}">
      <dgm:prSet/>
      <dgm:spPr/>
      <dgm:t>
        <a:bodyPr/>
        <a:lstStyle/>
        <a:p>
          <a:pPr>
            <a:defRPr b="1"/>
          </a:pPr>
          <a:r>
            <a:rPr lang="en-GB" b="1"/>
            <a:t>Today's Plan:</a:t>
          </a:r>
          <a:endParaRPr lang="en-US"/>
        </a:p>
      </dgm:t>
    </dgm:pt>
    <dgm:pt modelId="{D85568E0-FDEE-4F58-AB08-9C42832F9911}" type="parTrans" cxnId="{4A3EAF24-10D9-4205-9B2B-7331C28116E5}">
      <dgm:prSet/>
      <dgm:spPr/>
      <dgm:t>
        <a:bodyPr/>
        <a:lstStyle/>
        <a:p>
          <a:endParaRPr lang="en-US"/>
        </a:p>
      </dgm:t>
    </dgm:pt>
    <dgm:pt modelId="{F270F757-277D-4048-81E4-F12A0B6B75F9}" type="sibTrans" cxnId="{4A3EAF24-10D9-4205-9B2B-7331C28116E5}">
      <dgm:prSet/>
      <dgm:spPr/>
      <dgm:t>
        <a:bodyPr/>
        <a:lstStyle/>
        <a:p>
          <a:endParaRPr lang="en-US"/>
        </a:p>
      </dgm:t>
    </dgm:pt>
    <dgm:pt modelId="{57D78DFC-F944-4670-9400-57E2006B3C74}">
      <dgm:prSet/>
      <dgm:spPr/>
      <dgm:t>
        <a:bodyPr/>
        <a:lstStyle/>
        <a:p>
          <a:r>
            <a:rPr lang="en-GB"/>
            <a:t>Mention tasks to complete and any new work.</a:t>
          </a:r>
          <a:endParaRPr lang="en-US"/>
        </a:p>
      </dgm:t>
    </dgm:pt>
    <dgm:pt modelId="{927976DD-E245-4B19-9EE7-76A910758DA4}" type="parTrans" cxnId="{E2445969-8EB5-4D62-8B2A-459AA9CF9DBB}">
      <dgm:prSet/>
      <dgm:spPr/>
      <dgm:t>
        <a:bodyPr/>
        <a:lstStyle/>
        <a:p>
          <a:endParaRPr lang="en-US"/>
        </a:p>
      </dgm:t>
    </dgm:pt>
    <dgm:pt modelId="{EB6ED5ED-19A4-48EB-B009-977F381013B8}" type="sibTrans" cxnId="{E2445969-8EB5-4D62-8B2A-459AA9CF9DBB}">
      <dgm:prSet/>
      <dgm:spPr/>
      <dgm:t>
        <a:bodyPr/>
        <a:lstStyle/>
        <a:p>
          <a:endParaRPr lang="en-US"/>
        </a:p>
      </dgm:t>
    </dgm:pt>
    <dgm:pt modelId="{C5E8B46D-3A2B-47D1-97A5-7463B5FBD565}">
      <dgm:prSet/>
      <dgm:spPr/>
      <dgm:t>
        <a:bodyPr/>
        <a:lstStyle/>
        <a:p>
          <a:pPr>
            <a:defRPr b="1"/>
          </a:pPr>
          <a:r>
            <a:rPr lang="en-GB" b="1"/>
            <a:t>Impediments and Obstacles:</a:t>
          </a:r>
          <a:endParaRPr lang="en-US"/>
        </a:p>
      </dgm:t>
    </dgm:pt>
    <dgm:pt modelId="{894EB982-4EB7-47FD-92B4-90B5A04F130F}" type="parTrans" cxnId="{AEC0AE32-4BBA-4BF2-8D85-AF9AD8132F5D}">
      <dgm:prSet/>
      <dgm:spPr/>
      <dgm:t>
        <a:bodyPr/>
        <a:lstStyle/>
        <a:p>
          <a:endParaRPr lang="en-US"/>
        </a:p>
      </dgm:t>
    </dgm:pt>
    <dgm:pt modelId="{7F7F3787-DCDE-4903-BB88-E8A4E7D9A3E6}" type="sibTrans" cxnId="{AEC0AE32-4BBA-4BF2-8D85-AF9AD8132F5D}">
      <dgm:prSet/>
      <dgm:spPr/>
      <dgm:t>
        <a:bodyPr/>
        <a:lstStyle/>
        <a:p>
          <a:endParaRPr lang="en-US"/>
        </a:p>
      </dgm:t>
    </dgm:pt>
    <dgm:pt modelId="{38328F1E-7D41-43E1-9DA7-6D87E10BC77A}">
      <dgm:prSet/>
      <dgm:spPr/>
      <dgm:t>
        <a:bodyPr/>
        <a:lstStyle/>
        <a:p>
          <a:r>
            <a:rPr lang="en-GB"/>
            <a:t>Identify any impediments or obstacles. The team to collaborate and escalate issues.</a:t>
          </a:r>
          <a:endParaRPr lang="en-US"/>
        </a:p>
      </dgm:t>
    </dgm:pt>
    <dgm:pt modelId="{9EB83446-80E0-4DF7-BEB4-74FC5533B37D}" type="parTrans" cxnId="{A1BB0636-D26B-4E0E-97F8-021C696DB41F}">
      <dgm:prSet/>
      <dgm:spPr/>
      <dgm:t>
        <a:bodyPr/>
        <a:lstStyle/>
        <a:p>
          <a:endParaRPr lang="en-US"/>
        </a:p>
      </dgm:t>
    </dgm:pt>
    <dgm:pt modelId="{F5FBE70E-EFBD-4E96-B6C6-C2ADF6E13CFD}" type="sibTrans" cxnId="{A1BB0636-D26B-4E0E-97F8-021C696DB41F}">
      <dgm:prSet/>
      <dgm:spPr/>
      <dgm:t>
        <a:bodyPr/>
        <a:lstStyle/>
        <a:p>
          <a:endParaRPr lang="en-US"/>
        </a:p>
      </dgm:t>
    </dgm:pt>
    <dgm:pt modelId="{5700BDAE-7935-4EE1-8B31-A3A044933A6A}" type="pres">
      <dgm:prSet presAssocID="{B3508DDE-7486-4762-81BA-62EC6C438EBC}" presName="root" presStyleCnt="0">
        <dgm:presLayoutVars>
          <dgm:dir/>
          <dgm:resizeHandles val="exact"/>
        </dgm:presLayoutVars>
      </dgm:prSet>
      <dgm:spPr/>
    </dgm:pt>
    <dgm:pt modelId="{57758EF5-6697-49C8-A327-DA6621F2371B}" type="pres">
      <dgm:prSet presAssocID="{48851E16-FF97-4556-A8EA-ADB1E91150E0}" presName="compNode" presStyleCnt="0"/>
      <dgm:spPr/>
    </dgm:pt>
    <dgm:pt modelId="{74A83191-C51A-4E62-9032-42A0F4A172AF}" type="pres">
      <dgm:prSet presAssocID="{48851E16-FF97-4556-A8EA-ADB1E91150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EFF1F230-2562-4130-AFF1-3B2CCD92314F}" type="pres">
      <dgm:prSet presAssocID="{48851E16-FF97-4556-A8EA-ADB1E91150E0}" presName="iconSpace" presStyleCnt="0"/>
      <dgm:spPr/>
    </dgm:pt>
    <dgm:pt modelId="{55D7976D-E8A2-4B60-8661-45FF5AA6FF72}" type="pres">
      <dgm:prSet presAssocID="{48851E16-FF97-4556-A8EA-ADB1E91150E0}" presName="parTx" presStyleLbl="revTx" presStyleIdx="0" presStyleCnt="8">
        <dgm:presLayoutVars>
          <dgm:chMax val="0"/>
          <dgm:chPref val="0"/>
        </dgm:presLayoutVars>
      </dgm:prSet>
      <dgm:spPr/>
    </dgm:pt>
    <dgm:pt modelId="{A2BAC335-3EB1-4E89-BE83-0BDFA5660991}" type="pres">
      <dgm:prSet presAssocID="{48851E16-FF97-4556-A8EA-ADB1E91150E0}" presName="txSpace" presStyleCnt="0"/>
      <dgm:spPr/>
    </dgm:pt>
    <dgm:pt modelId="{8657377C-66FB-4F80-B4A3-90BF6C8C9C78}" type="pres">
      <dgm:prSet presAssocID="{48851E16-FF97-4556-A8EA-ADB1E91150E0}" presName="desTx" presStyleLbl="revTx" presStyleIdx="1" presStyleCnt="8">
        <dgm:presLayoutVars/>
      </dgm:prSet>
      <dgm:spPr/>
    </dgm:pt>
    <dgm:pt modelId="{A3E4DE93-5301-44B9-9FB5-B2B79C108D0A}" type="pres">
      <dgm:prSet presAssocID="{20B1DD54-8E2F-44DD-A7E0-C01B73FE5F2B}" presName="sibTrans" presStyleCnt="0"/>
      <dgm:spPr/>
    </dgm:pt>
    <dgm:pt modelId="{B8D01A2A-07CD-4955-9D8C-3C1342D152F6}" type="pres">
      <dgm:prSet presAssocID="{14775A93-9FEF-493D-8DB8-726BB3FD748F}" presName="compNode" presStyleCnt="0"/>
      <dgm:spPr/>
    </dgm:pt>
    <dgm:pt modelId="{0918361E-C7FF-4837-9769-905E4819F083}" type="pres">
      <dgm:prSet presAssocID="{14775A93-9FEF-493D-8DB8-726BB3FD74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36BDAB39-FEE5-48E3-90A0-609889EA421B}" type="pres">
      <dgm:prSet presAssocID="{14775A93-9FEF-493D-8DB8-726BB3FD748F}" presName="iconSpace" presStyleCnt="0"/>
      <dgm:spPr/>
    </dgm:pt>
    <dgm:pt modelId="{09EABB03-8F3F-4223-8BD2-0202814C4990}" type="pres">
      <dgm:prSet presAssocID="{14775A93-9FEF-493D-8DB8-726BB3FD748F}" presName="parTx" presStyleLbl="revTx" presStyleIdx="2" presStyleCnt="8">
        <dgm:presLayoutVars>
          <dgm:chMax val="0"/>
          <dgm:chPref val="0"/>
        </dgm:presLayoutVars>
      </dgm:prSet>
      <dgm:spPr/>
    </dgm:pt>
    <dgm:pt modelId="{06A3CE71-9827-4429-81A6-8512AADA622C}" type="pres">
      <dgm:prSet presAssocID="{14775A93-9FEF-493D-8DB8-726BB3FD748F}" presName="txSpace" presStyleCnt="0"/>
      <dgm:spPr/>
    </dgm:pt>
    <dgm:pt modelId="{F4510CD9-A854-4512-9FE1-FDBFAEE85D19}" type="pres">
      <dgm:prSet presAssocID="{14775A93-9FEF-493D-8DB8-726BB3FD748F}" presName="desTx" presStyleLbl="revTx" presStyleIdx="3" presStyleCnt="8">
        <dgm:presLayoutVars/>
      </dgm:prSet>
      <dgm:spPr/>
    </dgm:pt>
    <dgm:pt modelId="{B04CB81C-85F6-406E-92CB-AD900B7646DB}" type="pres">
      <dgm:prSet presAssocID="{77380313-9FD3-408E-8AA4-94C1A37F3EEE}" presName="sibTrans" presStyleCnt="0"/>
      <dgm:spPr/>
    </dgm:pt>
    <dgm:pt modelId="{777BD2DF-B940-4EFE-86BE-11C64512FE3F}" type="pres">
      <dgm:prSet presAssocID="{6D208E27-4596-4CFA-B148-1F0C55A9608C}" presName="compNode" presStyleCnt="0"/>
      <dgm:spPr/>
    </dgm:pt>
    <dgm:pt modelId="{B5911BE6-CEF4-4E5A-BDC0-D582F3CD8A50}" type="pres">
      <dgm:prSet presAssocID="{6D208E27-4596-4CFA-B148-1F0C55A9608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AF11DA57-931F-4A3B-BE44-1F99440D0634}" type="pres">
      <dgm:prSet presAssocID="{6D208E27-4596-4CFA-B148-1F0C55A9608C}" presName="iconSpace" presStyleCnt="0"/>
      <dgm:spPr/>
    </dgm:pt>
    <dgm:pt modelId="{577881EA-A2B6-4E62-A14F-658F6DF891FB}" type="pres">
      <dgm:prSet presAssocID="{6D208E27-4596-4CFA-B148-1F0C55A9608C}" presName="parTx" presStyleLbl="revTx" presStyleIdx="4" presStyleCnt="8">
        <dgm:presLayoutVars>
          <dgm:chMax val="0"/>
          <dgm:chPref val="0"/>
        </dgm:presLayoutVars>
      </dgm:prSet>
      <dgm:spPr/>
    </dgm:pt>
    <dgm:pt modelId="{058FE822-F817-40CA-B9C8-245143DF6E63}" type="pres">
      <dgm:prSet presAssocID="{6D208E27-4596-4CFA-B148-1F0C55A9608C}" presName="txSpace" presStyleCnt="0"/>
      <dgm:spPr/>
    </dgm:pt>
    <dgm:pt modelId="{7D27F4F8-480F-4EF5-A2F7-443787C6C6CB}" type="pres">
      <dgm:prSet presAssocID="{6D208E27-4596-4CFA-B148-1F0C55A9608C}" presName="desTx" presStyleLbl="revTx" presStyleIdx="5" presStyleCnt="8">
        <dgm:presLayoutVars/>
      </dgm:prSet>
      <dgm:spPr/>
    </dgm:pt>
    <dgm:pt modelId="{D70CD4CB-C4E3-44FB-ABA5-2F9ABABF6910}" type="pres">
      <dgm:prSet presAssocID="{F270F757-277D-4048-81E4-F12A0B6B75F9}" presName="sibTrans" presStyleCnt="0"/>
      <dgm:spPr/>
    </dgm:pt>
    <dgm:pt modelId="{A97B5493-7909-4626-A2EA-DDD312E9E9AE}" type="pres">
      <dgm:prSet presAssocID="{C5E8B46D-3A2B-47D1-97A5-7463B5FBD565}" presName="compNode" presStyleCnt="0"/>
      <dgm:spPr/>
    </dgm:pt>
    <dgm:pt modelId="{A7B544CB-F6F4-4930-B0EE-9774AA90ACF6}" type="pres">
      <dgm:prSet presAssocID="{C5E8B46D-3A2B-47D1-97A5-7463B5FBD565}" presName="iconRect" presStyleLbl="node1" presStyleIdx="3" presStyleCnt="4"/>
      <dgm:spPr>
        <a:blipFill>
          <a:blip xmlns:r="http://schemas.openxmlformats.org/officeDocument/2006/relationships" r:embed="rId7"/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vigating through maze"/>
        </a:ext>
      </dgm:extLst>
    </dgm:pt>
    <dgm:pt modelId="{B2CC9DAA-4C33-451D-B744-B5687869822A}" type="pres">
      <dgm:prSet presAssocID="{C5E8B46D-3A2B-47D1-97A5-7463B5FBD565}" presName="iconSpace" presStyleCnt="0"/>
      <dgm:spPr/>
    </dgm:pt>
    <dgm:pt modelId="{30701381-1D29-498F-907F-CD29ED4D88D2}" type="pres">
      <dgm:prSet presAssocID="{C5E8B46D-3A2B-47D1-97A5-7463B5FBD565}" presName="parTx" presStyleLbl="revTx" presStyleIdx="6" presStyleCnt="8">
        <dgm:presLayoutVars>
          <dgm:chMax val="0"/>
          <dgm:chPref val="0"/>
        </dgm:presLayoutVars>
      </dgm:prSet>
      <dgm:spPr/>
    </dgm:pt>
    <dgm:pt modelId="{13650AB7-C60D-4009-8FE3-ED9904E39324}" type="pres">
      <dgm:prSet presAssocID="{C5E8B46D-3A2B-47D1-97A5-7463B5FBD565}" presName="txSpace" presStyleCnt="0"/>
      <dgm:spPr/>
    </dgm:pt>
    <dgm:pt modelId="{36BDAC9E-33BD-4FA0-B4D2-07F2D7AEF34A}" type="pres">
      <dgm:prSet presAssocID="{C5E8B46D-3A2B-47D1-97A5-7463B5FBD565}" presName="desTx" presStyleLbl="revTx" presStyleIdx="7" presStyleCnt="8">
        <dgm:presLayoutVars/>
      </dgm:prSet>
      <dgm:spPr/>
    </dgm:pt>
  </dgm:ptLst>
  <dgm:cxnLst>
    <dgm:cxn modelId="{36F3150E-9FC2-460A-B625-02E9632D479D}" type="presOf" srcId="{C5E8B46D-3A2B-47D1-97A5-7463B5FBD565}" destId="{30701381-1D29-498F-907F-CD29ED4D88D2}" srcOrd="0" destOrd="0" presId="urn:microsoft.com/office/officeart/2018/5/layout/CenteredIconLabelDescriptionList"/>
    <dgm:cxn modelId="{59D0DB18-3C0B-43C6-BCDA-BA443327CFE5}" srcId="{B3508DDE-7486-4762-81BA-62EC6C438EBC}" destId="{48851E16-FF97-4556-A8EA-ADB1E91150E0}" srcOrd="0" destOrd="0" parTransId="{3F7DB9CB-4FDA-491E-9DD4-47839ECFC22D}" sibTransId="{20B1DD54-8E2F-44DD-A7E0-C01B73FE5F2B}"/>
    <dgm:cxn modelId="{4A3EAF24-10D9-4205-9B2B-7331C28116E5}" srcId="{B3508DDE-7486-4762-81BA-62EC6C438EBC}" destId="{6D208E27-4596-4CFA-B148-1F0C55A9608C}" srcOrd="2" destOrd="0" parTransId="{D85568E0-FDEE-4F58-AB08-9C42832F9911}" sibTransId="{F270F757-277D-4048-81E4-F12A0B6B75F9}"/>
    <dgm:cxn modelId="{AEC0AE32-4BBA-4BF2-8D85-AF9AD8132F5D}" srcId="{B3508DDE-7486-4762-81BA-62EC6C438EBC}" destId="{C5E8B46D-3A2B-47D1-97A5-7463B5FBD565}" srcOrd="3" destOrd="0" parTransId="{894EB982-4EB7-47FD-92B4-90B5A04F130F}" sibTransId="{7F7F3787-DCDE-4903-BB88-E8A4E7D9A3E6}"/>
    <dgm:cxn modelId="{A49DB232-DD9F-4685-AC56-B02B014A1842}" type="presOf" srcId="{B3508DDE-7486-4762-81BA-62EC6C438EBC}" destId="{5700BDAE-7935-4EE1-8B31-A3A044933A6A}" srcOrd="0" destOrd="0" presId="urn:microsoft.com/office/officeart/2018/5/layout/CenteredIconLabelDescriptionList"/>
    <dgm:cxn modelId="{A1BB0636-D26B-4E0E-97F8-021C696DB41F}" srcId="{C5E8B46D-3A2B-47D1-97A5-7463B5FBD565}" destId="{38328F1E-7D41-43E1-9DA7-6D87E10BC77A}" srcOrd="0" destOrd="0" parTransId="{9EB83446-80E0-4DF7-BEB4-74FC5533B37D}" sibTransId="{F5FBE70E-EFBD-4E96-B6C6-C2ADF6E13CFD}"/>
    <dgm:cxn modelId="{06070B3B-D9B4-4A38-B0A7-329BE6F11CC0}" type="presOf" srcId="{57D78DFC-F944-4670-9400-57E2006B3C74}" destId="{7D27F4F8-480F-4EF5-A2F7-443787C6C6CB}" srcOrd="0" destOrd="0" presId="urn:microsoft.com/office/officeart/2018/5/layout/CenteredIconLabelDescriptionList"/>
    <dgm:cxn modelId="{1CDACB42-AEF5-4D5E-BA3C-11CFD6BBBC83}" srcId="{48851E16-FF97-4556-A8EA-ADB1E91150E0}" destId="{9359C170-6D56-47BA-A039-12BA8E56345B}" srcOrd="0" destOrd="0" parTransId="{BB33AFF0-D18F-422A-9963-37598D9E6932}" sibTransId="{54AA33EE-5B2B-4BA1-A777-1D51036EFD4F}"/>
    <dgm:cxn modelId="{E2445969-8EB5-4D62-8B2A-459AA9CF9DBB}" srcId="{6D208E27-4596-4CFA-B148-1F0C55A9608C}" destId="{57D78DFC-F944-4670-9400-57E2006B3C74}" srcOrd="0" destOrd="0" parTransId="{927976DD-E245-4B19-9EE7-76A910758DA4}" sibTransId="{EB6ED5ED-19A4-48EB-B009-977F381013B8}"/>
    <dgm:cxn modelId="{E5CD664E-95E4-4512-8B33-5202CDEE2262}" type="presOf" srcId="{14775A93-9FEF-493D-8DB8-726BB3FD748F}" destId="{09EABB03-8F3F-4223-8BD2-0202814C4990}" srcOrd="0" destOrd="0" presId="urn:microsoft.com/office/officeart/2018/5/layout/CenteredIconLabelDescriptionList"/>
    <dgm:cxn modelId="{07340377-D1CE-4EFE-B51F-44A13F31BEFD}" srcId="{B3508DDE-7486-4762-81BA-62EC6C438EBC}" destId="{14775A93-9FEF-493D-8DB8-726BB3FD748F}" srcOrd="1" destOrd="0" parTransId="{EB6ACC65-EB25-4315-B374-CFED806AA60C}" sibTransId="{77380313-9FD3-408E-8AA4-94C1A37F3EEE}"/>
    <dgm:cxn modelId="{ACE81E81-D505-449E-BAD3-589E03601F18}" type="presOf" srcId="{48851E16-FF97-4556-A8EA-ADB1E91150E0}" destId="{55D7976D-E8A2-4B60-8661-45FF5AA6FF72}" srcOrd="0" destOrd="0" presId="urn:microsoft.com/office/officeart/2018/5/layout/CenteredIconLabelDescriptionList"/>
    <dgm:cxn modelId="{AAAE5584-ECE8-460E-B246-152B70C3F8B9}" type="presOf" srcId="{6D208E27-4596-4CFA-B148-1F0C55A9608C}" destId="{577881EA-A2B6-4E62-A14F-658F6DF891FB}" srcOrd="0" destOrd="0" presId="urn:microsoft.com/office/officeart/2018/5/layout/CenteredIconLabelDescriptionList"/>
    <dgm:cxn modelId="{1303F296-56AD-417D-9A00-FFE35B995CCC}" type="presOf" srcId="{38328F1E-7D41-43E1-9DA7-6D87E10BC77A}" destId="{36BDAC9E-33BD-4FA0-B4D2-07F2D7AEF34A}" srcOrd="0" destOrd="0" presId="urn:microsoft.com/office/officeart/2018/5/layout/CenteredIconLabelDescriptionList"/>
    <dgm:cxn modelId="{3DB83A9A-5CB3-4EEB-8374-5A2674AC2D87}" type="presOf" srcId="{9359C170-6D56-47BA-A039-12BA8E56345B}" destId="{8657377C-66FB-4F80-B4A3-90BF6C8C9C78}" srcOrd="0" destOrd="0" presId="urn:microsoft.com/office/officeart/2018/5/layout/CenteredIconLabelDescriptionList"/>
    <dgm:cxn modelId="{56E4A9AD-5173-4F11-AA5A-671BFE4551AE}" srcId="{14775A93-9FEF-493D-8DB8-726BB3FD748F}" destId="{ED35F2F6-665B-44FD-8D6C-548671575091}" srcOrd="0" destOrd="0" parTransId="{7B8E23F9-5C53-4E60-9D30-0A7CD90ED112}" sibTransId="{0286F5D7-49D6-450D-B2F2-9A1AD88AEC0C}"/>
    <dgm:cxn modelId="{137916B5-8CE4-4910-89CB-43688B37BC65}" type="presOf" srcId="{ED35F2F6-665B-44FD-8D6C-548671575091}" destId="{F4510CD9-A854-4512-9FE1-FDBFAEE85D19}" srcOrd="0" destOrd="0" presId="urn:microsoft.com/office/officeart/2018/5/layout/CenteredIconLabelDescriptionList"/>
    <dgm:cxn modelId="{A1E4BB15-C5E7-41A1-B8ED-679DD88FE128}" type="presParOf" srcId="{5700BDAE-7935-4EE1-8B31-A3A044933A6A}" destId="{57758EF5-6697-49C8-A327-DA6621F2371B}" srcOrd="0" destOrd="0" presId="urn:microsoft.com/office/officeart/2018/5/layout/CenteredIconLabelDescriptionList"/>
    <dgm:cxn modelId="{9BF85145-F1DA-4EE5-B615-258ACB971E61}" type="presParOf" srcId="{57758EF5-6697-49C8-A327-DA6621F2371B}" destId="{74A83191-C51A-4E62-9032-42A0F4A172AF}" srcOrd="0" destOrd="0" presId="urn:microsoft.com/office/officeart/2018/5/layout/CenteredIconLabelDescriptionList"/>
    <dgm:cxn modelId="{D395B25A-A4D6-49A9-AAA7-2A52B670E4F3}" type="presParOf" srcId="{57758EF5-6697-49C8-A327-DA6621F2371B}" destId="{EFF1F230-2562-4130-AFF1-3B2CCD92314F}" srcOrd="1" destOrd="0" presId="urn:microsoft.com/office/officeart/2018/5/layout/CenteredIconLabelDescriptionList"/>
    <dgm:cxn modelId="{3FE32AAE-0E65-4E54-AEF2-98052BAFD206}" type="presParOf" srcId="{57758EF5-6697-49C8-A327-DA6621F2371B}" destId="{55D7976D-E8A2-4B60-8661-45FF5AA6FF72}" srcOrd="2" destOrd="0" presId="urn:microsoft.com/office/officeart/2018/5/layout/CenteredIconLabelDescriptionList"/>
    <dgm:cxn modelId="{E0FBB983-4066-4C9E-B27D-1D958604D8C3}" type="presParOf" srcId="{57758EF5-6697-49C8-A327-DA6621F2371B}" destId="{A2BAC335-3EB1-4E89-BE83-0BDFA5660991}" srcOrd="3" destOrd="0" presId="urn:microsoft.com/office/officeart/2018/5/layout/CenteredIconLabelDescriptionList"/>
    <dgm:cxn modelId="{12FEC8FA-34E2-467B-BE75-9C9E1331EED0}" type="presParOf" srcId="{57758EF5-6697-49C8-A327-DA6621F2371B}" destId="{8657377C-66FB-4F80-B4A3-90BF6C8C9C78}" srcOrd="4" destOrd="0" presId="urn:microsoft.com/office/officeart/2018/5/layout/CenteredIconLabelDescriptionList"/>
    <dgm:cxn modelId="{88BCD2E9-803B-4A25-805F-5A2CE4603225}" type="presParOf" srcId="{5700BDAE-7935-4EE1-8B31-A3A044933A6A}" destId="{A3E4DE93-5301-44B9-9FB5-B2B79C108D0A}" srcOrd="1" destOrd="0" presId="urn:microsoft.com/office/officeart/2018/5/layout/CenteredIconLabelDescriptionList"/>
    <dgm:cxn modelId="{A92050B3-F852-479B-81BF-B9B83E10C607}" type="presParOf" srcId="{5700BDAE-7935-4EE1-8B31-A3A044933A6A}" destId="{B8D01A2A-07CD-4955-9D8C-3C1342D152F6}" srcOrd="2" destOrd="0" presId="urn:microsoft.com/office/officeart/2018/5/layout/CenteredIconLabelDescriptionList"/>
    <dgm:cxn modelId="{BAF47626-3B81-4CC6-B576-81E5D554D996}" type="presParOf" srcId="{B8D01A2A-07CD-4955-9D8C-3C1342D152F6}" destId="{0918361E-C7FF-4837-9769-905E4819F083}" srcOrd="0" destOrd="0" presId="urn:microsoft.com/office/officeart/2018/5/layout/CenteredIconLabelDescriptionList"/>
    <dgm:cxn modelId="{A75B1B29-032A-45D6-9883-B4F082B0055E}" type="presParOf" srcId="{B8D01A2A-07CD-4955-9D8C-3C1342D152F6}" destId="{36BDAB39-FEE5-48E3-90A0-609889EA421B}" srcOrd="1" destOrd="0" presId="urn:microsoft.com/office/officeart/2018/5/layout/CenteredIconLabelDescriptionList"/>
    <dgm:cxn modelId="{E762A580-3315-42F3-A4BD-A7CF7CA78668}" type="presParOf" srcId="{B8D01A2A-07CD-4955-9D8C-3C1342D152F6}" destId="{09EABB03-8F3F-4223-8BD2-0202814C4990}" srcOrd="2" destOrd="0" presId="urn:microsoft.com/office/officeart/2018/5/layout/CenteredIconLabelDescriptionList"/>
    <dgm:cxn modelId="{C9D5FCB2-5305-4A51-8D2F-1BF5A78ADB3C}" type="presParOf" srcId="{B8D01A2A-07CD-4955-9D8C-3C1342D152F6}" destId="{06A3CE71-9827-4429-81A6-8512AADA622C}" srcOrd="3" destOrd="0" presId="urn:microsoft.com/office/officeart/2018/5/layout/CenteredIconLabelDescriptionList"/>
    <dgm:cxn modelId="{7F1817DA-03C6-4834-AFD4-C7DE8E10CD3A}" type="presParOf" srcId="{B8D01A2A-07CD-4955-9D8C-3C1342D152F6}" destId="{F4510CD9-A854-4512-9FE1-FDBFAEE85D19}" srcOrd="4" destOrd="0" presId="urn:microsoft.com/office/officeart/2018/5/layout/CenteredIconLabelDescriptionList"/>
    <dgm:cxn modelId="{34BCD992-6B75-42AE-917F-5D0DB2DCC780}" type="presParOf" srcId="{5700BDAE-7935-4EE1-8B31-A3A044933A6A}" destId="{B04CB81C-85F6-406E-92CB-AD900B7646DB}" srcOrd="3" destOrd="0" presId="urn:microsoft.com/office/officeart/2018/5/layout/CenteredIconLabelDescriptionList"/>
    <dgm:cxn modelId="{A03D9F03-4878-474C-919B-58065192DAA7}" type="presParOf" srcId="{5700BDAE-7935-4EE1-8B31-A3A044933A6A}" destId="{777BD2DF-B940-4EFE-86BE-11C64512FE3F}" srcOrd="4" destOrd="0" presId="urn:microsoft.com/office/officeart/2018/5/layout/CenteredIconLabelDescriptionList"/>
    <dgm:cxn modelId="{10F4900C-2AD8-4A45-8722-0B86CECB3819}" type="presParOf" srcId="{777BD2DF-B940-4EFE-86BE-11C64512FE3F}" destId="{B5911BE6-CEF4-4E5A-BDC0-D582F3CD8A50}" srcOrd="0" destOrd="0" presId="urn:microsoft.com/office/officeart/2018/5/layout/CenteredIconLabelDescriptionList"/>
    <dgm:cxn modelId="{785D4499-47C9-43AC-9C83-E573095DAF39}" type="presParOf" srcId="{777BD2DF-B940-4EFE-86BE-11C64512FE3F}" destId="{AF11DA57-931F-4A3B-BE44-1F99440D0634}" srcOrd="1" destOrd="0" presId="urn:microsoft.com/office/officeart/2018/5/layout/CenteredIconLabelDescriptionList"/>
    <dgm:cxn modelId="{0F330657-1617-4B81-BE08-35E443ED2CF2}" type="presParOf" srcId="{777BD2DF-B940-4EFE-86BE-11C64512FE3F}" destId="{577881EA-A2B6-4E62-A14F-658F6DF891FB}" srcOrd="2" destOrd="0" presId="urn:microsoft.com/office/officeart/2018/5/layout/CenteredIconLabelDescriptionList"/>
    <dgm:cxn modelId="{8654BA80-7FF4-4B3D-A6DC-74AFE7F56B4D}" type="presParOf" srcId="{777BD2DF-B940-4EFE-86BE-11C64512FE3F}" destId="{058FE822-F817-40CA-B9C8-245143DF6E63}" srcOrd="3" destOrd="0" presId="urn:microsoft.com/office/officeart/2018/5/layout/CenteredIconLabelDescriptionList"/>
    <dgm:cxn modelId="{B6B2C397-6592-4932-8B27-9E19EF944752}" type="presParOf" srcId="{777BD2DF-B940-4EFE-86BE-11C64512FE3F}" destId="{7D27F4F8-480F-4EF5-A2F7-443787C6C6CB}" srcOrd="4" destOrd="0" presId="urn:microsoft.com/office/officeart/2018/5/layout/CenteredIconLabelDescriptionList"/>
    <dgm:cxn modelId="{E9BF5C24-571A-4355-AAE4-A5FD8E9F5891}" type="presParOf" srcId="{5700BDAE-7935-4EE1-8B31-A3A044933A6A}" destId="{D70CD4CB-C4E3-44FB-ABA5-2F9ABABF6910}" srcOrd="5" destOrd="0" presId="urn:microsoft.com/office/officeart/2018/5/layout/CenteredIconLabelDescriptionList"/>
    <dgm:cxn modelId="{DA550A15-605C-43CC-879E-54E69269FCEE}" type="presParOf" srcId="{5700BDAE-7935-4EE1-8B31-A3A044933A6A}" destId="{A97B5493-7909-4626-A2EA-DDD312E9E9AE}" srcOrd="6" destOrd="0" presId="urn:microsoft.com/office/officeart/2018/5/layout/CenteredIconLabelDescriptionList"/>
    <dgm:cxn modelId="{1C9463D4-6159-4E6C-8DF2-7A893E80E44E}" type="presParOf" srcId="{A97B5493-7909-4626-A2EA-DDD312E9E9AE}" destId="{A7B544CB-F6F4-4930-B0EE-9774AA90ACF6}" srcOrd="0" destOrd="0" presId="urn:microsoft.com/office/officeart/2018/5/layout/CenteredIconLabelDescriptionList"/>
    <dgm:cxn modelId="{23949D07-AF54-4ED6-94BB-AE8A2D9316FE}" type="presParOf" srcId="{A97B5493-7909-4626-A2EA-DDD312E9E9AE}" destId="{B2CC9DAA-4C33-451D-B744-B5687869822A}" srcOrd="1" destOrd="0" presId="urn:microsoft.com/office/officeart/2018/5/layout/CenteredIconLabelDescriptionList"/>
    <dgm:cxn modelId="{D1C1E204-A581-46C4-B6AF-82E15C353E73}" type="presParOf" srcId="{A97B5493-7909-4626-A2EA-DDD312E9E9AE}" destId="{30701381-1D29-498F-907F-CD29ED4D88D2}" srcOrd="2" destOrd="0" presId="urn:microsoft.com/office/officeart/2018/5/layout/CenteredIconLabelDescriptionList"/>
    <dgm:cxn modelId="{38E67A81-2739-49E7-87DA-E72773665C33}" type="presParOf" srcId="{A97B5493-7909-4626-A2EA-DDD312E9E9AE}" destId="{13650AB7-C60D-4009-8FE3-ED9904E39324}" srcOrd="3" destOrd="0" presId="urn:microsoft.com/office/officeart/2018/5/layout/CenteredIconLabelDescriptionList"/>
    <dgm:cxn modelId="{E07A2C2E-2AEB-417E-BE3A-E91633F1F40F}" type="presParOf" srcId="{A97B5493-7909-4626-A2EA-DDD312E9E9AE}" destId="{36BDAC9E-33BD-4FA0-B4D2-07F2D7AEF3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E7A255-5D28-4A3A-83FF-2493586DDA3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322CAE-ABDD-47D6-9AF5-0F80B2763319}">
      <dgm:prSet/>
      <dgm:spPr/>
      <dgm:t>
        <a:bodyPr/>
        <a:lstStyle/>
        <a:p>
          <a:pPr>
            <a:defRPr b="1"/>
          </a:pPr>
          <a:r>
            <a:rPr lang="en-GB" b="1"/>
            <a:t>Collaboration Opportunities:</a:t>
          </a:r>
          <a:endParaRPr lang="en-US"/>
        </a:p>
      </dgm:t>
    </dgm:pt>
    <dgm:pt modelId="{D39E6138-F752-4259-9439-60F6085C0ABB}" type="parTrans" cxnId="{80408923-F284-498B-9B8D-51EA1F895347}">
      <dgm:prSet/>
      <dgm:spPr/>
      <dgm:t>
        <a:bodyPr/>
        <a:lstStyle/>
        <a:p>
          <a:endParaRPr lang="en-US"/>
        </a:p>
      </dgm:t>
    </dgm:pt>
    <dgm:pt modelId="{2D1698D3-5D40-45F5-9C6A-9E8211934811}" type="sibTrans" cxnId="{80408923-F284-498B-9B8D-51EA1F895347}">
      <dgm:prSet/>
      <dgm:spPr/>
      <dgm:t>
        <a:bodyPr/>
        <a:lstStyle/>
        <a:p>
          <a:endParaRPr lang="en-US"/>
        </a:p>
      </dgm:t>
    </dgm:pt>
    <dgm:pt modelId="{E46F2683-FD26-4F9B-89EA-0A5D362E779A}">
      <dgm:prSet/>
      <dgm:spPr/>
      <dgm:t>
        <a:bodyPr/>
        <a:lstStyle/>
        <a:p>
          <a:r>
            <a:rPr lang="en-GB"/>
            <a:t>Discuss opportunities for collaboration or assistance.</a:t>
          </a:r>
          <a:endParaRPr lang="en-US"/>
        </a:p>
      </dgm:t>
    </dgm:pt>
    <dgm:pt modelId="{6ACD23F2-AEA8-495E-A8B4-8BE002CE6D03}" type="parTrans" cxnId="{E87F6EC3-B150-4AB4-96F1-A2C37E2441CE}">
      <dgm:prSet/>
      <dgm:spPr/>
      <dgm:t>
        <a:bodyPr/>
        <a:lstStyle/>
        <a:p>
          <a:endParaRPr lang="en-US"/>
        </a:p>
      </dgm:t>
    </dgm:pt>
    <dgm:pt modelId="{FCAB228B-4293-4DB0-9931-F09BDE5D9947}" type="sibTrans" cxnId="{E87F6EC3-B150-4AB4-96F1-A2C37E2441CE}">
      <dgm:prSet/>
      <dgm:spPr/>
      <dgm:t>
        <a:bodyPr/>
        <a:lstStyle/>
        <a:p>
          <a:endParaRPr lang="en-US"/>
        </a:p>
      </dgm:t>
    </dgm:pt>
    <dgm:pt modelId="{134523AD-32EB-4B6A-AEFF-16FE6BBCE7B2}">
      <dgm:prSet/>
      <dgm:spPr/>
      <dgm:t>
        <a:bodyPr/>
        <a:lstStyle/>
        <a:p>
          <a:pPr>
            <a:defRPr b="1"/>
          </a:pPr>
          <a:r>
            <a:rPr lang="en-GB" b="1"/>
            <a:t>Dependencies:</a:t>
          </a:r>
          <a:endParaRPr lang="en-US"/>
        </a:p>
      </dgm:t>
    </dgm:pt>
    <dgm:pt modelId="{D5AB6F4B-5904-419E-8DEF-F5B579389D60}" type="parTrans" cxnId="{B7531E31-60F2-4890-9084-E4E3257CE9E1}">
      <dgm:prSet/>
      <dgm:spPr/>
      <dgm:t>
        <a:bodyPr/>
        <a:lstStyle/>
        <a:p>
          <a:endParaRPr lang="en-US"/>
        </a:p>
      </dgm:t>
    </dgm:pt>
    <dgm:pt modelId="{20E32311-0653-4BF4-BC32-1DB47423393D}" type="sibTrans" cxnId="{B7531E31-60F2-4890-9084-E4E3257CE9E1}">
      <dgm:prSet/>
      <dgm:spPr/>
      <dgm:t>
        <a:bodyPr/>
        <a:lstStyle/>
        <a:p>
          <a:endParaRPr lang="en-US"/>
        </a:p>
      </dgm:t>
    </dgm:pt>
    <dgm:pt modelId="{21909FA7-C100-4F6A-9408-B0212209E484}">
      <dgm:prSet/>
      <dgm:spPr/>
      <dgm:t>
        <a:bodyPr/>
        <a:lstStyle/>
        <a:p>
          <a:r>
            <a:rPr lang="en-GB"/>
            <a:t>Discuss any dependencies between tasks or team members.</a:t>
          </a:r>
          <a:endParaRPr lang="en-US"/>
        </a:p>
      </dgm:t>
    </dgm:pt>
    <dgm:pt modelId="{AC14DAD6-6D96-4B1D-9EA1-65A1BCFDDAD8}" type="parTrans" cxnId="{B7CCC721-E166-43C9-AE70-7E6BE7744A7C}">
      <dgm:prSet/>
      <dgm:spPr/>
      <dgm:t>
        <a:bodyPr/>
        <a:lstStyle/>
        <a:p>
          <a:endParaRPr lang="en-US"/>
        </a:p>
      </dgm:t>
    </dgm:pt>
    <dgm:pt modelId="{2EFF912F-9CDA-4DB1-AC95-9B17DAEDC581}" type="sibTrans" cxnId="{B7CCC721-E166-43C9-AE70-7E6BE7744A7C}">
      <dgm:prSet/>
      <dgm:spPr/>
      <dgm:t>
        <a:bodyPr/>
        <a:lstStyle/>
        <a:p>
          <a:endParaRPr lang="en-US"/>
        </a:p>
      </dgm:t>
    </dgm:pt>
    <dgm:pt modelId="{0274746F-1ED1-4F72-BB60-2FA710B73612}">
      <dgm:prSet/>
      <dgm:spPr/>
      <dgm:t>
        <a:bodyPr/>
        <a:lstStyle/>
        <a:p>
          <a:pPr>
            <a:defRPr b="1"/>
          </a:pPr>
          <a:r>
            <a:rPr lang="en-GB" b="1"/>
            <a:t>Adjustments to Sprint Backlog:</a:t>
          </a:r>
          <a:endParaRPr lang="en-US"/>
        </a:p>
      </dgm:t>
    </dgm:pt>
    <dgm:pt modelId="{0F77B70B-F7A0-4BAA-B1AA-2DE0A90856FB}" type="parTrans" cxnId="{0BE05244-E62B-4ADC-AC1F-8684BE0AD600}">
      <dgm:prSet/>
      <dgm:spPr/>
      <dgm:t>
        <a:bodyPr/>
        <a:lstStyle/>
        <a:p>
          <a:endParaRPr lang="en-US"/>
        </a:p>
      </dgm:t>
    </dgm:pt>
    <dgm:pt modelId="{555122D5-3B62-4ECC-B58A-B4E042C6C253}" type="sibTrans" cxnId="{0BE05244-E62B-4ADC-AC1F-8684BE0AD600}">
      <dgm:prSet/>
      <dgm:spPr/>
      <dgm:t>
        <a:bodyPr/>
        <a:lstStyle/>
        <a:p>
          <a:endParaRPr lang="en-US"/>
        </a:p>
      </dgm:t>
    </dgm:pt>
    <dgm:pt modelId="{CB637588-FF06-4E13-9232-D98D7D8F02A1}">
      <dgm:prSet/>
      <dgm:spPr/>
      <dgm:t>
        <a:bodyPr/>
        <a:lstStyle/>
        <a:p>
          <a:r>
            <a:rPr lang="en-GB"/>
            <a:t>The team may make adjustments such as set priorities or add new tasks.</a:t>
          </a:r>
          <a:endParaRPr lang="en-US"/>
        </a:p>
      </dgm:t>
    </dgm:pt>
    <dgm:pt modelId="{E0CFF9E7-0696-468E-9481-2682D03028D9}" type="parTrans" cxnId="{4BFF53DA-21E4-468F-8CD6-924FB6FD19EF}">
      <dgm:prSet/>
      <dgm:spPr/>
      <dgm:t>
        <a:bodyPr/>
        <a:lstStyle/>
        <a:p>
          <a:endParaRPr lang="en-US"/>
        </a:p>
      </dgm:t>
    </dgm:pt>
    <dgm:pt modelId="{D3D20F5F-D530-460F-A8DE-628A82A2BF95}" type="sibTrans" cxnId="{4BFF53DA-21E4-468F-8CD6-924FB6FD19EF}">
      <dgm:prSet/>
      <dgm:spPr/>
      <dgm:t>
        <a:bodyPr/>
        <a:lstStyle/>
        <a:p>
          <a:endParaRPr lang="en-US"/>
        </a:p>
      </dgm:t>
    </dgm:pt>
    <dgm:pt modelId="{F5911DB0-6144-47EE-9D6C-B9BE127118E3}">
      <dgm:prSet/>
      <dgm:spPr/>
      <dgm:t>
        <a:bodyPr/>
        <a:lstStyle/>
        <a:p>
          <a:pPr>
            <a:defRPr b="1"/>
          </a:pPr>
          <a:r>
            <a:rPr lang="en-GB" b="1"/>
            <a:t>Availability and Capacity:</a:t>
          </a:r>
          <a:endParaRPr lang="en-US"/>
        </a:p>
      </dgm:t>
    </dgm:pt>
    <dgm:pt modelId="{0F125B92-C178-43C3-9663-2FC2A54DE754}" type="parTrans" cxnId="{C6F17809-358D-4BD5-A695-CE7D4EE10E0D}">
      <dgm:prSet/>
      <dgm:spPr/>
      <dgm:t>
        <a:bodyPr/>
        <a:lstStyle/>
        <a:p>
          <a:endParaRPr lang="en-US"/>
        </a:p>
      </dgm:t>
    </dgm:pt>
    <dgm:pt modelId="{2594E217-AE1E-4CBE-B4CA-825D9F28762F}" type="sibTrans" cxnId="{C6F17809-358D-4BD5-A695-CE7D4EE10E0D}">
      <dgm:prSet/>
      <dgm:spPr/>
      <dgm:t>
        <a:bodyPr/>
        <a:lstStyle/>
        <a:p>
          <a:endParaRPr lang="en-US"/>
        </a:p>
      </dgm:t>
    </dgm:pt>
    <dgm:pt modelId="{6F6BC74D-9EC1-47C2-B1A8-BC90B5ED3E10}">
      <dgm:prSet/>
      <dgm:spPr/>
      <dgm:t>
        <a:bodyPr/>
        <a:lstStyle/>
        <a:p>
          <a:r>
            <a:rPr lang="en-GB"/>
            <a:t>Communicate your availability and capacity for the day.</a:t>
          </a:r>
          <a:endParaRPr lang="en-US"/>
        </a:p>
      </dgm:t>
    </dgm:pt>
    <dgm:pt modelId="{70FCC319-ABE2-4E0E-B7D4-31A19F4800B0}" type="parTrans" cxnId="{05FA4E4D-DAA6-49AE-B8FF-78A91C883D54}">
      <dgm:prSet/>
      <dgm:spPr/>
      <dgm:t>
        <a:bodyPr/>
        <a:lstStyle/>
        <a:p>
          <a:endParaRPr lang="en-US"/>
        </a:p>
      </dgm:t>
    </dgm:pt>
    <dgm:pt modelId="{32F64215-53AE-41CB-8701-F710053DC912}" type="sibTrans" cxnId="{05FA4E4D-DAA6-49AE-B8FF-78A91C883D54}">
      <dgm:prSet/>
      <dgm:spPr/>
      <dgm:t>
        <a:bodyPr/>
        <a:lstStyle/>
        <a:p>
          <a:endParaRPr lang="en-US"/>
        </a:p>
      </dgm:t>
    </dgm:pt>
    <dgm:pt modelId="{B2A82DB0-9B2E-4178-97DC-88A4EA4B88E9}" type="pres">
      <dgm:prSet presAssocID="{3AE7A255-5D28-4A3A-83FF-2493586DDA35}" presName="root" presStyleCnt="0">
        <dgm:presLayoutVars>
          <dgm:dir/>
          <dgm:resizeHandles val="exact"/>
        </dgm:presLayoutVars>
      </dgm:prSet>
      <dgm:spPr/>
    </dgm:pt>
    <dgm:pt modelId="{88ED471E-706F-4814-A831-E1606A316BEF}" type="pres">
      <dgm:prSet presAssocID="{CE322CAE-ABDD-47D6-9AF5-0F80B2763319}" presName="compNode" presStyleCnt="0"/>
      <dgm:spPr/>
    </dgm:pt>
    <dgm:pt modelId="{36022B23-47D3-442A-AB9C-EDDD6511B190}" type="pres">
      <dgm:prSet presAssocID="{CE322CAE-ABDD-47D6-9AF5-0F80B276331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29154E7-61E8-4A1B-B993-D27331D2E074}" type="pres">
      <dgm:prSet presAssocID="{CE322CAE-ABDD-47D6-9AF5-0F80B2763319}" presName="iconSpace" presStyleCnt="0"/>
      <dgm:spPr/>
    </dgm:pt>
    <dgm:pt modelId="{FDB4B97E-353B-4472-A0BD-B401F38AB3E7}" type="pres">
      <dgm:prSet presAssocID="{CE322CAE-ABDD-47D6-9AF5-0F80B2763319}" presName="parTx" presStyleLbl="revTx" presStyleIdx="0" presStyleCnt="8">
        <dgm:presLayoutVars>
          <dgm:chMax val="0"/>
          <dgm:chPref val="0"/>
        </dgm:presLayoutVars>
      </dgm:prSet>
      <dgm:spPr/>
    </dgm:pt>
    <dgm:pt modelId="{7DDBA016-DF91-4D85-A628-DE3C5DC7F5B1}" type="pres">
      <dgm:prSet presAssocID="{CE322CAE-ABDD-47D6-9AF5-0F80B2763319}" presName="txSpace" presStyleCnt="0"/>
      <dgm:spPr/>
    </dgm:pt>
    <dgm:pt modelId="{B627C841-F7C2-4CFB-9084-3059ED28D50E}" type="pres">
      <dgm:prSet presAssocID="{CE322CAE-ABDD-47D6-9AF5-0F80B2763319}" presName="desTx" presStyleLbl="revTx" presStyleIdx="1" presStyleCnt="8">
        <dgm:presLayoutVars/>
      </dgm:prSet>
      <dgm:spPr/>
    </dgm:pt>
    <dgm:pt modelId="{EE11F9E1-A713-48E7-B567-0F8B86D00C71}" type="pres">
      <dgm:prSet presAssocID="{2D1698D3-5D40-45F5-9C6A-9E8211934811}" presName="sibTrans" presStyleCnt="0"/>
      <dgm:spPr/>
    </dgm:pt>
    <dgm:pt modelId="{2551A64D-E6E7-4457-AF96-C148D8665B82}" type="pres">
      <dgm:prSet presAssocID="{134523AD-32EB-4B6A-AEFF-16FE6BBCE7B2}" presName="compNode" presStyleCnt="0"/>
      <dgm:spPr/>
    </dgm:pt>
    <dgm:pt modelId="{F12B2B6E-FBF0-4E7A-99C0-52E20A706464}" type="pres">
      <dgm:prSet presAssocID="{134523AD-32EB-4B6A-AEFF-16FE6BBCE7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3622B6D-098C-4A25-9780-5EE0A5C9B47F}" type="pres">
      <dgm:prSet presAssocID="{134523AD-32EB-4B6A-AEFF-16FE6BBCE7B2}" presName="iconSpace" presStyleCnt="0"/>
      <dgm:spPr/>
    </dgm:pt>
    <dgm:pt modelId="{E84D547B-8269-404D-86F4-E65A47AF2A37}" type="pres">
      <dgm:prSet presAssocID="{134523AD-32EB-4B6A-AEFF-16FE6BBCE7B2}" presName="parTx" presStyleLbl="revTx" presStyleIdx="2" presStyleCnt="8">
        <dgm:presLayoutVars>
          <dgm:chMax val="0"/>
          <dgm:chPref val="0"/>
        </dgm:presLayoutVars>
      </dgm:prSet>
      <dgm:spPr/>
    </dgm:pt>
    <dgm:pt modelId="{A8A3A793-72E7-4E27-A11A-1B8E2CF66508}" type="pres">
      <dgm:prSet presAssocID="{134523AD-32EB-4B6A-AEFF-16FE6BBCE7B2}" presName="txSpace" presStyleCnt="0"/>
      <dgm:spPr/>
    </dgm:pt>
    <dgm:pt modelId="{87F8E983-25E5-4F86-A93F-640142D34F63}" type="pres">
      <dgm:prSet presAssocID="{134523AD-32EB-4B6A-AEFF-16FE6BBCE7B2}" presName="desTx" presStyleLbl="revTx" presStyleIdx="3" presStyleCnt="8">
        <dgm:presLayoutVars/>
      </dgm:prSet>
      <dgm:spPr/>
    </dgm:pt>
    <dgm:pt modelId="{B164038D-449F-4041-8467-3AFCACC0258D}" type="pres">
      <dgm:prSet presAssocID="{20E32311-0653-4BF4-BC32-1DB47423393D}" presName="sibTrans" presStyleCnt="0"/>
      <dgm:spPr/>
    </dgm:pt>
    <dgm:pt modelId="{31035B3B-B8B3-4674-AF1B-45FDF6AB30FF}" type="pres">
      <dgm:prSet presAssocID="{0274746F-1ED1-4F72-BB60-2FA710B73612}" presName="compNode" presStyleCnt="0"/>
      <dgm:spPr/>
    </dgm:pt>
    <dgm:pt modelId="{B98D83E2-3FED-4126-9566-DBDD0ECF9690}" type="pres">
      <dgm:prSet presAssocID="{0274746F-1ED1-4F72-BB60-2FA710B736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4E1AA1BB-9695-43A9-BC73-7E5273A77C67}" type="pres">
      <dgm:prSet presAssocID="{0274746F-1ED1-4F72-BB60-2FA710B73612}" presName="iconSpace" presStyleCnt="0"/>
      <dgm:spPr/>
    </dgm:pt>
    <dgm:pt modelId="{80B816D2-EDCE-41A7-9B35-486F64DF595D}" type="pres">
      <dgm:prSet presAssocID="{0274746F-1ED1-4F72-BB60-2FA710B73612}" presName="parTx" presStyleLbl="revTx" presStyleIdx="4" presStyleCnt="8">
        <dgm:presLayoutVars>
          <dgm:chMax val="0"/>
          <dgm:chPref val="0"/>
        </dgm:presLayoutVars>
      </dgm:prSet>
      <dgm:spPr/>
    </dgm:pt>
    <dgm:pt modelId="{25856208-F6A8-4FA9-B384-45F1C5DB5A7F}" type="pres">
      <dgm:prSet presAssocID="{0274746F-1ED1-4F72-BB60-2FA710B73612}" presName="txSpace" presStyleCnt="0"/>
      <dgm:spPr/>
    </dgm:pt>
    <dgm:pt modelId="{D0076A0E-9E09-4AD5-AA21-EB691D80215D}" type="pres">
      <dgm:prSet presAssocID="{0274746F-1ED1-4F72-BB60-2FA710B73612}" presName="desTx" presStyleLbl="revTx" presStyleIdx="5" presStyleCnt="8">
        <dgm:presLayoutVars/>
      </dgm:prSet>
      <dgm:spPr/>
    </dgm:pt>
    <dgm:pt modelId="{3F4D68DB-FAD5-4BC8-A6DC-A4069FA23B06}" type="pres">
      <dgm:prSet presAssocID="{555122D5-3B62-4ECC-B58A-B4E042C6C253}" presName="sibTrans" presStyleCnt="0"/>
      <dgm:spPr/>
    </dgm:pt>
    <dgm:pt modelId="{156F8E5C-C18D-4D16-B8BC-F3EB7A03317E}" type="pres">
      <dgm:prSet presAssocID="{F5911DB0-6144-47EE-9D6C-B9BE127118E3}" presName="compNode" presStyleCnt="0"/>
      <dgm:spPr/>
    </dgm:pt>
    <dgm:pt modelId="{D74C668E-B124-4436-957B-5114100134F8}" type="pres">
      <dgm:prSet presAssocID="{F5911DB0-6144-47EE-9D6C-B9BE127118E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80880BB-DF7D-4151-BC46-E78CCFA382FE}" type="pres">
      <dgm:prSet presAssocID="{F5911DB0-6144-47EE-9D6C-B9BE127118E3}" presName="iconSpace" presStyleCnt="0"/>
      <dgm:spPr/>
    </dgm:pt>
    <dgm:pt modelId="{9B0D4630-2BBF-473F-83FD-7D5221B11007}" type="pres">
      <dgm:prSet presAssocID="{F5911DB0-6144-47EE-9D6C-B9BE127118E3}" presName="parTx" presStyleLbl="revTx" presStyleIdx="6" presStyleCnt="8">
        <dgm:presLayoutVars>
          <dgm:chMax val="0"/>
          <dgm:chPref val="0"/>
        </dgm:presLayoutVars>
      </dgm:prSet>
      <dgm:spPr/>
    </dgm:pt>
    <dgm:pt modelId="{466AC7DC-CBC2-4280-9F4D-2E19C58B53FB}" type="pres">
      <dgm:prSet presAssocID="{F5911DB0-6144-47EE-9D6C-B9BE127118E3}" presName="txSpace" presStyleCnt="0"/>
      <dgm:spPr/>
    </dgm:pt>
    <dgm:pt modelId="{5E777838-51BA-4102-81AA-8D95656AB1B7}" type="pres">
      <dgm:prSet presAssocID="{F5911DB0-6144-47EE-9D6C-B9BE127118E3}" presName="desTx" presStyleLbl="revTx" presStyleIdx="7" presStyleCnt="8">
        <dgm:presLayoutVars/>
      </dgm:prSet>
      <dgm:spPr/>
    </dgm:pt>
  </dgm:ptLst>
  <dgm:cxnLst>
    <dgm:cxn modelId="{C89A4601-97D6-4154-A6DE-EB4483D706C0}" type="presOf" srcId="{CE322CAE-ABDD-47D6-9AF5-0F80B2763319}" destId="{FDB4B97E-353B-4472-A0BD-B401F38AB3E7}" srcOrd="0" destOrd="0" presId="urn:microsoft.com/office/officeart/2018/5/layout/CenteredIconLabelDescriptionList"/>
    <dgm:cxn modelId="{C6F17809-358D-4BD5-A695-CE7D4EE10E0D}" srcId="{3AE7A255-5D28-4A3A-83FF-2493586DDA35}" destId="{F5911DB0-6144-47EE-9D6C-B9BE127118E3}" srcOrd="3" destOrd="0" parTransId="{0F125B92-C178-43C3-9663-2FC2A54DE754}" sibTransId="{2594E217-AE1E-4CBE-B4CA-825D9F28762F}"/>
    <dgm:cxn modelId="{700E021B-DE16-442A-BE1B-30BF197AF113}" type="presOf" srcId="{134523AD-32EB-4B6A-AEFF-16FE6BBCE7B2}" destId="{E84D547B-8269-404D-86F4-E65A47AF2A37}" srcOrd="0" destOrd="0" presId="urn:microsoft.com/office/officeart/2018/5/layout/CenteredIconLabelDescriptionList"/>
    <dgm:cxn modelId="{B7CCC721-E166-43C9-AE70-7E6BE7744A7C}" srcId="{134523AD-32EB-4B6A-AEFF-16FE6BBCE7B2}" destId="{21909FA7-C100-4F6A-9408-B0212209E484}" srcOrd="0" destOrd="0" parTransId="{AC14DAD6-6D96-4B1D-9EA1-65A1BCFDDAD8}" sibTransId="{2EFF912F-9CDA-4DB1-AC95-9B17DAEDC581}"/>
    <dgm:cxn modelId="{80408923-F284-498B-9B8D-51EA1F895347}" srcId="{3AE7A255-5D28-4A3A-83FF-2493586DDA35}" destId="{CE322CAE-ABDD-47D6-9AF5-0F80B2763319}" srcOrd="0" destOrd="0" parTransId="{D39E6138-F752-4259-9439-60F6085C0ABB}" sibTransId="{2D1698D3-5D40-45F5-9C6A-9E8211934811}"/>
    <dgm:cxn modelId="{B7531E31-60F2-4890-9084-E4E3257CE9E1}" srcId="{3AE7A255-5D28-4A3A-83FF-2493586DDA35}" destId="{134523AD-32EB-4B6A-AEFF-16FE6BBCE7B2}" srcOrd="1" destOrd="0" parTransId="{D5AB6F4B-5904-419E-8DEF-F5B579389D60}" sibTransId="{20E32311-0653-4BF4-BC32-1DB47423393D}"/>
    <dgm:cxn modelId="{B24FA142-4533-45BD-82F6-AE575A8B2E56}" type="presOf" srcId="{F5911DB0-6144-47EE-9D6C-B9BE127118E3}" destId="{9B0D4630-2BBF-473F-83FD-7D5221B11007}" srcOrd="0" destOrd="0" presId="urn:microsoft.com/office/officeart/2018/5/layout/CenteredIconLabelDescriptionList"/>
    <dgm:cxn modelId="{0BE05244-E62B-4ADC-AC1F-8684BE0AD600}" srcId="{3AE7A255-5D28-4A3A-83FF-2493586DDA35}" destId="{0274746F-1ED1-4F72-BB60-2FA710B73612}" srcOrd="2" destOrd="0" parTransId="{0F77B70B-F7A0-4BAA-B1AA-2DE0A90856FB}" sibTransId="{555122D5-3B62-4ECC-B58A-B4E042C6C253}"/>
    <dgm:cxn modelId="{9755A344-0A25-47D5-8FD4-816609ACF936}" type="presOf" srcId="{CB637588-FF06-4E13-9232-D98D7D8F02A1}" destId="{D0076A0E-9E09-4AD5-AA21-EB691D80215D}" srcOrd="0" destOrd="0" presId="urn:microsoft.com/office/officeart/2018/5/layout/CenteredIconLabelDescriptionList"/>
    <dgm:cxn modelId="{05FA4E4D-DAA6-49AE-B8FF-78A91C883D54}" srcId="{F5911DB0-6144-47EE-9D6C-B9BE127118E3}" destId="{6F6BC74D-9EC1-47C2-B1A8-BC90B5ED3E10}" srcOrd="0" destOrd="0" parTransId="{70FCC319-ABE2-4E0E-B7D4-31A19F4800B0}" sibTransId="{32F64215-53AE-41CB-8701-F710053DC912}"/>
    <dgm:cxn modelId="{42284876-47C1-4897-9517-B5AB3C0A9AD3}" type="presOf" srcId="{E46F2683-FD26-4F9B-89EA-0A5D362E779A}" destId="{B627C841-F7C2-4CFB-9084-3059ED28D50E}" srcOrd="0" destOrd="0" presId="urn:microsoft.com/office/officeart/2018/5/layout/CenteredIconLabelDescriptionList"/>
    <dgm:cxn modelId="{72E4FCA2-F7F9-4A3C-A6E4-D5390CE29078}" type="presOf" srcId="{0274746F-1ED1-4F72-BB60-2FA710B73612}" destId="{80B816D2-EDCE-41A7-9B35-486F64DF595D}" srcOrd="0" destOrd="0" presId="urn:microsoft.com/office/officeart/2018/5/layout/CenteredIconLabelDescriptionList"/>
    <dgm:cxn modelId="{8366A8A3-82CC-4296-B2D6-5B882427B8DF}" type="presOf" srcId="{3AE7A255-5D28-4A3A-83FF-2493586DDA35}" destId="{B2A82DB0-9B2E-4178-97DC-88A4EA4B88E9}" srcOrd="0" destOrd="0" presId="urn:microsoft.com/office/officeart/2018/5/layout/CenteredIconLabelDescriptionList"/>
    <dgm:cxn modelId="{5853B2BB-89DC-4A3B-A3A1-FA22DA4D1E46}" type="presOf" srcId="{6F6BC74D-9EC1-47C2-B1A8-BC90B5ED3E10}" destId="{5E777838-51BA-4102-81AA-8D95656AB1B7}" srcOrd="0" destOrd="0" presId="urn:microsoft.com/office/officeart/2018/5/layout/CenteredIconLabelDescriptionList"/>
    <dgm:cxn modelId="{E87F6EC3-B150-4AB4-96F1-A2C37E2441CE}" srcId="{CE322CAE-ABDD-47D6-9AF5-0F80B2763319}" destId="{E46F2683-FD26-4F9B-89EA-0A5D362E779A}" srcOrd="0" destOrd="0" parTransId="{6ACD23F2-AEA8-495E-A8B4-8BE002CE6D03}" sibTransId="{FCAB228B-4293-4DB0-9931-F09BDE5D9947}"/>
    <dgm:cxn modelId="{3CAF82D6-56DE-46D1-A42D-FE8370D037C8}" type="presOf" srcId="{21909FA7-C100-4F6A-9408-B0212209E484}" destId="{87F8E983-25E5-4F86-A93F-640142D34F63}" srcOrd="0" destOrd="0" presId="urn:microsoft.com/office/officeart/2018/5/layout/CenteredIconLabelDescriptionList"/>
    <dgm:cxn modelId="{4BFF53DA-21E4-468F-8CD6-924FB6FD19EF}" srcId="{0274746F-1ED1-4F72-BB60-2FA710B73612}" destId="{CB637588-FF06-4E13-9232-D98D7D8F02A1}" srcOrd="0" destOrd="0" parTransId="{E0CFF9E7-0696-468E-9481-2682D03028D9}" sibTransId="{D3D20F5F-D530-460F-A8DE-628A82A2BF95}"/>
    <dgm:cxn modelId="{8E8CB69F-B904-4857-8AFC-231A8C8EFB5B}" type="presParOf" srcId="{B2A82DB0-9B2E-4178-97DC-88A4EA4B88E9}" destId="{88ED471E-706F-4814-A831-E1606A316BEF}" srcOrd="0" destOrd="0" presId="urn:microsoft.com/office/officeart/2018/5/layout/CenteredIconLabelDescriptionList"/>
    <dgm:cxn modelId="{C053658E-6FF7-4916-A7D1-7C034D64A5FA}" type="presParOf" srcId="{88ED471E-706F-4814-A831-E1606A316BEF}" destId="{36022B23-47D3-442A-AB9C-EDDD6511B190}" srcOrd="0" destOrd="0" presId="urn:microsoft.com/office/officeart/2018/5/layout/CenteredIconLabelDescriptionList"/>
    <dgm:cxn modelId="{C205E27B-87E6-47A1-ACD5-FDF9BFDBC895}" type="presParOf" srcId="{88ED471E-706F-4814-A831-E1606A316BEF}" destId="{429154E7-61E8-4A1B-B993-D27331D2E074}" srcOrd="1" destOrd="0" presId="urn:microsoft.com/office/officeart/2018/5/layout/CenteredIconLabelDescriptionList"/>
    <dgm:cxn modelId="{FD89F0E7-0708-4F10-A16B-A9A2A2FB84B5}" type="presParOf" srcId="{88ED471E-706F-4814-A831-E1606A316BEF}" destId="{FDB4B97E-353B-4472-A0BD-B401F38AB3E7}" srcOrd="2" destOrd="0" presId="urn:microsoft.com/office/officeart/2018/5/layout/CenteredIconLabelDescriptionList"/>
    <dgm:cxn modelId="{CCF1793A-3E06-48CB-A2FE-72B01D2087D8}" type="presParOf" srcId="{88ED471E-706F-4814-A831-E1606A316BEF}" destId="{7DDBA016-DF91-4D85-A628-DE3C5DC7F5B1}" srcOrd="3" destOrd="0" presId="urn:microsoft.com/office/officeart/2018/5/layout/CenteredIconLabelDescriptionList"/>
    <dgm:cxn modelId="{0028A383-C979-487E-8E0C-001E5EA8633B}" type="presParOf" srcId="{88ED471E-706F-4814-A831-E1606A316BEF}" destId="{B627C841-F7C2-4CFB-9084-3059ED28D50E}" srcOrd="4" destOrd="0" presId="urn:microsoft.com/office/officeart/2018/5/layout/CenteredIconLabelDescriptionList"/>
    <dgm:cxn modelId="{441B6161-3A5B-48B9-B212-0AFA9E0C171A}" type="presParOf" srcId="{B2A82DB0-9B2E-4178-97DC-88A4EA4B88E9}" destId="{EE11F9E1-A713-48E7-B567-0F8B86D00C71}" srcOrd="1" destOrd="0" presId="urn:microsoft.com/office/officeart/2018/5/layout/CenteredIconLabelDescriptionList"/>
    <dgm:cxn modelId="{F726FCA4-61F9-4FA2-B750-9A79FA627FB8}" type="presParOf" srcId="{B2A82DB0-9B2E-4178-97DC-88A4EA4B88E9}" destId="{2551A64D-E6E7-4457-AF96-C148D8665B82}" srcOrd="2" destOrd="0" presId="urn:microsoft.com/office/officeart/2018/5/layout/CenteredIconLabelDescriptionList"/>
    <dgm:cxn modelId="{609B4227-CEAD-469A-B344-967EEB71D462}" type="presParOf" srcId="{2551A64D-E6E7-4457-AF96-C148D8665B82}" destId="{F12B2B6E-FBF0-4E7A-99C0-52E20A706464}" srcOrd="0" destOrd="0" presId="urn:microsoft.com/office/officeart/2018/5/layout/CenteredIconLabelDescriptionList"/>
    <dgm:cxn modelId="{4BCAABFA-2227-438C-8FC5-0BB9AB2687C7}" type="presParOf" srcId="{2551A64D-E6E7-4457-AF96-C148D8665B82}" destId="{C3622B6D-098C-4A25-9780-5EE0A5C9B47F}" srcOrd="1" destOrd="0" presId="urn:microsoft.com/office/officeart/2018/5/layout/CenteredIconLabelDescriptionList"/>
    <dgm:cxn modelId="{BA4F3724-5A90-42AB-85B3-26C875DA0F82}" type="presParOf" srcId="{2551A64D-E6E7-4457-AF96-C148D8665B82}" destId="{E84D547B-8269-404D-86F4-E65A47AF2A37}" srcOrd="2" destOrd="0" presId="urn:microsoft.com/office/officeart/2018/5/layout/CenteredIconLabelDescriptionList"/>
    <dgm:cxn modelId="{43C27B16-70BB-4156-9379-A02AE9B36D1B}" type="presParOf" srcId="{2551A64D-E6E7-4457-AF96-C148D8665B82}" destId="{A8A3A793-72E7-4E27-A11A-1B8E2CF66508}" srcOrd="3" destOrd="0" presId="urn:microsoft.com/office/officeart/2018/5/layout/CenteredIconLabelDescriptionList"/>
    <dgm:cxn modelId="{7E4D440A-83AD-4536-9BB7-5948DC399751}" type="presParOf" srcId="{2551A64D-E6E7-4457-AF96-C148D8665B82}" destId="{87F8E983-25E5-4F86-A93F-640142D34F63}" srcOrd="4" destOrd="0" presId="urn:microsoft.com/office/officeart/2018/5/layout/CenteredIconLabelDescriptionList"/>
    <dgm:cxn modelId="{F48F5C24-0552-448D-8F29-AEF0BE84A0C4}" type="presParOf" srcId="{B2A82DB0-9B2E-4178-97DC-88A4EA4B88E9}" destId="{B164038D-449F-4041-8467-3AFCACC0258D}" srcOrd="3" destOrd="0" presId="urn:microsoft.com/office/officeart/2018/5/layout/CenteredIconLabelDescriptionList"/>
    <dgm:cxn modelId="{92FC8350-7A80-4B5B-99EB-B5B73B7F26E8}" type="presParOf" srcId="{B2A82DB0-9B2E-4178-97DC-88A4EA4B88E9}" destId="{31035B3B-B8B3-4674-AF1B-45FDF6AB30FF}" srcOrd="4" destOrd="0" presId="urn:microsoft.com/office/officeart/2018/5/layout/CenteredIconLabelDescriptionList"/>
    <dgm:cxn modelId="{C48B6C7B-C935-437A-B6A2-4045F20FCAD6}" type="presParOf" srcId="{31035B3B-B8B3-4674-AF1B-45FDF6AB30FF}" destId="{B98D83E2-3FED-4126-9566-DBDD0ECF9690}" srcOrd="0" destOrd="0" presId="urn:microsoft.com/office/officeart/2018/5/layout/CenteredIconLabelDescriptionList"/>
    <dgm:cxn modelId="{C850EB2D-D59E-4AEA-BEBA-B089E7450DAA}" type="presParOf" srcId="{31035B3B-B8B3-4674-AF1B-45FDF6AB30FF}" destId="{4E1AA1BB-9695-43A9-BC73-7E5273A77C67}" srcOrd="1" destOrd="0" presId="urn:microsoft.com/office/officeart/2018/5/layout/CenteredIconLabelDescriptionList"/>
    <dgm:cxn modelId="{8032A3AD-2F4E-4C93-8872-66C45E6FA853}" type="presParOf" srcId="{31035B3B-B8B3-4674-AF1B-45FDF6AB30FF}" destId="{80B816D2-EDCE-41A7-9B35-486F64DF595D}" srcOrd="2" destOrd="0" presId="urn:microsoft.com/office/officeart/2018/5/layout/CenteredIconLabelDescriptionList"/>
    <dgm:cxn modelId="{BD58DABE-3458-4ED6-9861-857F23ECA4D1}" type="presParOf" srcId="{31035B3B-B8B3-4674-AF1B-45FDF6AB30FF}" destId="{25856208-F6A8-4FA9-B384-45F1C5DB5A7F}" srcOrd="3" destOrd="0" presId="urn:microsoft.com/office/officeart/2018/5/layout/CenteredIconLabelDescriptionList"/>
    <dgm:cxn modelId="{DAA8A714-632C-4F11-B296-B1F1A3AE6B5D}" type="presParOf" srcId="{31035B3B-B8B3-4674-AF1B-45FDF6AB30FF}" destId="{D0076A0E-9E09-4AD5-AA21-EB691D80215D}" srcOrd="4" destOrd="0" presId="urn:microsoft.com/office/officeart/2018/5/layout/CenteredIconLabelDescriptionList"/>
    <dgm:cxn modelId="{6B81E56C-112B-442E-ADCC-2EA1D080F212}" type="presParOf" srcId="{B2A82DB0-9B2E-4178-97DC-88A4EA4B88E9}" destId="{3F4D68DB-FAD5-4BC8-A6DC-A4069FA23B06}" srcOrd="5" destOrd="0" presId="urn:microsoft.com/office/officeart/2018/5/layout/CenteredIconLabelDescriptionList"/>
    <dgm:cxn modelId="{FC934A6B-D046-4F8D-927A-1F10F3AD597C}" type="presParOf" srcId="{B2A82DB0-9B2E-4178-97DC-88A4EA4B88E9}" destId="{156F8E5C-C18D-4D16-B8BC-F3EB7A03317E}" srcOrd="6" destOrd="0" presId="urn:microsoft.com/office/officeart/2018/5/layout/CenteredIconLabelDescriptionList"/>
    <dgm:cxn modelId="{E318EE85-B273-4170-AFDE-81E97C5BC958}" type="presParOf" srcId="{156F8E5C-C18D-4D16-B8BC-F3EB7A03317E}" destId="{D74C668E-B124-4436-957B-5114100134F8}" srcOrd="0" destOrd="0" presId="urn:microsoft.com/office/officeart/2018/5/layout/CenteredIconLabelDescriptionList"/>
    <dgm:cxn modelId="{38BDFC92-DF31-473D-AC86-BC092CCEBA71}" type="presParOf" srcId="{156F8E5C-C18D-4D16-B8BC-F3EB7A03317E}" destId="{E80880BB-DF7D-4151-BC46-E78CCFA382FE}" srcOrd="1" destOrd="0" presId="urn:microsoft.com/office/officeart/2018/5/layout/CenteredIconLabelDescriptionList"/>
    <dgm:cxn modelId="{A7AE7EBA-4523-42E1-AB9F-DC98962E6826}" type="presParOf" srcId="{156F8E5C-C18D-4D16-B8BC-F3EB7A03317E}" destId="{9B0D4630-2BBF-473F-83FD-7D5221B11007}" srcOrd="2" destOrd="0" presId="urn:microsoft.com/office/officeart/2018/5/layout/CenteredIconLabelDescriptionList"/>
    <dgm:cxn modelId="{E5619570-5C9E-48FB-9D06-CD38256EDCCD}" type="presParOf" srcId="{156F8E5C-C18D-4D16-B8BC-F3EB7A03317E}" destId="{466AC7DC-CBC2-4280-9F4D-2E19C58B53FB}" srcOrd="3" destOrd="0" presId="urn:microsoft.com/office/officeart/2018/5/layout/CenteredIconLabelDescriptionList"/>
    <dgm:cxn modelId="{00AE1820-9AB3-4B4D-B0EC-5491BC77C1D5}" type="presParOf" srcId="{156F8E5C-C18D-4D16-B8BC-F3EB7A03317E}" destId="{5E777838-51BA-4102-81AA-8D95656AB1B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396766-93E0-4D42-884B-0B198E09BA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E47C81-4355-44E9-8CC6-677089F969DD}">
      <dgm:prSet/>
      <dgm:spPr/>
      <dgm:t>
        <a:bodyPr/>
        <a:lstStyle/>
        <a:p>
          <a:pPr>
            <a:defRPr b="1"/>
          </a:pPr>
          <a:r>
            <a:rPr lang="en-GB" b="1"/>
            <a:t>Technical Insights:</a:t>
          </a:r>
          <a:endParaRPr lang="en-US"/>
        </a:p>
      </dgm:t>
    </dgm:pt>
    <dgm:pt modelId="{29DCCA28-C2EA-4537-8E13-C786ECF42169}" type="parTrans" cxnId="{0D16CD5B-2399-4225-B4AB-1D7BE9DDC1D7}">
      <dgm:prSet/>
      <dgm:spPr/>
      <dgm:t>
        <a:bodyPr/>
        <a:lstStyle/>
        <a:p>
          <a:endParaRPr lang="en-US"/>
        </a:p>
      </dgm:t>
    </dgm:pt>
    <dgm:pt modelId="{8ED20CCB-64F2-4FCA-97EF-607572FC0587}" type="sibTrans" cxnId="{0D16CD5B-2399-4225-B4AB-1D7BE9DDC1D7}">
      <dgm:prSet/>
      <dgm:spPr/>
      <dgm:t>
        <a:bodyPr/>
        <a:lstStyle/>
        <a:p>
          <a:endParaRPr lang="en-US"/>
        </a:p>
      </dgm:t>
    </dgm:pt>
    <dgm:pt modelId="{0F74151B-DCB0-4C56-87D3-EF9FDDBA50F5}">
      <dgm:prSet/>
      <dgm:spPr/>
      <dgm:t>
        <a:bodyPr/>
        <a:lstStyle/>
        <a:p>
          <a:r>
            <a:rPr lang="en-GB"/>
            <a:t>Share any technical insights or discoveries with the team.</a:t>
          </a:r>
          <a:endParaRPr lang="en-US"/>
        </a:p>
      </dgm:t>
    </dgm:pt>
    <dgm:pt modelId="{C52D2349-4014-4B8F-BBF2-85BF5B377C87}" type="parTrans" cxnId="{05A3D94E-8D72-4D8B-A408-FA8838CC8C04}">
      <dgm:prSet/>
      <dgm:spPr/>
      <dgm:t>
        <a:bodyPr/>
        <a:lstStyle/>
        <a:p>
          <a:endParaRPr lang="en-US"/>
        </a:p>
      </dgm:t>
    </dgm:pt>
    <dgm:pt modelId="{5E32EE04-D405-4F76-BA38-0AEBEFFD86E9}" type="sibTrans" cxnId="{05A3D94E-8D72-4D8B-A408-FA8838CC8C04}">
      <dgm:prSet/>
      <dgm:spPr/>
      <dgm:t>
        <a:bodyPr/>
        <a:lstStyle/>
        <a:p>
          <a:endParaRPr lang="en-US"/>
        </a:p>
      </dgm:t>
    </dgm:pt>
    <dgm:pt modelId="{65CE7FCA-7DFF-4086-8D74-25BDAA87B24A}">
      <dgm:prSet/>
      <dgm:spPr/>
      <dgm:t>
        <a:bodyPr/>
        <a:lstStyle/>
        <a:p>
          <a:pPr>
            <a:defRPr b="1"/>
          </a:pPr>
          <a:r>
            <a:rPr lang="en-GB" b="1"/>
            <a:t>Testing Updates:</a:t>
          </a:r>
          <a:endParaRPr lang="en-US"/>
        </a:p>
      </dgm:t>
    </dgm:pt>
    <dgm:pt modelId="{4D6EC358-2DA3-4CD6-81B7-1891BA91FDFA}" type="parTrans" cxnId="{EA54A06D-6B5E-42CA-8E08-77B04D1D0A43}">
      <dgm:prSet/>
      <dgm:spPr/>
      <dgm:t>
        <a:bodyPr/>
        <a:lstStyle/>
        <a:p>
          <a:endParaRPr lang="en-US"/>
        </a:p>
      </dgm:t>
    </dgm:pt>
    <dgm:pt modelId="{CB0A8DE9-968D-44CB-8E6F-60B33935D545}" type="sibTrans" cxnId="{EA54A06D-6B5E-42CA-8E08-77B04D1D0A43}">
      <dgm:prSet/>
      <dgm:spPr/>
      <dgm:t>
        <a:bodyPr/>
        <a:lstStyle/>
        <a:p>
          <a:endParaRPr lang="en-US"/>
        </a:p>
      </dgm:t>
    </dgm:pt>
    <dgm:pt modelId="{0AABD1B8-3D95-4280-9ACF-D616B3F5F7F6}">
      <dgm:prSet/>
      <dgm:spPr/>
      <dgm:t>
        <a:bodyPr/>
        <a:lstStyle/>
        <a:p>
          <a:r>
            <a:rPr lang="en-GB"/>
            <a:t>Mention any test cases completed, ongoing testing, or issues discovered.</a:t>
          </a:r>
          <a:endParaRPr lang="en-US"/>
        </a:p>
      </dgm:t>
    </dgm:pt>
    <dgm:pt modelId="{DC75EF7B-6580-4CC1-9448-E0808BBF8D77}" type="parTrans" cxnId="{AA5607CF-C686-48A8-B612-4A832403BE0E}">
      <dgm:prSet/>
      <dgm:spPr/>
      <dgm:t>
        <a:bodyPr/>
        <a:lstStyle/>
        <a:p>
          <a:endParaRPr lang="en-US"/>
        </a:p>
      </dgm:t>
    </dgm:pt>
    <dgm:pt modelId="{29050374-7A86-47CE-B329-575299F90374}" type="sibTrans" cxnId="{AA5607CF-C686-48A8-B612-4A832403BE0E}">
      <dgm:prSet/>
      <dgm:spPr/>
      <dgm:t>
        <a:bodyPr/>
        <a:lstStyle/>
        <a:p>
          <a:endParaRPr lang="en-US"/>
        </a:p>
      </dgm:t>
    </dgm:pt>
    <dgm:pt modelId="{6C444B68-BA5A-42FC-82D8-29C38498908E}">
      <dgm:prSet/>
      <dgm:spPr/>
      <dgm:t>
        <a:bodyPr/>
        <a:lstStyle/>
        <a:p>
          <a:pPr>
            <a:defRPr b="1"/>
          </a:pPr>
          <a:r>
            <a:rPr lang="en-GB" b="1"/>
            <a:t>Continuous Integration and Deployment:</a:t>
          </a:r>
          <a:endParaRPr lang="en-US"/>
        </a:p>
      </dgm:t>
    </dgm:pt>
    <dgm:pt modelId="{20676921-1E56-4F9C-85BD-DB84568A81A1}" type="parTrans" cxnId="{DC60CD59-66CD-431A-A1E2-85C8AC7DD823}">
      <dgm:prSet/>
      <dgm:spPr/>
      <dgm:t>
        <a:bodyPr/>
        <a:lstStyle/>
        <a:p>
          <a:endParaRPr lang="en-US"/>
        </a:p>
      </dgm:t>
    </dgm:pt>
    <dgm:pt modelId="{76AD1387-BC5B-4944-BB95-09B3906506A9}" type="sibTrans" cxnId="{DC60CD59-66CD-431A-A1E2-85C8AC7DD823}">
      <dgm:prSet/>
      <dgm:spPr/>
      <dgm:t>
        <a:bodyPr/>
        <a:lstStyle/>
        <a:p>
          <a:endParaRPr lang="en-US"/>
        </a:p>
      </dgm:t>
    </dgm:pt>
    <dgm:pt modelId="{C57A36CD-45E0-4B1C-B8B7-515AB7FF78A2}">
      <dgm:prSet/>
      <dgm:spPr/>
      <dgm:t>
        <a:bodyPr/>
        <a:lstStyle/>
        <a:p>
          <a:r>
            <a:rPr lang="en-GB"/>
            <a:t>Discuss updates related to continuous integration and deployment.</a:t>
          </a:r>
          <a:endParaRPr lang="en-US"/>
        </a:p>
      </dgm:t>
    </dgm:pt>
    <dgm:pt modelId="{554D87FC-9DF1-4B7A-B5FF-85E1E111F03A}" type="parTrans" cxnId="{84F175C5-2CD2-4C18-A494-E60460F40D8B}">
      <dgm:prSet/>
      <dgm:spPr/>
      <dgm:t>
        <a:bodyPr/>
        <a:lstStyle/>
        <a:p>
          <a:endParaRPr lang="en-US"/>
        </a:p>
      </dgm:t>
    </dgm:pt>
    <dgm:pt modelId="{C4415BE5-26DA-4F73-97A2-91CA9D23990D}" type="sibTrans" cxnId="{84F175C5-2CD2-4C18-A494-E60460F40D8B}">
      <dgm:prSet/>
      <dgm:spPr/>
      <dgm:t>
        <a:bodyPr/>
        <a:lstStyle/>
        <a:p>
          <a:endParaRPr lang="en-US"/>
        </a:p>
      </dgm:t>
    </dgm:pt>
    <dgm:pt modelId="{2DB115A6-BB64-42F4-9C49-4F8E4ABD6E7D}">
      <dgm:prSet/>
      <dgm:spPr/>
      <dgm:t>
        <a:bodyPr/>
        <a:lstStyle/>
        <a:p>
          <a:pPr>
            <a:defRPr b="1"/>
          </a:pPr>
          <a:r>
            <a:rPr lang="en-GB" b="1"/>
            <a:t>Celebrate Successes:</a:t>
          </a:r>
          <a:endParaRPr lang="en-US"/>
        </a:p>
      </dgm:t>
    </dgm:pt>
    <dgm:pt modelId="{17F4434D-C433-41FC-83D7-9286F9BDB028}" type="parTrans" cxnId="{32788E8D-0545-4C2C-BA58-7EFC2338508F}">
      <dgm:prSet/>
      <dgm:spPr/>
      <dgm:t>
        <a:bodyPr/>
        <a:lstStyle/>
        <a:p>
          <a:endParaRPr lang="en-US"/>
        </a:p>
      </dgm:t>
    </dgm:pt>
    <dgm:pt modelId="{9CC33520-5764-414A-B426-B309410C1548}" type="sibTrans" cxnId="{32788E8D-0545-4C2C-BA58-7EFC2338508F}">
      <dgm:prSet/>
      <dgm:spPr/>
      <dgm:t>
        <a:bodyPr/>
        <a:lstStyle/>
        <a:p>
          <a:endParaRPr lang="en-US"/>
        </a:p>
      </dgm:t>
    </dgm:pt>
    <dgm:pt modelId="{4F9B1899-E13C-4312-87C1-9FAF69084708}">
      <dgm:prSet/>
      <dgm:spPr/>
      <dgm:t>
        <a:bodyPr/>
        <a:lstStyle/>
        <a:p>
          <a:r>
            <a:rPr lang="en-GB"/>
            <a:t>Celebrate successes and the other team member’s contributions.</a:t>
          </a:r>
          <a:endParaRPr lang="en-US"/>
        </a:p>
      </dgm:t>
    </dgm:pt>
    <dgm:pt modelId="{EEBB092E-0F8F-41A3-A92D-8C7F0922CC89}" type="parTrans" cxnId="{1A8D43B4-225D-485B-97D7-7835E7FA337F}">
      <dgm:prSet/>
      <dgm:spPr/>
      <dgm:t>
        <a:bodyPr/>
        <a:lstStyle/>
        <a:p>
          <a:endParaRPr lang="en-US"/>
        </a:p>
      </dgm:t>
    </dgm:pt>
    <dgm:pt modelId="{171B0B42-BDAC-49F3-8518-C765D851074F}" type="sibTrans" cxnId="{1A8D43B4-225D-485B-97D7-7835E7FA337F}">
      <dgm:prSet/>
      <dgm:spPr/>
      <dgm:t>
        <a:bodyPr/>
        <a:lstStyle/>
        <a:p>
          <a:endParaRPr lang="en-US"/>
        </a:p>
      </dgm:t>
    </dgm:pt>
    <dgm:pt modelId="{0B6BA94C-8B13-4C98-8146-9D4FBCE779B4}">
      <dgm:prSet/>
      <dgm:spPr/>
      <dgm:t>
        <a:bodyPr/>
        <a:lstStyle/>
        <a:p>
          <a:pPr>
            <a:defRPr b="1"/>
          </a:pPr>
          <a:r>
            <a:rPr lang="en-GB" b="1"/>
            <a:t>Reflection on Agile Principles:</a:t>
          </a:r>
          <a:endParaRPr lang="en-US"/>
        </a:p>
      </dgm:t>
    </dgm:pt>
    <dgm:pt modelId="{6533D04C-77B6-4CB6-AFCA-2EC2212900C5}" type="parTrans" cxnId="{D3F451B2-0FAA-499D-91A3-BFEB99056C64}">
      <dgm:prSet/>
      <dgm:spPr/>
      <dgm:t>
        <a:bodyPr/>
        <a:lstStyle/>
        <a:p>
          <a:endParaRPr lang="en-US"/>
        </a:p>
      </dgm:t>
    </dgm:pt>
    <dgm:pt modelId="{2B624538-DCD5-4F3D-AC43-7F0A1353B3D9}" type="sibTrans" cxnId="{D3F451B2-0FAA-499D-91A3-BFEB99056C64}">
      <dgm:prSet/>
      <dgm:spPr/>
      <dgm:t>
        <a:bodyPr/>
        <a:lstStyle/>
        <a:p>
          <a:endParaRPr lang="en-US"/>
        </a:p>
      </dgm:t>
    </dgm:pt>
    <dgm:pt modelId="{B70E4A5D-DE6E-4556-8269-C5D628CCE1EB}">
      <dgm:prSet/>
      <dgm:spPr/>
      <dgm:t>
        <a:bodyPr/>
        <a:lstStyle/>
        <a:p>
          <a:r>
            <a:rPr lang="en-GB"/>
            <a:t>Reflect on how well the team is adhering to Agile principles.</a:t>
          </a:r>
          <a:endParaRPr lang="en-US"/>
        </a:p>
      </dgm:t>
    </dgm:pt>
    <dgm:pt modelId="{2F020FC0-7CA0-4693-9186-EB7F48DF4F52}" type="parTrans" cxnId="{0F17BE61-214E-4DC7-8A71-D5085D0A8C6F}">
      <dgm:prSet/>
      <dgm:spPr/>
      <dgm:t>
        <a:bodyPr/>
        <a:lstStyle/>
        <a:p>
          <a:endParaRPr lang="en-US"/>
        </a:p>
      </dgm:t>
    </dgm:pt>
    <dgm:pt modelId="{9D383768-911E-49A8-B682-030874F6DCE4}" type="sibTrans" cxnId="{0F17BE61-214E-4DC7-8A71-D5085D0A8C6F}">
      <dgm:prSet/>
      <dgm:spPr/>
      <dgm:t>
        <a:bodyPr/>
        <a:lstStyle/>
        <a:p>
          <a:endParaRPr lang="en-US"/>
        </a:p>
      </dgm:t>
    </dgm:pt>
    <dgm:pt modelId="{416B2EDE-5649-485F-AEEE-145EDB63E864}" type="pres">
      <dgm:prSet presAssocID="{19396766-93E0-4D42-884B-0B198E09BAED}" presName="root" presStyleCnt="0">
        <dgm:presLayoutVars>
          <dgm:dir/>
          <dgm:resizeHandles val="exact"/>
        </dgm:presLayoutVars>
      </dgm:prSet>
      <dgm:spPr/>
    </dgm:pt>
    <dgm:pt modelId="{76131B9F-9681-4DE5-8585-105A42EE0E79}" type="pres">
      <dgm:prSet presAssocID="{4DE47C81-4355-44E9-8CC6-677089F969DD}" presName="compNode" presStyleCnt="0"/>
      <dgm:spPr/>
    </dgm:pt>
    <dgm:pt modelId="{35BB5F77-6D57-4CEA-9C06-44B8C7806252}" type="pres">
      <dgm:prSet presAssocID="{4DE47C81-4355-44E9-8CC6-677089F969D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169CE489-8E25-48E9-BF73-93497DA54E39}" type="pres">
      <dgm:prSet presAssocID="{4DE47C81-4355-44E9-8CC6-677089F969DD}" presName="iconSpace" presStyleCnt="0"/>
      <dgm:spPr/>
    </dgm:pt>
    <dgm:pt modelId="{266503EE-087E-4C55-94BB-593BB55DE9E1}" type="pres">
      <dgm:prSet presAssocID="{4DE47C81-4355-44E9-8CC6-677089F969DD}" presName="parTx" presStyleLbl="revTx" presStyleIdx="0" presStyleCnt="10">
        <dgm:presLayoutVars>
          <dgm:chMax val="0"/>
          <dgm:chPref val="0"/>
        </dgm:presLayoutVars>
      </dgm:prSet>
      <dgm:spPr/>
    </dgm:pt>
    <dgm:pt modelId="{3751C60D-A263-4D52-9FBD-F2E43F41B3C1}" type="pres">
      <dgm:prSet presAssocID="{4DE47C81-4355-44E9-8CC6-677089F969DD}" presName="txSpace" presStyleCnt="0"/>
      <dgm:spPr/>
    </dgm:pt>
    <dgm:pt modelId="{8E38B6A9-032C-4A54-A4E3-6266034E5309}" type="pres">
      <dgm:prSet presAssocID="{4DE47C81-4355-44E9-8CC6-677089F969DD}" presName="desTx" presStyleLbl="revTx" presStyleIdx="1" presStyleCnt="10">
        <dgm:presLayoutVars/>
      </dgm:prSet>
      <dgm:spPr/>
    </dgm:pt>
    <dgm:pt modelId="{2601772A-17ED-4E30-8F13-71A2011440DD}" type="pres">
      <dgm:prSet presAssocID="{8ED20CCB-64F2-4FCA-97EF-607572FC0587}" presName="sibTrans" presStyleCnt="0"/>
      <dgm:spPr/>
    </dgm:pt>
    <dgm:pt modelId="{998828CA-9A08-42B5-BFEB-87761F806744}" type="pres">
      <dgm:prSet presAssocID="{65CE7FCA-7DFF-4086-8D74-25BDAA87B24A}" presName="compNode" presStyleCnt="0"/>
      <dgm:spPr/>
    </dgm:pt>
    <dgm:pt modelId="{CCE9286C-8864-4DA5-9693-B351B7448C51}" type="pres">
      <dgm:prSet presAssocID="{65CE7FCA-7DFF-4086-8D74-25BDAA87B24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56379B65-1EBB-49D6-9DB3-BC29C5354C21}" type="pres">
      <dgm:prSet presAssocID="{65CE7FCA-7DFF-4086-8D74-25BDAA87B24A}" presName="iconSpace" presStyleCnt="0"/>
      <dgm:spPr/>
    </dgm:pt>
    <dgm:pt modelId="{51070EB9-6BF1-4D8E-AEAB-DB8F0249E084}" type="pres">
      <dgm:prSet presAssocID="{65CE7FCA-7DFF-4086-8D74-25BDAA87B24A}" presName="parTx" presStyleLbl="revTx" presStyleIdx="2" presStyleCnt="10">
        <dgm:presLayoutVars>
          <dgm:chMax val="0"/>
          <dgm:chPref val="0"/>
        </dgm:presLayoutVars>
      </dgm:prSet>
      <dgm:spPr/>
    </dgm:pt>
    <dgm:pt modelId="{FF185648-71D5-4401-B6C4-962875BA171C}" type="pres">
      <dgm:prSet presAssocID="{65CE7FCA-7DFF-4086-8D74-25BDAA87B24A}" presName="txSpace" presStyleCnt="0"/>
      <dgm:spPr/>
    </dgm:pt>
    <dgm:pt modelId="{3DB0FCE4-9174-4A11-913C-38E3665BFC68}" type="pres">
      <dgm:prSet presAssocID="{65CE7FCA-7DFF-4086-8D74-25BDAA87B24A}" presName="desTx" presStyleLbl="revTx" presStyleIdx="3" presStyleCnt="10">
        <dgm:presLayoutVars/>
      </dgm:prSet>
      <dgm:spPr/>
    </dgm:pt>
    <dgm:pt modelId="{854AC146-C97E-4D6D-854F-164A1DD3ECB1}" type="pres">
      <dgm:prSet presAssocID="{CB0A8DE9-968D-44CB-8E6F-60B33935D545}" presName="sibTrans" presStyleCnt="0"/>
      <dgm:spPr/>
    </dgm:pt>
    <dgm:pt modelId="{6A0B198C-3FFD-491D-8E0D-9FC6BAE4AF61}" type="pres">
      <dgm:prSet presAssocID="{6C444B68-BA5A-42FC-82D8-29C38498908E}" presName="compNode" presStyleCnt="0"/>
      <dgm:spPr/>
    </dgm:pt>
    <dgm:pt modelId="{8A326A32-0E3E-4587-BFE2-CC24BD5C6206}" type="pres">
      <dgm:prSet presAssocID="{6C444B68-BA5A-42FC-82D8-29C38498908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54F1CF2-B028-45B8-ACBF-A89F6C4EDCAA}" type="pres">
      <dgm:prSet presAssocID="{6C444B68-BA5A-42FC-82D8-29C38498908E}" presName="iconSpace" presStyleCnt="0"/>
      <dgm:spPr/>
    </dgm:pt>
    <dgm:pt modelId="{70FDC726-3B6D-4C3A-B81E-629E8058B698}" type="pres">
      <dgm:prSet presAssocID="{6C444B68-BA5A-42FC-82D8-29C38498908E}" presName="parTx" presStyleLbl="revTx" presStyleIdx="4" presStyleCnt="10">
        <dgm:presLayoutVars>
          <dgm:chMax val="0"/>
          <dgm:chPref val="0"/>
        </dgm:presLayoutVars>
      </dgm:prSet>
      <dgm:spPr/>
    </dgm:pt>
    <dgm:pt modelId="{2B264468-8DBC-476D-8237-35874B7482E7}" type="pres">
      <dgm:prSet presAssocID="{6C444B68-BA5A-42FC-82D8-29C38498908E}" presName="txSpace" presStyleCnt="0"/>
      <dgm:spPr/>
    </dgm:pt>
    <dgm:pt modelId="{98753522-E066-444F-B3FD-5FD2B2E6917B}" type="pres">
      <dgm:prSet presAssocID="{6C444B68-BA5A-42FC-82D8-29C38498908E}" presName="desTx" presStyleLbl="revTx" presStyleIdx="5" presStyleCnt="10">
        <dgm:presLayoutVars/>
      </dgm:prSet>
      <dgm:spPr/>
    </dgm:pt>
    <dgm:pt modelId="{2B9A82C1-0896-4B3C-8184-0FC18011884F}" type="pres">
      <dgm:prSet presAssocID="{76AD1387-BC5B-4944-BB95-09B3906506A9}" presName="sibTrans" presStyleCnt="0"/>
      <dgm:spPr/>
    </dgm:pt>
    <dgm:pt modelId="{22691FC6-DD19-4778-B542-70BD50B92E61}" type="pres">
      <dgm:prSet presAssocID="{2DB115A6-BB64-42F4-9C49-4F8E4ABD6E7D}" presName="compNode" presStyleCnt="0"/>
      <dgm:spPr/>
    </dgm:pt>
    <dgm:pt modelId="{0D73CE80-ACC2-469F-A058-4342DA70B8BD}" type="pres">
      <dgm:prSet presAssocID="{2DB115A6-BB64-42F4-9C49-4F8E4ABD6E7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05790DAF-4CEA-4D11-AB38-8D3F96BDA66B}" type="pres">
      <dgm:prSet presAssocID="{2DB115A6-BB64-42F4-9C49-4F8E4ABD6E7D}" presName="iconSpace" presStyleCnt="0"/>
      <dgm:spPr/>
    </dgm:pt>
    <dgm:pt modelId="{5F23B7AD-A804-4B1E-B4E7-CE7EA24D060D}" type="pres">
      <dgm:prSet presAssocID="{2DB115A6-BB64-42F4-9C49-4F8E4ABD6E7D}" presName="parTx" presStyleLbl="revTx" presStyleIdx="6" presStyleCnt="10">
        <dgm:presLayoutVars>
          <dgm:chMax val="0"/>
          <dgm:chPref val="0"/>
        </dgm:presLayoutVars>
      </dgm:prSet>
      <dgm:spPr/>
    </dgm:pt>
    <dgm:pt modelId="{C99ADF58-9AE4-4294-A388-31D022DC067A}" type="pres">
      <dgm:prSet presAssocID="{2DB115A6-BB64-42F4-9C49-4F8E4ABD6E7D}" presName="txSpace" presStyleCnt="0"/>
      <dgm:spPr/>
    </dgm:pt>
    <dgm:pt modelId="{3DBC9F5E-7F91-47AC-B9F9-9144426674EF}" type="pres">
      <dgm:prSet presAssocID="{2DB115A6-BB64-42F4-9C49-4F8E4ABD6E7D}" presName="desTx" presStyleLbl="revTx" presStyleIdx="7" presStyleCnt="10">
        <dgm:presLayoutVars/>
      </dgm:prSet>
      <dgm:spPr/>
    </dgm:pt>
    <dgm:pt modelId="{367A0121-F015-4E7B-8721-F71AB268D5D1}" type="pres">
      <dgm:prSet presAssocID="{9CC33520-5764-414A-B426-B309410C1548}" presName="sibTrans" presStyleCnt="0"/>
      <dgm:spPr/>
    </dgm:pt>
    <dgm:pt modelId="{BB4E9F8F-C513-44B0-9700-8ECF7AA57254}" type="pres">
      <dgm:prSet presAssocID="{0B6BA94C-8B13-4C98-8146-9D4FBCE779B4}" presName="compNode" presStyleCnt="0"/>
      <dgm:spPr/>
    </dgm:pt>
    <dgm:pt modelId="{6A44EBBA-820E-4857-9E61-704A0E3EC24D}" type="pres">
      <dgm:prSet presAssocID="{0B6BA94C-8B13-4C98-8146-9D4FBCE779B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8C040BB-8807-4912-B48C-B107F867EA02}" type="pres">
      <dgm:prSet presAssocID="{0B6BA94C-8B13-4C98-8146-9D4FBCE779B4}" presName="iconSpace" presStyleCnt="0"/>
      <dgm:spPr/>
    </dgm:pt>
    <dgm:pt modelId="{6CF51E07-088B-43AE-ADFD-8EEAC16B1F54}" type="pres">
      <dgm:prSet presAssocID="{0B6BA94C-8B13-4C98-8146-9D4FBCE779B4}" presName="parTx" presStyleLbl="revTx" presStyleIdx="8" presStyleCnt="10">
        <dgm:presLayoutVars>
          <dgm:chMax val="0"/>
          <dgm:chPref val="0"/>
        </dgm:presLayoutVars>
      </dgm:prSet>
      <dgm:spPr/>
    </dgm:pt>
    <dgm:pt modelId="{E02BA0EC-3B91-4743-BADA-48A0F6E54A68}" type="pres">
      <dgm:prSet presAssocID="{0B6BA94C-8B13-4C98-8146-9D4FBCE779B4}" presName="txSpace" presStyleCnt="0"/>
      <dgm:spPr/>
    </dgm:pt>
    <dgm:pt modelId="{A5CD5E58-7F80-4DC7-B638-65757BA0C074}" type="pres">
      <dgm:prSet presAssocID="{0B6BA94C-8B13-4C98-8146-9D4FBCE779B4}" presName="desTx" presStyleLbl="revTx" presStyleIdx="9" presStyleCnt="10">
        <dgm:presLayoutVars/>
      </dgm:prSet>
      <dgm:spPr/>
    </dgm:pt>
  </dgm:ptLst>
  <dgm:cxnLst>
    <dgm:cxn modelId="{4B1E4A1D-6597-4887-96B2-E6131C9D9E6C}" type="presOf" srcId="{C57A36CD-45E0-4B1C-B8B7-515AB7FF78A2}" destId="{98753522-E066-444F-B3FD-5FD2B2E6917B}" srcOrd="0" destOrd="0" presId="urn:microsoft.com/office/officeart/2018/5/layout/CenteredIconLabelDescriptionList"/>
    <dgm:cxn modelId="{9D189322-A58B-4EF0-B194-21A4DBACE296}" type="presOf" srcId="{4F9B1899-E13C-4312-87C1-9FAF69084708}" destId="{3DBC9F5E-7F91-47AC-B9F9-9144426674EF}" srcOrd="0" destOrd="0" presId="urn:microsoft.com/office/officeart/2018/5/layout/CenteredIconLabelDescriptionList"/>
    <dgm:cxn modelId="{79C9C838-1D9F-42FB-9F93-68F32C7DF875}" type="presOf" srcId="{65CE7FCA-7DFF-4086-8D74-25BDAA87B24A}" destId="{51070EB9-6BF1-4D8E-AEAB-DB8F0249E084}" srcOrd="0" destOrd="0" presId="urn:microsoft.com/office/officeart/2018/5/layout/CenteredIconLabelDescriptionList"/>
    <dgm:cxn modelId="{18168439-8FD0-4CBD-8613-8044101E6FB2}" type="presOf" srcId="{B70E4A5D-DE6E-4556-8269-C5D628CCE1EB}" destId="{A5CD5E58-7F80-4DC7-B638-65757BA0C074}" srcOrd="0" destOrd="0" presId="urn:microsoft.com/office/officeart/2018/5/layout/CenteredIconLabelDescriptionList"/>
    <dgm:cxn modelId="{85CFE03C-BBF3-435A-AB9B-88BD332F908D}" type="presOf" srcId="{0AABD1B8-3D95-4280-9ACF-D616B3F5F7F6}" destId="{3DB0FCE4-9174-4A11-913C-38E3665BFC68}" srcOrd="0" destOrd="0" presId="urn:microsoft.com/office/officeart/2018/5/layout/CenteredIconLabelDescriptionList"/>
    <dgm:cxn modelId="{0D16CD5B-2399-4225-B4AB-1D7BE9DDC1D7}" srcId="{19396766-93E0-4D42-884B-0B198E09BAED}" destId="{4DE47C81-4355-44E9-8CC6-677089F969DD}" srcOrd="0" destOrd="0" parTransId="{29DCCA28-C2EA-4537-8E13-C786ECF42169}" sibTransId="{8ED20CCB-64F2-4FCA-97EF-607572FC0587}"/>
    <dgm:cxn modelId="{0F17BE61-214E-4DC7-8A71-D5085D0A8C6F}" srcId="{0B6BA94C-8B13-4C98-8146-9D4FBCE779B4}" destId="{B70E4A5D-DE6E-4556-8269-C5D628CCE1EB}" srcOrd="0" destOrd="0" parTransId="{2F020FC0-7CA0-4693-9186-EB7F48DF4F52}" sibTransId="{9D383768-911E-49A8-B682-030874F6DCE4}"/>
    <dgm:cxn modelId="{EA54A06D-6B5E-42CA-8E08-77B04D1D0A43}" srcId="{19396766-93E0-4D42-884B-0B198E09BAED}" destId="{65CE7FCA-7DFF-4086-8D74-25BDAA87B24A}" srcOrd="1" destOrd="0" parTransId="{4D6EC358-2DA3-4CD6-81B7-1891BA91FDFA}" sibTransId="{CB0A8DE9-968D-44CB-8E6F-60B33935D545}"/>
    <dgm:cxn modelId="{05A3D94E-8D72-4D8B-A408-FA8838CC8C04}" srcId="{4DE47C81-4355-44E9-8CC6-677089F969DD}" destId="{0F74151B-DCB0-4C56-87D3-EF9FDDBA50F5}" srcOrd="0" destOrd="0" parTransId="{C52D2349-4014-4B8F-BBF2-85BF5B377C87}" sibTransId="{5E32EE04-D405-4F76-BA38-0AEBEFFD86E9}"/>
    <dgm:cxn modelId="{7E630D55-3107-41EE-9B51-CED306E5BAE6}" type="presOf" srcId="{0F74151B-DCB0-4C56-87D3-EF9FDDBA50F5}" destId="{8E38B6A9-032C-4A54-A4E3-6266034E5309}" srcOrd="0" destOrd="0" presId="urn:microsoft.com/office/officeart/2018/5/layout/CenteredIconLabelDescriptionList"/>
    <dgm:cxn modelId="{DC60CD59-66CD-431A-A1E2-85C8AC7DD823}" srcId="{19396766-93E0-4D42-884B-0B198E09BAED}" destId="{6C444B68-BA5A-42FC-82D8-29C38498908E}" srcOrd="2" destOrd="0" parTransId="{20676921-1E56-4F9C-85BD-DB84568A81A1}" sibTransId="{76AD1387-BC5B-4944-BB95-09B3906506A9}"/>
    <dgm:cxn modelId="{5128EE81-89FD-4FA1-AB96-2330213E13C5}" type="presOf" srcId="{19396766-93E0-4D42-884B-0B198E09BAED}" destId="{416B2EDE-5649-485F-AEEE-145EDB63E864}" srcOrd="0" destOrd="0" presId="urn:microsoft.com/office/officeart/2018/5/layout/CenteredIconLabelDescriptionList"/>
    <dgm:cxn modelId="{32788E8D-0545-4C2C-BA58-7EFC2338508F}" srcId="{19396766-93E0-4D42-884B-0B198E09BAED}" destId="{2DB115A6-BB64-42F4-9C49-4F8E4ABD6E7D}" srcOrd="3" destOrd="0" parTransId="{17F4434D-C433-41FC-83D7-9286F9BDB028}" sibTransId="{9CC33520-5764-414A-B426-B309410C1548}"/>
    <dgm:cxn modelId="{62561F92-7A27-4252-BF70-9229CEE3FC99}" type="presOf" srcId="{6C444B68-BA5A-42FC-82D8-29C38498908E}" destId="{70FDC726-3B6D-4C3A-B81E-629E8058B698}" srcOrd="0" destOrd="0" presId="urn:microsoft.com/office/officeart/2018/5/layout/CenteredIconLabelDescriptionList"/>
    <dgm:cxn modelId="{D3F451B2-0FAA-499D-91A3-BFEB99056C64}" srcId="{19396766-93E0-4D42-884B-0B198E09BAED}" destId="{0B6BA94C-8B13-4C98-8146-9D4FBCE779B4}" srcOrd="4" destOrd="0" parTransId="{6533D04C-77B6-4CB6-AFCA-2EC2212900C5}" sibTransId="{2B624538-DCD5-4F3D-AC43-7F0A1353B3D9}"/>
    <dgm:cxn modelId="{1A8D43B4-225D-485B-97D7-7835E7FA337F}" srcId="{2DB115A6-BB64-42F4-9C49-4F8E4ABD6E7D}" destId="{4F9B1899-E13C-4312-87C1-9FAF69084708}" srcOrd="0" destOrd="0" parTransId="{EEBB092E-0F8F-41A3-A92D-8C7F0922CC89}" sibTransId="{171B0B42-BDAC-49F3-8518-C765D851074F}"/>
    <dgm:cxn modelId="{873B4DB7-5958-4662-9689-7DF0D1A4B33D}" type="presOf" srcId="{2DB115A6-BB64-42F4-9C49-4F8E4ABD6E7D}" destId="{5F23B7AD-A804-4B1E-B4E7-CE7EA24D060D}" srcOrd="0" destOrd="0" presId="urn:microsoft.com/office/officeart/2018/5/layout/CenteredIconLabelDescriptionList"/>
    <dgm:cxn modelId="{84F175C5-2CD2-4C18-A494-E60460F40D8B}" srcId="{6C444B68-BA5A-42FC-82D8-29C38498908E}" destId="{C57A36CD-45E0-4B1C-B8B7-515AB7FF78A2}" srcOrd="0" destOrd="0" parTransId="{554D87FC-9DF1-4B7A-B5FF-85E1E111F03A}" sibTransId="{C4415BE5-26DA-4F73-97A2-91CA9D23990D}"/>
    <dgm:cxn modelId="{AA5607CF-C686-48A8-B612-4A832403BE0E}" srcId="{65CE7FCA-7DFF-4086-8D74-25BDAA87B24A}" destId="{0AABD1B8-3D95-4280-9ACF-D616B3F5F7F6}" srcOrd="0" destOrd="0" parTransId="{DC75EF7B-6580-4CC1-9448-E0808BBF8D77}" sibTransId="{29050374-7A86-47CE-B329-575299F90374}"/>
    <dgm:cxn modelId="{02BDA6D4-1F78-40C4-9476-6DB1599B5E38}" type="presOf" srcId="{4DE47C81-4355-44E9-8CC6-677089F969DD}" destId="{266503EE-087E-4C55-94BB-593BB55DE9E1}" srcOrd="0" destOrd="0" presId="urn:microsoft.com/office/officeart/2018/5/layout/CenteredIconLabelDescriptionList"/>
    <dgm:cxn modelId="{9AA601E1-D1F5-438C-98B8-6EE4FC2104AB}" type="presOf" srcId="{0B6BA94C-8B13-4C98-8146-9D4FBCE779B4}" destId="{6CF51E07-088B-43AE-ADFD-8EEAC16B1F54}" srcOrd="0" destOrd="0" presId="urn:microsoft.com/office/officeart/2018/5/layout/CenteredIconLabelDescriptionList"/>
    <dgm:cxn modelId="{8BCC167D-7112-4050-8998-5FCA76065AC7}" type="presParOf" srcId="{416B2EDE-5649-485F-AEEE-145EDB63E864}" destId="{76131B9F-9681-4DE5-8585-105A42EE0E79}" srcOrd="0" destOrd="0" presId="urn:microsoft.com/office/officeart/2018/5/layout/CenteredIconLabelDescriptionList"/>
    <dgm:cxn modelId="{FDD4CA45-6C8A-4916-9ED6-25B5B82043C1}" type="presParOf" srcId="{76131B9F-9681-4DE5-8585-105A42EE0E79}" destId="{35BB5F77-6D57-4CEA-9C06-44B8C7806252}" srcOrd="0" destOrd="0" presId="urn:microsoft.com/office/officeart/2018/5/layout/CenteredIconLabelDescriptionList"/>
    <dgm:cxn modelId="{BE01BF9B-480F-4DF1-B1DA-7D24AB8B257A}" type="presParOf" srcId="{76131B9F-9681-4DE5-8585-105A42EE0E79}" destId="{169CE489-8E25-48E9-BF73-93497DA54E39}" srcOrd="1" destOrd="0" presId="urn:microsoft.com/office/officeart/2018/5/layout/CenteredIconLabelDescriptionList"/>
    <dgm:cxn modelId="{C1D7BC6A-B7BD-4D32-963D-767E8637E1DA}" type="presParOf" srcId="{76131B9F-9681-4DE5-8585-105A42EE0E79}" destId="{266503EE-087E-4C55-94BB-593BB55DE9E1}" srcOrd="2" destOrd="0" presId="urn:microsoft.com/office/officeart/2018/5/layout/CenteredIconLabelDescriptionList"/>
    <dgm:cxn modelId="{913D8FCE-5B0C-4345-B8CE-E28AC8958D91}" type="presParOf" srcId="{76131B9F-9681-4DE5-8585-105A42EE0E79}" destId="{3751C60D-A263-4D52-9FBD-F2E43F41B3C1}" srcOrd="3" destOrd="0" presId="urn:microsoft.com/office/officeart/2018/5/layout/CenteredIconLabelDescriptionList"/>
    <dgm:cxn modelId="{C53A4FDC-9D25-476C-BA71-834C9CE3EE5E}" type="presParOf" srcId="{76131B9F-9681-4DE5-8585-105A42EE0E79}" destId="{8E38B6A9-032C-4A54-A4E3-6266034E5309}" srcOrd="4" destOrd="0" presId="urn:microsoft.com/office/officeart/2018/5/layout/CenteredIconLabelDescriptionList"/>
    <dgm:cxn modelId="{5D9CCE0B-FC9B-437F-BBE7-6303359A5144}" type="presParOf" srcId="{416B2EDE-5649-485F-AEEE-145EDB63E864}" destId="{2601772A-17ED-4E30-8F13-71A2011440DD}" srcOrd="1" destOrd="0" presId="urn:microsoft.com/office/officeart/2018/5/layout/CenteredIconLabelDescriptionList"/>
    <dgm:cxn modelId="{D6C2E223-5135-4DDD-B2AB-A18CC6B07A9D}" type="presParOf" srcId="{416B2EDE-5649-485F-AEEE-145EDB63E864}" destId="{998828CA-9A08-42B5-BFEB-87761F806744}" srcOrd="2" destOrd="0" presId="urn:microsoft.com/office/officeart/2018/5/layout/CenteredIconLabelDescriptionList"/>
    <dgm:cxn modelId="{DFD26B35-2A30-4D59-807B-4C0D61C95AB8}" type="presParOf" srcId="{998828CA-9A08-42B5-BFEB-87761F806744}" destId="{CCE9286C-8864-4DA5-9693-B351B7448C51}" srcOrd="0" destOrd="0" presId="urn:microsoft.com/office/officeart/2018/5/layout/CenteredIconLabelDescriptionList"/>
    <dgm:cxn modelId="{E76E9CC2-E891-4C43-945C-E13C7C94544A}" type="presParOf" srcId="{998828CA-9A08-42B5-BFEB-87761F806744}" destId="{56379B65-1EBB-49D6-9DB3-BC29C5354C21}" srcOrd="1" destOrd="0" presId="urn:microsoft.com/office/officeart/2018/5/layout/CenteredIconLabelDescriptionList"/>
    <dgm:cxn modelId="{3D7E181B-969A-4CE6-9C5F-5CC1F54E8E18}" type="presParOf" srcId="{998828CA-9A08-42B5-BFEB-87761F806744}" destId="{51070EB9-6BF1-4D8E-AEAB-DB8F0249E084}" srcOrd="2" destOrd="0" presId="urn:microsoft.com/office/officeart/2018/5/layout/CenteredIconLabelDescriptionList"/>
    <dgm:cxn modelId="{C08B84A2-983A-4596-A368-809CE8A58035}" type="presParOf" srcId="{998828CA-9A08-42B5-BFEB-87761F806744}" destId="{FF185648-71D5-4401-B6C4-962875BA171C}" srcOrd="3" destOrd="0" presId="urn:microsoft.com/office/officeart/2018/5/layout/CenteredIconLabelDescriptionList"/>
    <dgm:cxn modelId="{2E534D6E-1E2D-47DE-9A54-53A1791B8DFE}" type="presParOf" srcId="{998828CA-9A08-42B5-BFEB-87761F806744}" destId="{3DB0FCE4-9174-4A11-913C-38E3665BFC68}" srcOrd="4" destOrd="0" presId="urn:microsoft.com/office/officeart/2018/5/layout/CenteredIconLabelDescriptionList"/>
    <dgm:cxn modelId="{EA4750A3-0E1A-4D57-B1F5-A01D1FB4BBA2}" type="presParOf" srcId="{416B2EDE-5649-485F-AEEE-145EDB63E864}" destId="{854AC146-C97E-4D6D-854F-164A1DD3ECB1}" srcOrd="3" destOrd="0" presId="urn:microsoft.com/office/officeart/2018/5/layout/CenteredIconLabelDescriptionList"/>
    <dgm:cxn modelId="{433154C2-2F55-4515-B1F5-09B19D2A154B}" type="presParOf" srcId="{416B2EDE-5649-485F-AEEE-145EDB63E864}" destId="{6A0B198C-3FFD-491D-8E0D-9FC6BAE4AF61}" srcOrd="4" destOrd="0" presId="urn:microsoft.com/office/officeart/2018/5/layout/CenteredIconLabelDescriptionList"/>
    <dgm:cxn modelId="{BD110C2F-E29A-4B1A-A2E3-B77C28BC2672}" type="presParOf" srcId="{6A0B198C-3FFD-491D-8E0D-9FC6BAE4AF61}" destId="{8A326A32-0E3E-4587-BFE2-CC24BD5C6206}" srcOrd="0" destOrd="0" presId="urn:microsoft.com/office/officeart/2018/5/layout/CenteredIconLabelDescriptionList"/>
    <dgm:cxn modelId="{CC2BBCA5-76DF-4B0C-93C7-C8D71BF0FB7A}" type="presParOf" srcId="{6A0B198C-3FFD-491D-8E0D-9FC6BAE4AF61}" destId="{754F1CF2-B028-45B8-ACBF-A89F6C4EDCAA}" srcOrd="1" destOrd="0" presId="urn:microsoft.com/office/officeart/2018/5/layout/CenteredIconLabelDescriptionList"/>
    <dgm:cxn modelId="{87D3BB6A-C5A2-4036-B0B2-BB39598A60C7}" type="presParOf" srcId="{6A0B198C-3FFD-491D-8E0D-9FC6BAE4AF61}" destId="{70FDC726-3B6D-4C3A-B81E-629E8058B698}" srcOrd="2" destOrd="0" presId="urn:microsoft.com/office/officeart/2018/5/layout/CenteredIconLabelDescriptionList"/>
    <dgm:cxn modelId="{E5B51346-9D8D-45D1-99A8-13DD7D4FD029}" type="presParOf" srcId="{6A0B198C-3FFD-491D-8E0D-9FC6BAE4AF61}" destId="{2B264468-8DBC-476D-8237-35874B7482E7}" srcOrd="3" destOrd="0" presId="urn:microsoft.com/office/officeart/2018/5/layout/CenteredIconLabelDescriptionList"/>
    <dgm:cxn modelId="{F946C8C2-D8A6-4AD8-88C7-8A686D287280}" type="presParOf" srcId="{6A0B198C-3FFD-491D-8E0D-9FC6BAE4AF61}" destId="{98753522-E066-444F-B3FD-5FD2B2E6917B}" srcOrd="4" destOrd="0" presId="urn:microsoft.com/office/officeart/2018/5/layout/CenteredIconLabelDescriptionList"/>
    <dgm:cxn modelId="{1945E0B9-45F0-4DFF-8A32-33D44A3D709A}" type="presParOf" srcId="{416B2EDE-5649-485F-AEEE-145EDB63E864}" destId="{2B9A82C1-0896-4B3C-8184-0FC18011884F}" srcOrd="5" destOrd="0" presId="urn:microsoft.com/office/officeart/2018/5/layout/CenteredIconLabelDescriptionList"/>
    <dgm:cxn modelId="{5CF08FA8-5CA1-4EFB-9DBB-167F7D1139DD}" type="presParOf" srcId="{416B2EDE-5649-485F-AEEE-145EDB63E864}" destId="{22691FC6-DD19-4778-B542-70BD50B92E61}" srcOrd="6" destOrd="0" presId="urn:microsoft.com/office/officeart/2018/5/layout/CenteredIconLabelDescriptionList"/>
    <dgm:cxn modelId="{82E57242-CD0B-41BD-B0A1-9485BAD095AA}" type="presParOf" srcId="{22691FC6-DD19-4778-B542-70BD50B92E61}" destId="{0D73CE80-ACC2-469F-A058-4342DA70B8BD}" srcOrd="0" destOrd="0" presId="urn:microsoft.com/office/officeart/2018/5/layout/CenteredIconLabelDescriptionList"/>
    <dgm:cxn modelId="{BE69900B-26D8-4BFE-A9AD-3A93C45E2187}" type="presParOf" srcId="{22691FC6-DD19-4778-B542-70BD50B92E61}" destId="{05790DAF-4CEA-4D11-AB38-8D3F96BDA66B}" srcOrd="1" destOrd="0" presId="urn:microsoft.com/office/officeart/2018/5/layout/CenteredIconLabelDescriptionList"/>
    <dgm:cxn modelId="{D61DC404-A181-4F15-A50A-BE7EC50F1433}" type="presParOf" srcId="{22691FC6-DD19-4778-B542-70BD50B92E61}" destId="{5F23B7AD-A804-4B1E-B4E7-CE7EA24D060D}" srcOrd="2" destOrd="0" presId="urn:microsoft.com/office/officeart/2018/5/layout/CenteredIconLabelDescriptionList"/>
    <dgm:cxn modelId="{E354A0E5-F179-44E5-943E-D20A766B5C0C}" type="presParOf" srcId="{22691FC6-DD19-4778-B542-70BD50B92E61}" destId="{C99ADF58-9AE4-4294-A388-31D022DC067A}" srcOrd="3" destOrd="0" presId="urn:microsoft.com/office/officeart/2018/5/layout/CenteredIconLabelDescriptionList"/>
    <dgm:cxn modelId="{45647AA4-BF7F-4AC4-82FD-3B8A81BB3A92}" type="presParOf" srcId="{22691FC6-DD19-4778-B542-70BD50B92E61}" destId="{3DBC9F5E-7F91-47AC-B9F9-9144426674EF}" srcOrd="4" destOrd="0" presId="urn:microsoft.com/office/officeart/2018/5/layout/CenteredIconLabelDescriptionList"/>
    <dgm:cxn modelId="{C1D259BB-4E03-4E69-81EC-2128D15D9EE2}" type="presParOf" srcId="{416B2EDE-5649-485F-AEEE-145EDB63E864}" destId="{367A0121-F015-4E7B-8721-F71AB268D5D1}" srcOrd="7" destOrd="0" presId="urn:microsoft.com/office/officeart/2018/5/layout/CenteredIconLabelDescriptionList"/>
    <dgm:cxn modelId="{21F96886-7C36-4D9B-87B8-8D7BADC48CDB}" type="presParOf" srcId="{416B2EDE-5649-485F-AEEE-145EDB63E864}" destId="{BB4E9F8F-C513-44B0-9700-8ECF7AA57254}" srcOrd="8" destOrd="0" presId="urn:microsoft.com/office/officeart/2018/5/layout/CenteredIconLabelDescriptionList"/>
    <dgm:cxn modelId="{2FD322FD-496A-4F50-AB96-1D2CC6A550DB}" type="presParOf" srcId="{BB4E9F8F-C513-44B0-9700-8ECF7AA57254}" destId="{6A44EBBA-820E-4857-9E61-704A0E3EC24D}" srcOrd="0" destOrd="0" presId="urn:microsoft.com/office/officeart/2018/5/layout/CenteredIconLabelDescriptionList"/>
    <dgm:cxn modelId="{C7538D28-0652-4825-950F-DC695924A7CF}" type="presParOf" srcId="{BB4E9F8F-C513-44B0-9700-8ECF7AA57254}" destId="{F8C040BB-8807-4912-B48C-B107F867EA02}" srcOrd="1" destOrd="0" presId="urn:microsoft.com/office/officeart/2018/5/layout/CenteredIconLabelDescriptionList"/>
    <dgm:cxn modelId="{E287D326-F73B-4478-A03B-B86306E1C884}" type="presParOf" srcId="{BB4E9F8F-C513-44B0-9700-8ECF7AA57254}" destId="{6CF51E07-088B-43AE-ADFD-8EEAC16B1F54}" srcOrd="2" destOrd="0" presId="urn:microsoft.com/office/officeart/2018/5/layout/CenteredIconLabelDescriptionList"/>
    <dgm:cxn modelId="{02276CF7-1076-453A-B2F7-8DE386E6CD39}" type="presParOf" srcId="{BB4E9F8F-C513-44B0-9700-8ECF7AA57254}" destId="{E02BA0EC-3B91-4743-BADA-48A0F6E54A68}" srcOrd="3" destOrd="0" presId="urn:microsoft.com/office/officeart/2018/5/layout/CenteredIconLabelDescriptionList"/>
    <dgm:cxn modelId="{B8421096-01B6-4213-BF50-D8D630D61C50}" type="presParOf" srcId="{BB4E9F8F-C513-44B0-9700-8ECF7AA57254}" destId="{A5CD5E58-7F80-4DC7-B638-65757BA0C07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C806DB-CB5E-4187-BB2F-916C58ECC2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DA3DB4-E827-4134-B846-8FD61AC98460}">
      <dgm:prSet custT="1"/>
      <dgm:spPr/>
      <dgm:t>
        <a:bodyPr/>
        <a:lstStyle/>
        <a:p>
          <a:r>
            <a:rPr lang="en-GB" sz="2400" dirty="0"/>
            <a:t>During the meeting, the following points are discussed by every participant:</a:t>
          </a:r>
          <a:endParaRPr lang="en-US" sz="2400" dirty="0"/>
        </a:p>
      </dgm:t>
    </dgm:pt>
    <dgm:pt modelId="{512F007C-ED46-45B2-90EC-385ABB21EECF}" type="parTrans" cxnId="{05A73021-3391-467B-BACE-0012F86B2FC5}">
      <dgm:prSet/>
      <dgm:spPr/>
      <dgm:t>
        <a:bodyPr/>
        <a:lstStyle/>
        <a:p>
          <a:endParaRPr lang="en-US"/>
        </a:p>
      </dgm:t>
    </dgm:pt>
    <dgm:pt modelId="{98CFFF8A-DA84-4D93-847A-98B069BE3881}" type="sibTrans" cxnId="{05A73021-3391-467B-BACE-0012F86B2FC5}">
      <dgm:prSet/>
      <dgm:spPr/>
      <dgm:t>
        <a:bodyPr/>
        <a:lstStyle/>
        <a:p>
          <a:endParaRPr lang="en-US"/>
        </a:p>
      </dgm:t>
    </dgm:pt>
    <dgm:pt modelId="{0642FE80-A279-475C-AF69-F70CAD6C2ADE}">
      <dgm:prSet custT="1"/>
      <dgm:spPr/>
      <dgm:t>
        <a:bodyPr/>
        <a:lstStyle/>
        <a:p>
          <a:r>
            <a:rPr lang="en-GB" sz="2400" dirty="0"/>
            <a:t>What did I do </a:t>
          </a:r>
          <a:r>
            <a:rPr lang="en-GB" sz="2400" b="1" dirty="0"/>
            <a:t>yesterday</a:t>
          </a:r>
          <a:r>
            <a:rPr lang="en-GB" sz="2400" dirty="0"/>
            <a:t> that helped meet the sprint goal?</a:t>
          </a:r>
          <a:endParaRPr lang="en-US" sz="2400" dirty="0"/>
        </a:p>
      </dgm:t>
    </dgm:pt>
    <dgm:pt modelId="{A2CF4A02-C6BA-4627-A052-F9BD093B615A}" type="parTrans" cxnId="{FD9C4C91-27A6-4A11-A9D6-393DCFD0F3CC}">
      <dgm:prSet/>
      <dgm:spPr/>
      <dgm:t>
        <a:bodyPr/>
        <a:lstStyle/>
        <a:p>
          <a:endParaRPr lang="en-US"/>
        </a:p>
      </dgm:t>
    </dgm:pt>
    <dgm:pt modelId="{14D903C7-77F6-4112-9854-EA7751A3F504}" type="sibTrans" cxnId="{FD9C4C91-27A6-4A11-A9D6-393DCFD0F3CC}">
      <dgm:prSet/>
      <dgm:spPr/>
      <dgm:t>
        <a:bodyPr/>
        <a:lstStyle/>
        <a:p>
          <a:endParaRPr lang="en-US"/>
        </a:p>
      </dgm:t>
    </dgm:pt>
    <dgm:pt modelId="{A9475EB3-F264-4B11-B461-4794B405721A}">
      <dgm:prSet custT="1"/>
      <dgm:spPr/>
      <dgm:t>
        <a:bodyPr/>
        <a:lstStyle/>
        <a:p>
          <a:r>
            <a:rPr lang="en-GB" sz="2400" dirty="0"/>
            <a:t>What will I do </a:t>
          </a:r>
          <a:r>
            <a:rPr lang="en-GB" sz="2400" b="1" dirty="0"/>
            <a:t>today</a:t>
          </a:r>
          <a:r>
            <a:rPr lang="en-GB" sz="2400" dirty="0"/>
            <a:t> to help meet the sprint goal?</a:t>
          </a:r>
          <a:endParaRPr lang="en-US" sz="2400" dirty="0"/>
        </a:p>
      </dgm:t>
    </dgm:pt>
    <dgm:pt modelId="{B0B1594E-E0E0-4000-BD7B-6D890EBD7C88}" type="parTrans" cxnId="{504C130F-53A5-40C3-969E-3B26710FFAE2}">
      <dgm:prSet/>
      <dgm:spPr/>
      <dgm:t>
        <a:bodyPr/>
        <a:lstStyle/>
        <a:p>
          <a:endParaRPr lang="en-US"/>
        </a:p>
      </dgm:t>
    </dgm:pt>
    <dgm:pt modelId="{184BDBF0-2036-4000-8353-6E563235E2DC}" type="sibTrans" cxnId="{504C130F-53A5-40C3-969E-3B26710FFAE2}">
      <dgm:prSet/>
      <dgm:spPr/>
      <dgm:t>
        <a:bodyPr/>
        <a:lstStyle/>
        <a:p>
          <a:endParaRPr lang="en-US"/>
        </a:p>
      </dgm:t>
    </dgm:pt>
    <dgm:pt modelId="{24FC89CA-061F-4722-827E-8387B8493B72}">
      <dgm:prSet custT="1"/>
      <dgm:spPr/>
      <dgm:t>
        <a:bodyPr/>
        <a:lstStyle/>
        <a:p>
          <a:r>
            <a:rPr lang="en-GB" sz="2400" dirty="0"/>
            <a:t>Do I see any </a:t>
          </a:r>
          <a:r>
            <a:rPr lang="en-GB" sz="2400" b="1" dirty="0"/>
            <a:t>future impediments</a:t>
          </a:r>
          <a:r>
            <a:rPr lang="en-GB" sz="2400" dirty="0"/>
            <a:t> that prevents the team from meeting the sprint goal?</a:t>
          </a:r>
          <a:endParaRPr lang="en-US" sz="2400" dirty="0"/>
        </a:p>
      </dgm:t>
    </dgm:pt>
    <dgm:pt modelId="{1D6DB1B0-38CD-4EEC-890A-C71F157A016A}" type="parTrans" cxnId="{723315B9-EA01-4944-B9D6-7B75AEE62093}">
      <dgm:prSet/>
      <dgm:spPr/>
      <dgm:t>
        <a:bodyPr/>
        <a:lstStyle/>
        <a:p>
          <a:endParaRPr lang="en-US"/>
        </a:p>
      </dgm:t>
    </dgm:pt>
    <dgm:pt modelId="{67804F7B-8B49-4DFF-A7A8-CAF4B1CA836D}" type="sibTrans" cxnId="{723315B9-EA01-4944-B9D6-7B75AEE62093}">
      <dgm:prSet/>
      <dgm:spPr/>
      <dgm:t>
        <a:bodyPr/>
        <a:lstStyle/>
        <a:p>
          <a:endParaRPr lang="en-US"/>
        </a:p>
      </dgm:t>
    </dgm:pt>
    <dgm:pt modelId="{3D4EC9C1-4695-4D14-B2D8-DA2295FD99CB}">
      <dgm:prSet custT="1"/>
      <dgm:spPr/>
      <dgm:t>
        <a:bodyPr/>
        <a:lstStyle/>
        <a:p>
          <a:endParaRPr lang="en-US" sz="2400" dirty="0"/>
        </a:p>
      </dgm:t>
    </dgm:pt>
    <dgm:pt modelId="{345E0D6A-4BF7-4FB6-934A-26FF82BED2AB}" type="parTrans" cxnId="{77F842A7-11C8-429F-864A-808B1E0C5D95}">
      <dgm:prSet/>
      <dgm:spPr/>
      <dgm:t>
        <a:bodyPr/>
        <a:lstStyle/>
        <a:p>
          <a:endParaRPr lang="en-GB"/>
        </a:p>
      </dgm:t>
    </dgm:pt>
    <dgm:pt modelId="{FC65D258-220D-42C8-9659-48A1F950535D}" type="sibTrans" cxnId="{77F842A7-11C8-429F-864A-808B1E0C5D95}">
      <dgm:prSet/>
      <dgm:spPr/>
      <dgm:t>
        <a:bodyPr/>
        <a:lstStyle/>
        <a:p>
          <a:endParaRPr lang="en-GB"/>
        </a:p>
      </dgm:t>
    </dgm:pt>
    <dgm:pt modelId="{4DDDEAE3-A549-40CE-B3F8-4736D5F79DB2}">
      <dgm:prSet custT="1"/>
      <dgm:spPr/>
      <dgm:t>
        <a:bodyPr/>
        <a:lstStyle/>
        <a:p>
          <a:endParaRPr lang="en-US" sz="2400" dirty="0"/>
        </a:p>
      </dgm:t>
    </dgm:pt>
    <dgm:pt modelId="{19A666BA-22BE-421B-BD12-880EDFDAD428}" type="parTrans" cxnId="{6FDAA25E-6BCD-4D90-B282-C775C315CC09}">
      <dgm:prSet/>
      <dgm:spPr/>
      <dgm:t>
        <a:bodyPr/>
        <a:lstStyle/>
        <a:p>
          <a:endParaRPr lang="en-GB"/>
        </a:p>
      </dgm:t>
    </dgm:pt>
    <dgm:pt modelId="{0C66E6E7-2CED-49AE-BBB6-079D9AF1F257}" type="sibTrans" cxnId="{6FDAA25E-6BCD-4D90-B282-C775C315CC09}">
      <dgm:prSet/>
      <dgm:spPr/>
      <dgm:t>
        <a:bodyPr/>
        <a:lstStyle/>
        <a:p>
          <a:endParaRPr lang="en-GB"/>
        </a:p>
      </dgm:t>
    </dgm:pt>
    <dgm:pt modelId="{39B9E0F4-9F52-4806-B4A6-A6BA665D2769}">
      <dgm:prSet custT="1"/>
      <dgm:spPr/>
      <dgm:t>
        <a:bodyPr/>
        <a:lstStyle/>
        <a:p>
          <a:endParaRPr lang="en-US" sz="2400" dirty="0"/>
        </a:p>
      </dgm:t>
    </dgm:pt>
    <dgm:pt modelId="{190B0F0B-3E85-4205-BDCE-B7936718B1F2}" type="parTrans" cxnId="{EC105735-1323-45FB-828F-EFA68AE0F0F5}">
      <dgm:prSet/>
      <dgm:spPr/>
      <dgm:t>
        <a:bodyPr/>
        <a:lstStyle/>
        <a:p>
          <a:endParaRPr lang="en-GB"/>
        </a:p>
      </dgm:t>
    </dgm:pt>
    <dgm:pt modelId="{A4F9C78A-D4CB-41AE-90CE-EA6076AEC473}" type="sibTrans" cxnId="{EC105735-1323-45FB-828F-EFA68AE0F0F5}">
      <dgm:prSet/>
      <dgm:spPr/>
      <dgm:t>
        <a:bodyPr/>
        <a:lstStyle/>
        <a:p>
          <a:endParaRPr lang="en-GB"/>
        </a:p>
      </dgm:t>
    </dgm:pt>
    <dgm:pt modelId="{A8F1315A-0038-4958-AA49-32CA08E2DC30}" type="pres">
      <dgm:prSet presAssocID="{9BC806DB-CB5E-4187-BB2F-916C58ECC2D6}" presName="linear" presStyleCnt="0">
        <dgm:presLayoutVars>
          <dgm:animLvl val="lvl"/>
          <dgm:resizeHandles val="exact"/>
        </dgm:presLayoutVars>
      </dgm:prSet>
      <dgm:spPr/>
    </dgm:pt>
    <dgm:pt modelId="{E3C760B3-8746-4553-83F6-309C4A14C7C9}" type="pres">
      <dgm:prSet presAssocID="{A0DA3DB4-E827-4134-B846-8FD61AC98460}" presName="parentText" presStyleLbl="node1" presStyleIdx="0" presStyleCnt="1" custScaleX="89330" custLinFactNeighborX="341" custLinFactNeighborY="-2792">
        <dgm:presLayoutVars>
          <dgm:chMax val="0"/>
          <dgm:bulletEnabled val="1"/>
        </dgm:presLayoutVars>
      </dgm:prSet>
      <dgm:spPr/>
    </dgm:pt>
    <dgm:pt modelId="{6C73D7CB-A877-40FA-9425-9EE8E036C3F9}" type="pres">
      <dgm:prSet presAssocID="{A0DA3DB4-E827-4134-B846-8FD61AC9846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04C130F-53A5-40C3-969E-3B26710FFAE2}" srcId="{A0DA3DB4-E827-4134-B846-8FD61AC98460}" destId="{A9475EB3-F264-4B11-B461-4794B405721A}" srcOrd="3" destOrd="0" parTransId="{B0B1594E-E0E0-4000-BD7B-6D890EBD7C88}" sibTransId="{184BDBF0-2036-4000-8353-6E563235E2DC}"/>
    <dgm:cxn modelId="{869B6418-F94A-4D60-8C70-8302DAC3CD32}" type="presOf" srcId="{39B9E0F4-9F52-4806-B4A6-A6BA665D2769}" destId="{6C73D7CB-A877-40FA-9425-9EE8E036C3F9}" srcOrd="0" destOrd="4" presId="urn:microsoft.com/office/officeart/2005/8/layout/vList2"/>
    <dgm:cxn modelId="{05A73021-3391-467B-BACE-0012F86B2FC5}" srcId="{9BC806DB-CB5E-4187-BB2F-916C58ECC2D6}" destId="{A0DA3DB4-E827-4134-B846-8FD61AC98460}" srcOrd="0" destOrd="0" parTransId="{512F007C-ED46-45B2-90EC-385ABB21EECF}" sibTransId="{98CFFF8A-DA84-4D93-847A-98B069BE3881}"/>
    <dgm:cxn modelId="{37E87F29-6782-47F2-936C-44B4AEFC9F76}" type="presOf" srcId="{0642FE80-A279-475C-AF69-F70CAD6C2ADE}" destId="{6C73D7CB-A877-40FA-9425-9EE8E036C3F9}" srcOrd="0" destOrd="1" presId="urn:microsoft.com/office/officeart/2005/8/layout/vList2"/>
    <dgm:cxn modelId="{D9322F2F-4250-453D-91A9-40D0D7C273D6}" type="presOf" srcId="{3D4EC9C1-4695-4D14-B2D8-DA2295FD99CB}" destId="{6C73D7CB-A877-40FA-9425-9EE8E036C3F9}" srcOrd="0" destOrd="0" presId="urn:microsoft.com/office/officeart/2005/8/layout/vList2"/>
    <dgm:cxn modelId="{E44B4435-E082-4BDE-B533-3AB63EC0AE65}" type="presOf" srcId="{A0DA3DB4-E827-4134-B846-8FD61AC98460}" destId="{E3C760B3-8746-4553-83F6-309C4A14C7C9}" srcOrd="0" destOrd="0" presId="urn:microsoft.com/office/officeart/2005/8/layout/vList2"/>
    <dgm:cxn modelId="{EC105735-1323-45FB-828F-EFA68AE0F0F5}" srcId="{A0DA3DB4-E827-4134-B846-8FD61AC98460}" destId="{39B9E0F4-9F52-4806-B4A6-A6BA665D2769}" srcOrd="4" destOrd="0" parTransId="{190B0F0B-3E85-4205-BDCE-B7936718B1F2}" sibTransId="{A4F9C78A-D4CB-41AE-90CE-EA6076AEC473}"/>
    <dgm:cxn modelId="{3AB6D435-D98B-4B08-8437-FFF0DC16069D}" type="presOf" srcId="{4DDDEAE3-A549-40CE-B3F8-4736D5F79DB2}" destId="{6C73D7CB-A877-40FA-9425-9EE8E036C3F9}" srcOrd="0" destOrd="2" presId="urn:microsoft.com/office/officeart/2005/8/layout/vList2"/>
    <dgm:cxn modelId="{6FDAA25E-6BCD-4D90-B282-C775C315CC09}" srcId="{A0DA3DB4-E827-4134-B846-8FD61AC98460}" destId="{4DDDEAE3-A549-40CE-B3F8-4736D5F79DB2}" srcOrd="2" destOrd="0" parTransId="{19A666BA-22BE-421B-BD12-880EDFDAD428}" sibTransId="{0C66E6E7-2CED-49AE-BBB6-079D9AF1F257}"/>
    <dgm:cxn modelId="{FD9C4C91-27A6-4A11-A9D6-393DCFD0F3CC}" srcId="{A0DA3DB4-E827-4134-B846-8FD61AC98460}" destId="{0642FE80-A279-475C-AF69-F70CAD6C2ADE}" srcOrd="1" destOrd="0" parTransId="{A2CF4A02-C6BA-4627-A052-F9BD093B615A}" sibTransId="{14D903C7-77F6-4112-9854-EA7751A3F504}"/>
    <dgm:cxn modelId="{77F842A7-11C8-429F-864A-808B1E0C5D95}" srcId="{A0DA3DB4-E827-4134-B846-8FD61AC98460}" destId="{3D4EC9C1-4695-4D14-B2D8-DA2295FD99CB}" srcOrd="0" destOrd="0" parTransId="{345E0D6A-4BF7-4FB6-934A-26FF82BED2AB}" sibTransId="{FC65D258-220D-42C8-9659-48A1F950535D}"/>
    <dgm:cxn modelId="{D915CAA8-6274-4940-83EA-34316F7B4D1C}" type="presOf" srcId="{A9475EB3-F264-4B11-B461-4794B405721A}" destId="{6C73D7CB-A877-40FA-9425-9EE8E036C3F9}" srcOrd="0" destOrd="3" presId="urn:microsoft.com/office/officeart/2005/8/layout/vList2"/>
    <dgm:cxn modelId="{723315B9-EA01-4944-B9D6-7B75AEE62093}" srcId="{A0DA3DB4-E827-4134-B846-8FD61AC98460}" destId="{24FC89CA-061F-4722-827E-8387B8493B72}" srcOrd="5" destOrd="0" parTransId="{1D6DB1B0-38CD-4EEC-890A-C71F157A016A}" sibTransId="{67804F7B-8B49-4DFF-A7A8-CAF4B1CA836D}"/>
    <dgm:cxn modelId="{26417FF0-BEE1-4A59-B875-1FEE1EB7E1F1}" type="presOf" srcId="{9BC806DB-CB5E-4187-BB2F-916C58ECC2D6}" destId="{A8F1315A-0038-4958-AA49-32CA08E2DC30}" srcOrd="0" destOrd="0" presId="urn:microsoft.com/office/officeart/2005/8/layout/vList2"/>
    <dgm:cxn modelId="{9A918AF3-2965-459B-85EC-B4039DF2F280}" type="presOf" srcId="{24FC89CA-061F-4722-827E-8387B8493B72}" destId="{6C73D7CB-A877-40FA-9425-9EE8E036C3F9}" srcOrd="0" destOrd="5" presId="urn:microsoft.com/office/officeart/2005/8/layout/vList2"/>
    <dgm:cxn modelId="{3BCC6696-1E0C-4C8C-985B-86C4361F4870}" type="presParOf" srcId="{A8F1315A-0038-4958-AA49-32CA08E2DC30}" destId="{E3C760B3-8746-4553-83F6-309C4A14C7C9}" srcOrd="0" destOrd="0" presId="urn:microsoft.com/office/officeart/2005/8/layout/vList2"/>
    <dgm:cxn modelId="{D8506C59-CDAC-4E29-AF61-0CCB3E50A42A}" type="presParOf" srcId="{A8F1315A-0038-4958-AA49-32CA08E2DC30}" destId="{6C73D7CB-A877-40FA-9425-9EE8E036C3F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C59CB2-E8D2-4774-B81C-1678541132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32EDEA-79B0-49C1-BED8-1F77839674A5}">
      <dgm:prSet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20000"/>
              <a:lumOff val="80000"/>
            </a:schemeClr>
          </a:solidFill>
        </a:ln>
      </dgm:spPr>
      <dgm:t>
        <a:bodyPr anchor="ctr"/>
        <a:lstStyle/>
        <a:p>
          <a:r>
            <a:rPr lang="en-GB" sz="2000" b="1" dirty="0"/>
            <a:t>How do we know something meets the definition of Done (DOD)?</a:t>
          </a:r>
          <a:endParaRPr lang="en-US" sz="2000" b="1" dirty="0"/>
        </a:p>
      </dgm:t>
    </dgm:pt>
    <dgm:pt modelId="{A498FCC2-F884-4C83-A3E1-1D2617F948C2}" type="parTrans" cxnId="{B3683D6A-CB8D-402D-A14E-7346D7657456}">
      <dgm:prSet/>
      <dgm:spPr/>
      <dgm:t>
        <a:bodyPr/>
        <a:lstStyle/>
        <a:p>
          <a:endParaRPr lang="en-US"/>
        </a:p>
      </dgm:t>
    </dgm:pt>
    <dgm:pt modelId="{605482DF-1196-4842-90E1-44DA88FBA449}" type="sibTrans" cxnId="{B3683D6A-CB8D-402D-A14E-7346D7657456}">
      <dgm:prSet/>
      <dgm:spPr/>
      <dgm:t>
        <a:bodyPr/>
        <a:lstStyle/>
        <a:p>
          <a:endParaRPr lang="en-US"/>
        </a:p>
      </dgm:t>
    </dgm:pt>
    <dgm:pt modelId="{C0BE4739-1D32-48D5-B8D4-8916D4950A93}">
      <dgm:prSet custT="1"/>
      <dgm:spPr/>
      <dgm:t>
        <a:bodyPr/>
        <a:lstStyle/>
        <a:p>
          <a:r>
            <a:rPr lang="en-GB" sz="1600" dirty="0"/>
            <a:t>The work (PBI) is developed tested</a:t>
          </a:r>
          <a:endParaRPr lang="en-US" sz="1600" dirty="0"/>
        </a:p>
      </dgm:t>
    </dgm:pt>
    <dgm:pt modelId="{113C515A-85D5-43B6-9AF9-822A2A220EEF}" type="parTrans" cxnId="{5FE50E49-FF96-4A5A-BDEB-9A7FB25C3B12}">
      <dgm:prSet/>
      <dgm:spPr/>
      <dgm:t>
        <a:bodyPr/>
        <a:lstStyle/>
        <a:p>
          <a:endParaRPr lang="en-US"/>
        </a:p>
      </dgm:t>
    </dgm:pt>
    <dgm:pt modelId="{68FC4613-1ADC-4A3E-8EA9-32354CBDD1FF}" type="sibTrans" cxnId="{5FE50E49-FF96-4A5A-BDEB-9A7FB25C3B12}">
      <dgm:prSet/>
      <dgm:spPr/>
      <dgm:t>
        <a:bodyPr/>
        <a:lstStyle/>
        <a:p>
          <a:endParaRPr lang="en-US"/>
        </a:p>
      </dgm:t>
    </dgm:pt>
    <dgm:pt modelId="{EF31F06C-89AA-4A12-8E0C-132CEA87E267}">
      <dgm:prSet custT="1"/>
      <dgm:spPr/>
      <dgm:t>
        <a:bodyPr/>
        <a:lstStyle/>
        <a:p>
          <a:r>
            <a:rPr lang="en-GB" sz="1600" dirty="0"/>
            <a:t>Meet all the acceptance criteria  </a:t>
          </a:r>
          <a:endParaRPr lang="en-US" sz="1600" dirty="0"/>
        </a:p>
      </dgm:t>
    </dgm:pt>
    <dgm:pt modelId="{F98E73B0-3CA4-4FFD-BAC4-1DA9BBD92A00}" type="parTrans" cxnId="{B00F155F-7BBA-425C-BBF4-6B4FC4632ABC}">
      <dgm:prSet/>
      <dgm:spPr/>
      <dgm:t>
        <a:bodyPr/>
        <a:lstStyle/>
        <a:p>
          <a:endParaRPr lang="en-US"/>
        </a:p>
      </dgm:t>
    </dgm:pt>
    <dgm:pt modelId="{C5F8A5EF-3A29-42D8-A6DD-35EB24E18CE8}" type="sibTrans" cxnId="{B00F155F-7BBA-425C-BBF4-6B4FC4632ABC}">
      <dgm:prSet/>
      <dgm:spPr/>
      <dgm:t>
        <a:bodyPr/>
        <a:lstStyle/>
        <a:p>
          <a:endParaRPr lang="en-US"/>
        </a:p>
      </dgm:t>
    </dgm:pt>
    <dgm:pt modelId="{91227A2E-8C99-47FB-9544-DE9224314384}">
      <dgm:prSet custT="1"/>
      <dgm:spPr/>
      <dgm:t>
        <a:bodyPr/>
        <a:lstStyle/>
        <a:p>
          <a:r>
            <a:rPr lang="en-GB" sz="1600" dirty="0"/>
            <a:t>Is deployed on the test server for further tests </a:t>
          </a:r>
          <a:br>
            <a:rPr lang="en-GB" sz="1600" dirty="0"/>
          </a:br>
          <a:r>
            <a:rPr lang="en-GB" sz="1600" dirty="0"/>
            <a:t>Is a potentially Shippable software.</a:t>
          </a:r>
          <a:endParaRPr lang="en-US" sz="1600" dirty="0"/>
        </a:p>
      </dgm:t>
    </dgm:pt>
    <dgm:pt modelId="{FCC2FD64-5782-4003-B8AF-3667938E7F34}" type="parTrans" cxnId="{E49B0BED-A995-481E-A2D9-F6431DBF2596}">
      <dgm:prSet/>
      <dgm:spPr/>
      <dgm:t>
        <a:bodyPr/>
        <a:lstStyle/>
        <a:p>
          <a:endParaRPr lang="en-US"/>
        </a:p>
      </dgm:t>
    </dgm:pt>
    <dgm:pt modelId="{26DDB622-2994-49C6-988C-DF2E2733E125}" type="sibTrans" cxnId="{E49B0BED-A995-481E-A2D9-F6431DBF2596}">
      <dgm:prSet/>
      <dgm:spPr/>
      <dgm:t>
        <a:bodyPr/>
        <a:lstStyle/>
        <a:p>
          <a:endParaRPr lang="en-US"/>
        </a:p>
      </dgm:t>
    </dgm:pt>
    <dgm:pt modelId="{CDF3A2CB-7EB6-4F9B-80BB-7D4073449EF6}">
      <dgm:prSet custT="1"/>
      <dgm:spPr/>
      <dgm:t>
        <a:bodyPr/>
        <a:lstStyle/>
        <a:p>
          <a:pPr algn="ctr"/>
          <a:r>
            <a:rPr lang="en-GB" sz="2000" b="1" dirty="0">
              <a:solidFill>
                <a:schemeClr val="accent1">
                  <a:lumMod val="75000"/>
                </a:schemeClr>
              </a:solidFill>
            </a:rPr>
            <a:t>DoD is determined by the Scrum Team </a:t>
          </a:r>
          <a:endParaRPr lang="en-US" sz="2000" b="1" dirty="0">
            <a:solidFill>
              <a:schemeClr val="accent1">
                <a:lumMod val="75000"/>
              </a:schemeClr>
            </a:solidFill>
          </a:endParaRPr>
        </a:p>
      </dgm:t>
    </dgm:pt>
    <dgm:pt modelId="{2BEA4B94-EEC6-4FCB-A312-3C84693D54C0}" type="parTrans" cxnId="{6D9DE01A-FFBA-4A3D-84DD-6A2C78DF49DB}">
      <dgm:prSet/>
      <dgm:spPr/>
      <dgm:t>
        <a:bodyPr/>
        <a:lstStyle/>
        <a:p>
          <a:endParaRPr lang="en-US"/>
        </a:p>
      </dgm:t>
    </dgm:pt>
    <dgm:pt modelId="{49B540DE-BD5C-4952-862B-2B8895DB8A45}" type="sibTrans" cxnId="{6D9DE01A-FFBA-4A3D-84DD-6A2C78DF49DB}">
      <dgm:prSet/>
      <dgm:spPr/>
      <dgm:t>
        <a:bodyPr/>
        <a:lstStyle/>
        <a:p>
          <a:endParaRPr lang="en-US"/>
        </a:p>
      </dgm:t>
    </dgm:pt>
    <dgm:pt modelId="{79FA9B47-B962-40DF-B569-DF313D4ECDEC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ctr"/>
        <a:lstStyle/>
        <a:p>
          <a:pPr algn="ctr"/>
          <a:r>
            <a:rPr lang="en-GB" sz="2400" b="1" dirty="0"/>
            <a:t>Checklist </a:t>
          </a:r>
          <a:endParaRPr lang="en-US" sz="2400" dirty="0"/>
        </a:p>
      </dgm:t>
    </dgm:pt>
    <dgm:pt modelId="{0D2F0725-3204-4B86-B394-278D1C9E285E}" type="parTrans" cxnId="{6C6E949A-E37A-4BB6-850F-99A1266F0989}">
      <dgm:prSet/>
      <dgm:spPr/>
      <dgm:t>
        <a:bodyPr/>
        <a:lstStyle/>
        <a:p>
          <a:endParaRPr lang="en-US"/>
        </a:p>
      </dgm:t>
    </dgm:pt>
    <dgm:pt modelId="{DD313900-E9EC-4429-9BC7-6E302DD8D946}" type="sibTrans" cxnId="{6C6E949A-E37A-4BB6-850F-99A1266F0989}">
      <dgm:prSet/>
      <dgm:spPr/>
      <dgm:t>
        <a:bodyPr/>
        <a:lstStyle/>
        <a:p>
          <a:endParaRPr lang="en-US"/>
        </a:p>
      </dgm:t>
    </dgm:pt>
    <dgm:pt modelId="{12C952B9-FBA1-4463-8A26-5E8FE62AE9B7}">
      <dgm:prSet custT="1"/>
      <dgm:spPr/>
      <dgm:t>
        <a:bodyPr/>
        <a:lstStyle/>
        <a:p>
          <a:r>
            <a:rPr lang="en-GB" sz="1600" b="0" i="0" dirty="0"/>
            <a:t>Code commented, checked in and in the current version in source control </a:t>
          </a:r>
          <a:endParaRPr lang="en-US" sz="1600" dirty="0"/>
        </a:p>
      </dgm:t>
    </dgm:pt>
    <dgm:pt modelId="{44DAC417-4C76-49F1-80A9-53343DFEDBF2}" type="parTrans" cxnId="{F7D0E6F5-06ED-4D4C-B115-2F385B342E08}">
      <dgm:prSet/>
      <dgm:spPr/>
      <dgm:t>
        <a:bodyPr/>
        <a:lstStyle/>
        <a:p>
          <a:endParaRPr lang="en-US"/>
        </a:p>
      </dgm:t>
    </dgm:pt>
    <dgm:pt modelId="{1F2FC410-A4E0-4C50-A339-A91F9482AC69}" type="sibTrans" cxnId="{F7D0E6F5-06ED-4D4C-B115-2F385B342E08}">
      <dgm:prSet/>
      <dgm:spPr/>
      <dgm:t>
        <a:bodyPr/>
        <a:lstStyle/>
        <a:p>
          <a:endParaRPr lang="en-US"/>
        </a:p>
      </dgm:t>
    </dgm:pt>
    <dgm:pt modelId="{9C0E5B4C-B71F-4BF0-9004-FE21F5567D62}">
      <dgm:prSet/>
      <dgm:spPr/>
      <dgm:t>
        <a:bodyPr/>
        <a:lstStyle/>
        <a:p>
          <a:r>
            <a:rPr lang="en-GB" b="0" i="0" dirty="0"/>
            <a:t>Peer reviewed</a:t>
          </a:r>
          <a:endParaRPr lang="en-US" dirty="0"/>
        </a:p>
      </dgm:t>
    </dgm:pt>
    <dgm:pt modelId="{01A8AD06-2AE8-4172-89C3-38D3CD4C0C5A}" type="parTrans" cxnId="{E61620B0-4231-4BBD-B3FB-A1DF0E412D2C}">
      <dgm:prSet/>
      <dgm:spPr/>
      <dgm:t>
        <a:bodyPr/>
        <a:lstStyle/>
        <a:p>
          <a:endParaRPr lang="en-US"/>
        </a:p>
      </dgm:t>
    </dgm:pt>
    <dgm:pt modelId="{48272540-65FD-4300-968F-71A788AB37AE}" type="sibTrans" cxnId="{E61620B0-4231-4BBD-B3FB-A1DF0E412D2C}">
      <dgm:prSet/>
      <dgm:spPr/>
      <dgm:t>
        <a:bodyPr/>
        <a:lstStyle/>
        <a:p>
          <a:endParaRPr lang="en-US"/>
        </a:p>
      </dgm:t>
    </dgm:pt>
    <dgm:pt modelId="{04F94682-C3FC-4263-9093-52CA42216899}">
      <dgm:prSet/>
      <dgm:spPr/>
      <dgm:t>
        <a:bodyPr/>
        <a:lstStyle/>
        <a:p>
          <a:r>
            <a:rPr lang="en-GB" b="0" i="0" dirty="0"/>
            <a:t>Meets the company's development standards </a:t>
          </a:r>
          <a:endParaRPr lang="en-US" dirty="0"/>
        </a:p>
      </dgm:t>
    </dgm:pt>
    <dgm:pt modelId="{73CC1687-DC56-4EBE-A139-C86C969901B1}" type="parTrans" cxnId="{EBF49320-52FE-4F58-8123-A1F90A56AC39}">
      <dgm:prSet/>
      <dgm:spPr/>
      <dgm:t>
        <a:bodyPr/>
        <a:lstStyle/>
        <a:p>
          <a:endParaRPr lang="en-US"/>
        </a:p>
      </dgm:t>
    </dgm:pt>
    <dgm:pt modelId="{55171F51-78F9-4203-B132-99B0A3BF0A56}" type="sibTrans" cxnId="{EBF49320-52FE-4F58-8123-A1F90A56AC39}">
      <dgm:prSet/>
      <dgm:spPr/>
      <dgm:t>
        <a:bodyPr/>
        <a:lstStyle/>
        <a:p>
          <a:endParaRPr lang="en-US"/>
        </a:p>
      </dgm:t>
    </dgm:pt>
    <dgm:pt modelId="{ED57136E-F2E6-424F-8398-FF2C664AA8B9}">
      <dgm:prSet/>
      <dgm:spPr/>
      <dgm:t>
        <a:bodyPr/>
        <a:lstStyle/>
        <a:p>
          <a:r>
            <a:rPr lang="en-GB" b="0" i="0" dirty="0"/>
            <a:t>Unit tested and all the tests have passed</a:t>
          </a:r>
          <a:endParaRPr lang="en-US" dirty="0"/>
        </a:p>
      </dgm:t>
    </dgm:pt>
    <dgm:pt modelId="{9CCCED22-F13C-44C0-9F2F-9C2DAA5EF9EE}" type="parTrans" cxnId="{FC4261E0-1471-46A3-82EC-D64DE6F487A9}">
      <dgm:prSet/>
      <dgm:spPr/>
      <dgm:t>
        <a:bodyPr/>
        <a:lstStyle/>
        <a:p>
          <a:endParaRPr lang="en-US"/>
        </a:p>
      </dgm:t>
    </dgm:pt>
    <dgm:pt modelId="{E6C7EE3E-3B92-45FA-A8DD-899BFB6396F3}" type="sibTrans" cxnId="{FC4261E0-1471-46A3-82EC-D64DE6F487A9}">
      <dgm:prSet/>
      <dgm:spPr/>
      <dgm:t>
        <a:bodyPr/>
        <a:lstStyle/>
        <a:p>
          <a:endParaRPr lang="en-US"/>
        </a:p>
      </dgm:t>
    </dgm:pt>
    <dgm:pt modelId="{22A48E82-8C23-47E8-8112-8619329CB029}">
      <dgm:prSet/>
      <dgm:spPr/>
      <dgm:t>
        <a:bodyPr/>
        <a:lstStyle/>
        <a:p>
          <a:r>
            <a:rPr lang="en-GB" b="0" i="0" dirty="0"/>
            <a:t>Deployed to system test environment and has passed all the system tests </a:t>
          </a:r>
          <a:endParaRPr lang="en-US" dirty="0"/>
        </a:p>
      </dgm:t>
    </dgm:pt>
    <dgm:pt modelId="{1FEB9A7D-38E6-42AB-A387-8ED9EB74B250}" type="parTrans" cxnId="{DEBDF2FF-2DB0-43ED-9A6C-E6140A7A82C0}">
      <dgm:prSet/>
      <dgm:spPr/>
      <dgm:t>
        <a:bodyPr/>
        <a:lstStyle/>
        <a:p>
          <a:endParaRPr lang="en-US"/>
        </a:p>
      </dgm:t>
    </dgm:pt>
    <dgm:pt modelId="{D8FFD66C-C861-443B-ABE0-EDA9EE6FA252}" type="sibTrans" cxnId="{DEBDF2FF-2DB0-43ED-9A6C-E6140A7A82C0}">
      <dgm:prSet/>
      <dgm:spPr/>
      <dgm:t>
        <a:bodyPr/>
        <a:lstStyle/>
        <a:p>
          <a:endParaRPr lang="en-US"/>
        </a:p>
      </dgm:t>
    </dgm:pt>
    <dgm:pt modelId="{2862F197-08E6-4CCD-9DAC-81A0CD4E4059}">
      <dgm:prSet/>
      <dgm:spPr/>
      <dgm:t>
        <a:bodyPr/>
        <a:lstStyle/>
        <a:p>
          <a:r>
            <a:rPr lang="en-GB" b="0" i="0" dirty="0"/>
            <a:t>Passed UAT (user Acceptance Tests)</a:t>
          </a:r>
          <a:endParaRPr lang="en-US" dirty="0"/>
        </a:p>
      </dgm:t>
    </dgm:pt>
    <dgm:pt modelId="{521E2A46-0504-45A9-B4F5-B4F5D7370C29}" type="parTrans" cxnId="{C281336A-2DBA-4F2B-B084-197C1AB4DE80}">
      <dgm:prSet/>
      <dgm:spPr/>
      <dgm:t>
        <a:bodyPr/>
        <a:lstStyle/>
        <a:p>
          <a:endParaRPr lang="en-US"/>
        </a:p>
      </dgm:t>
    </dgm:pt>
    <dgm:pt modelId="{58C0FF8B-8CE6-4F46-8088-CEAEB70B56BE}" type="sibTrans" cxnId="{C281336A-2DBA-4F2B-B084-197C1AB4DE80}">
      <dgm:prSet/>
      <dgm:spPr/>
      <dgm:t>
        <a:bodyPr/>
        <a:lstStyle/>
        <a:p>
          <a:endParaRPr lang="en-US"/>
        </a:p>
      </dgm:t>
    </dgm:pt>
    <dgm:pt modelId="{D010E087-2D3C-43BB-97B9-35B3CC9EE694}">
      <dgm:prSet/>
      <dgm:spPr/>
      <dgm:t>
        <a:bodyPr/>
        <a:lstStyle/>
        <a:p>
          <a:r>
            <a:rPr lang="en-GB" b="0" i="0" dirty="0"/>
            <a:t>Has all the relevant documentation and all the docs are updated </a:t>
          </a:r>
          <a:endParaRPr lang="en-US" dirty="0"/>
        </a:p>
      </dgm:t>
    </dgm:pt>
    <dgm:pt modelId="{BDBDEF06-2645-4E84-9D0C-2AA1D03E165D}" type="parTrans" cxnId="{56D55EB0-BEF7-44BE-8395-327291146847}">
      <dgm:prSet/>
      <dgm:spPr/>
      <dgm:t>
        <a:bodyPr/>
        <a:lstStyle/>
        <a:p>
          <a:endParaRPr lang="en-US"/>
        </a:p>
      </dgm:t>
    </dgm:pt>
    <dgm:pt modelId="{C53D2599-9BCC-45ED-99A9-B528568DB82C}" type="sibTrans" cxnId="{56D55EB0-BEF7-44BE-8395-327291146847}">
      <dgm:prSet/>
      <dgm:spPr/>
      <dgm:t>
        <a:bodyPr/>
        <a:lstStyle/>
        <a:p>
          <a:endParaRPr lang="en-US"/>
        </a:p>
      </dgm:t>
    </dgm:pt>
    <dgm:pt modelId="{A58376DC-F34B-44A8-B479-49F93B355978}">
      <dgm:prSet/>
      <dgm:spPr/>
      <dgm:t>
        <a:bodyPr/>
        <a:lstStyle/>
        <a:p>
          <a:r>
            <a:rPr lang="en-GB" b="0" i="0"/>
            <a:t>Remaining hours is zero and task closed and shown in the burndown chart</a:t>
          </a:r>
          <a:endParaRPr lang="en-US"/>
        </a:p>
      </dgm:t>
    </dgm:pt>
    <dgm:pt modelId="{7FA09CB0-6F26-486F-BDB9-2390C8F9B5E4}" type="parTrans" cxnId="{B4D6834B-D186-4CE4-B2DA-4619100A9218}">
      <dgm:prSet/>
      <dgm:spPr/>
      <dgm:t>
        <a:bodyPr/>
        <a:lstStyle/>
        <a:p>
          <a:endParaRPr lang="en-US"/>
        </a:p>
      </dgm:t>
    </dgm:pt>
    <dgm:pt modelId="{0EBA72BF-DA5B-47D1-A7DD-EB6C478F224E}" type="sibTrans" cxnId="{B4D6834B-D186-4CE4-B2DA-4619100A9218}">
      <dgm:prSet/>
      <dgm:spPr/>
      <dgm:t>
        <a:bodyPr/>
        <a:lstStyle/>
        <a:p>
          <a:endParaRPr lang="en-US"/>
        </a:p>
      </dgm:t>
    </dgm:pt>
    <dgm:pt modelId="{512274CF-01A7-444C-BD47-823DCD120869}" type="pres">
      <dgm:prSet presAssocID="{9BC59CB2-E8D2-4774-B81C-167854113269}" presName="vert0" presStyleCnt="0">
        <dgm:presLayoutVars>
          <dgm:dir/>
          <dgm:animOne val="branch"/>
          <dgm:animLvl val="lvl"/>
        </dgm:presLayoutVars>
      </dgm:prSet>
      <dgm:spPr/>
    </dgm:pt>
    <dgm:pt modelId="{136EEA39-D7C4-4502-810D-6E2B1E9C79BB}" type="pres">
      <dgm:prSet presAssocID="{DB32EDEA-79B0-49C1-BED8-1F77839674A5}" presName="thickLine" presStyleLbl="alignNode1" presStyleIdx="0" presStyleCnt="3"/>
      <dgm:spPr/>
    </dgm:pt>
    <dgm:pt modelId="{1DC2358E-50AA-4AFD-AEB2-BEFCB6F24CEC}" type="pres">
      <dgm:prSet presAssocID="{DB32EDEA-79B0-49C1-BED8-1F77839674A5}" presName="horz1" presStyleCnt="0"/>
      <dgm:spPr/>
    </dgm:pt>
    <dgm:pt modelId="{3126862D-B4BB-4FFF-A4F5-87FB024AB684}" type="pres">
      <dgm:prSet presAssocID="{DB32EDEA-79B0-49C1-BED8-1F77839674A5}" presName="tx1" presStyleLbl="revTx" presStyleIdx="0" presStyleCnt="14"/>
      <dgm:spPr/>
    </dgm:pt>
    <dgm:pt modelId="{B3048CC1-49F8-421D-9838-76AEBD54F201}" type="pres">
      <dgm:prSet presAssocID="{DB32EDEA-79B0-49C1-BED8-1F77839674A5}" presName="vert1" presStyleCnt="0"/>
      <dgm:spPr/>
    </dgm:pt>
    <dgm:pt modelId="{9871C0F2-5F6E-4845-9594-23749AEADFC6}" type="pres">
      <dgm:prSet presAssocID="{C0BE4739-1D32-48D5-B8D4-8916D4950A93}" presName="vertSpace2a" presStyleCnt="0"/>
      <dgm:spPr/>
    </dgm:pt>
    <dgm:pt modelId="{EE88D0F7-6B0F-464C-A671-C41E093C1612}" type="pres">
      <dgm:prSet presAssocID="{C0BE4739-1D32-48D5-B8D4-8916D4950A93}" presName="horz2" presStyleCnt="0"/>
      <dgm:spPr/>
    </dgm:pt>
    <dgm:pt modelId="{DA511620-E27E-47AC-A73F-EEC9D78B4057}" type="pres">
      <dgm:prSet presAssocID="{C0BE4739-1D32-48D5-B8D4-8916D4950A93}" presName="horzSpace2" presStyleCnt="0"/>
      <dgm:spPr/>
    </dgm:pt>
    <dgm:pt modelId="{C531C7CF-27A1-476A-B68B-68BD3113B63F}" type="pres">
      <dgm:prSet presAssocID="{C0BE4739-1D32-48D5-B8D4-8916D4950A93}" presName="tx2" presStyleLbl="revTx" presStyleIdx="1" presStyleCnt="14" custScaleY="42983"/>
      <dgm:spPr/>
    </dgm:pt>
    <dgm:pt modelId="{E24337BB-BDD0-4EBA-ADD9-FBEF00FCC6B7}" type="pres">
      <dgm:prSet presAssocID="{C0BE4739-1D32-48D5-B8D4-8916D4950A93}" presName="vert2" presStyleCnt="0"/>
      <dgm:spPr/>
    </dgm:pt>
    <dgm:pt modelId="{661389F7-5392-4F85-A7EE-C31AD8978DD2}" type="pres">
      <dgm:prSet presAssocID="{C0BE4739-1D32-48D5-B8D4-8916D4950A93}" presName="thinLine2b" presStyleLbl="callout" presStyleIdx="0" presStyleCnt="11"/>
      <dgm:spPr/>
    </dgm:pt>
    <dgm:pt modelId="{081E854A-3CF4-4DEC-B85C-538F176128D2}" type="pres">
      <dgm:prSet presAssocID="{C0BE4739-1D32-48D5-B8D4-8916D4950A93}" presName="vertSpace2b" presStyleCnt="0"/>
      <dgm:spPr/>
    </dgm:pt>
    <dgm:pt modelId="{58DA5D20-A405-4190-BFFB-087AA2907B54}" type="pres">
      <dgm:prSet presAssocID="{EF31F06C-89AA-4A12-8E0C-132CEA87E267}" presName="horz2" presStyleCnt="0"/>
      <dgm:spPr/>
    </dgm:pt>
    <dgm:pt modelId="{416FD9AB-8230-40CD-8B53-31FF80871A76}" type="pres">
      <dgm:prSet presAssocID="{EF31F06C-89AA-4A12-8E0C-132CEA87E267}" presName="horzSpace2" presStyleCnt="0"/>
      <dgm:spPr/>
    </dgm:pt>
    <dgm:pt modelId="{A8829B5B-BF8F-4C67-A7E9-FB600BEBF091}" type="pres">
      <dgm:prSet presAssocID="{EF31F06C-89AA-4A12-8E0C-132CEA87E267}" presName="tx2" presStyleLbl="revTx" presStyleIdx="2" presStyleCnt="14" custScaleY="47603"/>
      <dgm:spPr/>
    </dgm:pt>
    <dgm:pt modelId="{5DEDBE35-A4B9-4ACD-80BA-A61F032B2B9D}" type="pres">
      <dgm:prSet presAssocID="{EF31F06C-89AA-4A12-8E0C-132CEA87E267}" presName="vert2" presStyleCnt="0"/>
      <dgm:spPr/>
    </dgm:pt>
    <dgm:pt modelId="{37F654F6-E72D-4436-BD4F-392B4BB1FBDD}" type="pres">
      <dgm:prSet presAssocID="{EF31F06C-89AA-4A12-8E0C-132CEA87E267}" presName="thinLine2b" presStyleLbl="callout" presStyleIdx="1" presStyleCnt="11"/>
      <dgm:spPr/>
    </dgm:pt>
    <dgm:pt modelId="{C42AE48C-EE3E-450D-AD1A-6B1E093E0366}" type="pres">
      <dgm:prSet presAssocID="{EF31F06C-89AA-4A12-8E0C-132CEA87E267}" presName="vertSpace2b" presStyleCnt="0"/>
      <dgm:spPr/>
    </dgm:pt>
    <dgm:pt modelId="{0DD910BC-6FA2-4B96-8FA6-5A0D546211E1}" type="pres">
      <dgm:prSet presAssocID="{91227A2E-8C99-47FB-9544-DE9224314384}" presName="horz2" presStyleCnt="0"/>
      <dgm:spPr/>
    </dgm:pt>
    <dgm:pt modelId="{17DA598E-AE47-4326-869E-C65247F1D950}" type="pres">
      <dgm:prSet presAssocID="{91227A2E-8C99-47FB-9544-DE9224314384}" presName="horzSpace2" presStyleCnt="0"/>
      <dgm:spPr/>
    </dgm:pt>
    <dgm:pt modelId="{C815160F-0C29-4B3A-B405-BFBABD88D91F}" type="pres">
      <dgm:prSet presAssocID="{91227A2E-8C99-47FB-9544-DE9224314384}" presName="tx2" presStyleLbl="revTx" presStyleIdx="3" presStyleCnt="14" custScaleY="52436"/>
      <dgm:spPr/>
    </dgm:pt>
    <dgm:pt modelId="{34AD2B69-E457-4FA3-9E65-598FC28435B5}" type="pres">
      <dgm:prSet presAssocID="{91227A2E-8C99-47FB-9544-DE9224314384}" presName="vert2" presStyleCnt="0"/>
      <dgm:spPr/>
    </dgm:pt>
    <dgm:pt modelId="{73F621F4-C457-4469-9D9B-3AF88DB414D8}" type="pres">
      <dgm:prSet presAssocID="{91227A2E-8C99-47FB-9544-DE9224314384}" presName="thinLine2b" presStyleLbl="callout" presStyleIdx="2" presStyleCnt="11"/>
      <dgm:spPr/>
    </dgm:pt>
    <dgm:pt modelId="{A21B751F-AF10-4134-A109-DB1C178A0244}" type="pres">
      <dgm:prSet presAssocID="{91227A2E-8C99-47FB-9544-DE9224314384}" presName="vertSpace2b" presStyleCnt="0"/>
      <dgm:spPr/>
    </dgm:pt>
    <dgm:pt modelId="{9A18A103-3897-4D33-886B-9861AA8B144E}" type="pres">
      <dgm:prSet presAssocID="{CDF3A2CB-7EB6-4F9B-80BB-7D4073449EF6}" presName="thickLine" presStyleLbl="alignNode1" presStyleIdx="1" presStyleCnt="3"/>
      <dgm:spPr/>
    </dgm:pt>
    <dgm:pt modelId="{339F1880-C3D6-4977-984A-97600B74FB7A}" type="pres">
      <dgm:prSet presAssocID="{CDF3A2CB-7EB6-4F9B-80BB-7D4073449EF6}" presName="horz1" presStyleCnt="0"/>
      <dgm:spPr/>
    </dgm:pt>
    <dgm:pt modelId="{457BECEB-7FC5-4326-8BE2-D456801F0D05}" type="pres">
      <dgm:prSet presAssocID="{CDF3A2CB-7EB6-4F9B-80BB-7D4073449EF6}" presName="tx1" presStyleLbl="revTx" presStyleIdx="4" presStyleCnt="14" custScaleX="500000" custScaleY="16828"/>
      <dgm:spPr/>
    </dgm:pt>
    <dgm:pt modelId="{ACE9E60D-CC4B-45A1-A7CD-E84DC4482A1A}" type="pres">
      <dgm:prSet presAssocID="{CDF3A2CB-7EB6-4F9B-80BB-7D4073449EF6}" presName="vert1" presStyleCnt="0"/>
      <dgm:spPr/>
    </dgm:pt>
    <dgm:pt modelId="{0721D1C5-8DAE-42DA-9606-6AB7D93B37DD}" type="pres">
      <dgm:prSet presAssocID="{79FA9B47-B962-40DF-B569-DF313D4ECDEC}" presName="thickLine" presStyleLbl="alignNode1" presStyleIdx="2" presStyleCnt="3"/>
      <dgm:spPr/>
    </dgm:pt>
    <dgm:pt modelId="{823AF321-3602-4005-81CA-280CE5B5B70A}" type="pres">
      <dgm:prSet presAssocID="{79FA9B47-B962-40DF-B569-DF313D4ECDEC}" presName="horz1" presStyleCnt="0"/>
      <dgm:spPr/>
    </dgm:pt>
    <dgm:pt modelId="{E0A06876-CDC5-4F54-B10B-894119A4E43B}" type="pres">
      <dgm:prSet presAssocID="{79FA9B47-B962-40DF-B569-DF313D4ECDEC}" presName="tx1" presStyleLbl="revTx" presStyleIdx="5" presStyleCnt="14" custLinFactNeighborX="497" custLinFactNeighborY="-767"/>
      <dgm:spPr/>
    </dgm:pt>
    <dgm:pt modelId="{5E23CEF4-5C12-479E-B093-E640AFB0B7EC}" type="pres">
      <dgm:prSet presAssocID="{79FA9B47-B962-40DF-B569-DF313D4ECDEC}" presName="vert1" presStyleCnt="0"/>
      <dgm:spPr/>
    </dgm:pt>
    <dgm:pt modelId="{F96A10F4-0BDD-4006-B9DA-6D2DA63AEF0B}" type="pres">
      <dgm:prSet presAssocID="{12C952B9-FBA1-4463-8A26-5E8FE62AE9B7}" presName="vertSpace2a" presStyleCnt="0"/>
      <dgm:spPr/>
    </dgm:pt>
    <dgm:pt modelId="{9601425F-480D-4F26-93A3-991E0E0C67A2}" type="pres">
      <dgm:prSet presAssocID="{12C952B9-FBA1-4463-8A26-5E8FE62AE9B7}" presName="horz2" presStyleCnt="0"/>
      <dgm:spPr/>
    </dgm:pt>
    <dgm:pt modelId="{7D8CB61D-6E3D-49F3-A3BB-A2B5D132C5D8}" type="pres">
      <dgm:prSet presAssocID="{12C952B9-FBA1-4463-8A26-5E8FE62AE9B7}" presName="horzSpace2" presStyleCnt="0"/>
      <dgm:spPr/>
    </dgm:pt>
    <dgm:pt modelId="{EA398EF4-BCE4-4E8D-9674-9670840B580F}" type="pres">
      <dgm:prSet presAssocID="{12C952B9-FBA1-4463-8A26-5E8FE62AE9B7}" presName="tx2" presStyleLbl="revTx" presStyleIdx="6" presStyleCnt="14"/>
      <dgm:spPr/>
    </dgm:pt>
    <dgm:pt modelId="{DA2AD29C-4D35-424B-BD99-BB69F0B0D688}" type="pres">
      <dgm:prSet presAssocID="{12C952B9-FBA1-4463-8A26-5E8FE62AE9B7}" presName="vert2" presStyleCnt="0"/>
      <dgm:spPr/>
    </dgm:pt>
    <dgm:pt modelId="{0050F771-E09B-454E-8911-AC5662F115A5}" type="pres">
      <dgm:prSet presAssocID="{12C952B9-FBA1-4463-8A26-5E8FE62AE9B7}" presName="thinLine2b" presStyleLbl="callout" presStyleIdx="3" presStyleCnt="11"/>
      <dgm:spPr/>
    </dgm:pt>
    <dgm:pt modelId="{C92146FE-CEF5-4F33-AB20-8577AD50051C}" type="pres">
      <dgm:prSet presAssocID="{12C952B9-FBA1-4463-8A26-5E8FE62AE9B7}" presName="vertSpace2b" presStyleCnt="0"/>
      <dgm:spPr/>
    </dgm:pt>
    <dgm:pt modelId="{49B6E781-ACEA-4B91-A83C-852CA974C816}" type="pres">
      <dgm:prSet presAssocID="{9C0E5B4C-B71F-4BF0-9004-FE21F5567D62}" presName="horz2" presStyleCnt="0"/>
      <dgm:spPr/>
    </dgm:pt>
    <dgm:pt modelId="{AAC91CAA-50EE-4AB8-B702-AA0006499226}" type="pres">
      <dgm:prSet presAssocID="{9C0E5B4C-B71F-4BF0-9004-FE21F5567D62}" presName="horzSpace2" presStyleCnt="0"/>
      <dgm:spPr/>
    </dgm:pt>
    <dgm:pt modelId="{F5A4459B-2711-4CA2-8FFA-57CCB674ECFA}" type="pres">
      <dgm:prSet presAssocID="{9C0E5B4C-B71F-4BF0-9004-FE21F5567D62}" presName="tx2" presStyleLbl="revTx" presStyleIdx="7" presStyleCnt="14"/>
      <dgm:spPr/>
    </dgm:pt>
    <dgm:pt modelId="{021B3EDB-155A-41BC-9DA7-76DA7A26EC95}" type="pres">
      <dgm:prSet presAssocID="{9C0E5B4C-B71F-4BF0-9004-FE21F5567D62}" presName="vert2" presStyleCnt="0"/>
      <dgm:spPr/>
    </dgm:pt>
    <dgm:pt modelId="{E6F2C965-A9C2-438F-A905-8C16A13E7797}" type="pres">
      <dgm:prSet presAssocID="{9C0E5B4C-B71F-4BF0-9004-FE21F5567D62}" presName="thinLine2b" presStyleLbl="callout" presStyleIdx="4" presStyleCnt="11"/>
      <dgm:spPr/>
    </dgm:pt>
    <dgm:pt modelId="{0873A75F-C21E-40D9-B27F-A9F77A746E11}" type="pres">
      <dgm:prSet presAssocID="{9C0E5B4C-B71F-4BF0-9004-FE21F5567D62}" presName="vertSpace2b" presStyleCnt="0"/>
      <dgm:spPr/>
    </dgm:pt>
    <dgm:pt modelId="{E100A9CB-48F5-45D2-9A69-76F0CD1450C8}" type="pres">
      <dgm:prSet presAssocID="{04F94682-C3FC-4263-9093-52CA42216899}" presName="horz2" presStyleCnt="0"/>
      <dgm:spPr/>
    </dgm:pt>
    <dgm:pt modelId="{7D4DD5B3-4960-4E53-8F30-223049469442}" type="pres">
      <dgm:prSet presAssocID="{04F94682-C3FC-4263-9093-52CA42216899}" presName="horzSpace2" presStyleCnt="0"/>
      <dgm:spPr/>
    </dgm:pt>
    <dgm:pt modelId="{EC5217BB-9132-4CCE-A85C-242EA652A712}" type="pres">
      <dgm:prSet presAssocID="{04F94682-C3FC-4263-9093-52CA42216899}" presName="tx2" presStyleLbl="revTx" presStyleIdx="8" presStyleCnt="14"/>
      <dgm:spPr/>
    </dgm:pt>
    <dgm:pt modelId="{67C9BBF1-7B13-4329-93B3-D3FD2E5E0ADA}" type="pres">
      <dgm:prSet presAssocID="{04F94682-C3FC-4263-9093-52CA42216899}" presName="vert2" presStyleCnt="0"/>
      <dgm:spPr/>
    </dgm:pt>
    <dgm:pt modelId="{CC36AFD5-C6FF-407E-9922-2BFCF6A00083}" type="pres">
      <dgm:prSet presAssocID="{04F94682-C3FC-4263-9093-52CA42216899}" presName="thinLine2b" presStyleLbl="callout" presStyleIdx="5" presStyleCnt="11"/>
      <dgm:spPr/>
    </dgm:pt>
    <dgm:pt modelId="{A21DBA3D-6ACF-48C3-B2D0-CF5AAE57618C}" type="pres">
      <dgm:prSet presAssocID="{04F94682-C3FC-4263-9093-52CA42216899}" presName="vertSpace2b" presStyleCnt="0"/>
      <dgm:spPr/>
    </dgm:pt>
    <dgm:pt modelId="{6D15178E-CDDE-4DE1-A640-45E632FC6202}" type="pres">
      <dgm:prSet presAssocID="{ED57136E-F2E6-424F-8398-FF2C664AA8B9}" presName="horz2" presStyleCnt="0"/>
      <dgm:spPr/>
    </dgm:pt>
    <dgm:pt modelId="{5329C256-17CA-431A-AA09-F9B4BD3BE1A6}" type="pres">
      <dgm:prSet presAssocID="{ED57136E-F2E6-424F-8398-FF2C664AA8B9}" presName="horzSpace2" presStyleCnt="0"/>
      <dgm:spPr/>
    </dgm:pt>
    <dgm:pt modelId="{DC7EAACF-EB92-4AC3-8934-89AF242B4FE8}" type="pres">
      <dgm:prSet presAssocID="{ED57136E-F2E6-424F-8398-FF2C664AA8B9}" presName="tx2" presStyleLbl="revTx" presStyleIdx="9" presStyleCnt="14"/>
      <dgm:spPr/>
    </dgm:pt>
    <dgm:pt modelId="{5A5E9B94-1402-4F58-993E-E9998BDC1671}" type="pres">
      <dgm:prSet presAssocID="{ED57136E-F2E6-424F-8398-FF2C664AA8B9}" presName="vert2" presStyleCnt="0"/>
      <dgm:spPr/>
    </dgm:pt>
    <dgm:pt modelId="{071825C8-BE1B-48FD-A8E8-A96564A80951}" type="pres">
      <dgm:prSet presAssocID="{ED57136E-F2E6-424F-8398-FF2C664AA8B9}" presName="thinLine2b" presStyleLbl="callout" presStyleIdx="6" presStyleCnt="11"/>
      <dgm:spPr/>
    </dgm:pt>
    <dgm:pt modelId="{700A857A-719F-4AE1-BC6D-1DED5BA12FCD}" type="pres">
      <dgm:prSet presAssocID="{ED57136E-F2E6-424F-8398-FF2C664AA8B9}" presName="vertSpace2b" presStyleCnt="0"/>
      <dgm:spPr/>
    </dgm:pt>
    <dgm:pt modelId="{A6F557D6-27FC-40F8-8CBE-B0C5C0F7DB56}" type="pres">
      <dgm:prSet presAssocID="{22A48E82-8C23-47E8-8112-8619329CB029}" presName="horz2" presStyleCnt="0"/>
      <dgm:spPr/>
    </dgm:pt>
    <dgm:pt modelId="{F868882B-E308-40C2-A01B-25FFFA96937F}" type="pres">
      <dgm:prSet presAssocID="{22A48E82-8C23-47E8-8112-8619329CB029}" presName="horzSpace2" presStyleCnt="0"/>
      <dgm:spPr/>
    </dgm:pt>
    <dgm:pt modelId="{AF97FA6A-457F-457C-A2A9-B52F4C4445A9}" type="pres">
      <dgm:prSet presAssocID="{22A48E82-8C23-47E8-8112-8619329CB029}" presName="tx2" presStyleLbl="revTx" presStyleIdx="10" presStyleCnt="14"/>
      <dgm:spPr/>
    </dgm:pt>
    <dgm:pt modelId="{4ABF3BE5-C7EE-45D1-B12E-53F49DBCBFCE}" type="pres">
      <dgm:prSet presAssocID="{22A48E82-8C23-47E8-8112-8619329CB029}" presName="vert2" presStyleCnt="0"/>
      <dgm:spPr/>
    </dgm:pt>
    <dgm:pt modelId="{FB61FED3-DCF4-44FB-ABC6-79D40A4CF25F}" type="pres">
      <dgm:prSet presAssocID="{22A48E82-8C23-47E8-8112-8619329CB029}" presName="thinLine2b" presStyleLbl="callout" presStyleIdx="7" presStyleCnt="11"/>
      <dgm:spPr/>
    </dgm:pt>
    <dgm:pt modelId="{52359F9A-76A6-4F81-90A0-F835E2CADC44}" type="pres">
      <dgm:prSet presAssocID="{22A48E82-8C23-47E8-8112-8619329CB029}" presName="vertSpace2b" presStyleCnt="0"/>
      <dgm:spPr/>
    </dgm:pt>
    <dgm:pt modelId="{70363F68-5B40-4F45-8B1F-DFD544278DE7}" type="pres">
      <dgm:prSet presAssocID="{2862F197-08E6-4CCD-9DAC-81A0CD4E4059}" presName="horz2" presStyleCnt="0"/>
      <dgm:spPr/>
    </dgm:pt>
    <dgm:pt modelId="{FDA8D382-4BF0-4960-83E3-5016BA5EB83D}" type="pres">
      <dgm:prSet presAssocID="{2862F197-08E6-4CCD-9DAC-81A0CD4E4059}" presName="horzSpace2" presStyleCnt="0"/>
      <dgm:spPr/>
    </dgm:pt>
    <dgm:pt modelId="{AB318F58-F116-4252-883E-9E7FC241F7B9}" type="pres">
      <dgm:prSet presAssocID="{2862F197-08E6-4CCD-9DAC-81A0CD4E4059}" presName="tx2" presStyleLbl="revTx" presStyleIdx="11" presStyleCnt="14"/>
      <dgm:spPr/>
    </dgm:pt>
    <dgm:pt modelId="{CF57B498-1E77-41D7-94A5-C2C1CA7A8D16}" type="pres">
      <dgm:prSet presAssocID="{2862F197-08E6-4CCD-9DAC-81A0CD4E4059}" presName="vert2" presStyleCnt="0"/>
      <dgm:spPr/>
    </dgm:pt>
    <dgm:pt modelId="{873EBD28-2B6F-4142-AE77-87B1DA73D44C}" type="pres">
      <dgm:prSet presAssocID="{2862F197-08E6-4CCD-9DAC-81A0CD4E4059}" presName="thinLine2b" presStyleLbl="callout" presStyleIdx="8" presStyleCnt="11"/>
      <dgm:spPr/>
    </dgm:pt>
    <dgm:pt modelId="{5EE099B6-88A7-4EC2-8A80-3CB3D3A3D9F1}" type="pres">
      <dgm:prSet presAssocID="{2862F197-08E6-4CCD-9DAC-81A0CD4E4059}" presName="vertSpace2b" presStyleCnt="0"/>
      <dgm:spPr/>
    </dgm:pt>
    <dgm:pt modelId="{CCD0918A-F505-4FD1-BC59-9F2AD25484F5}" type="pres">
      <dgm:prSet presAssocID="{D010E087-2D3C-43BB-97B9-35B3CC9EE694}" presName="horz2" presStyleCnt="0"/>
      <dgm:spPr/>
    </dgm:pt>
    <dgm:pt modelId="{CFB1AB21-EDAF-43A4-803C-2731638629E6}" type="pres">
      <dgm:prSet presAssocID="{D010E087-2D3C-43BB-97B9-35B3CC9EE694}" presName="horzSpace2" presStyleCnt="0"/>
      <dgm:spPr/>
    </dgm:pt>
    <dgm:pt modelId="{852ECC7A-8ADA-437D-B5AC-6BCFAA12E3A4}" type="pres">
      <dgm:prSet presAssocID="{D010E087-2D3C-43BB-97B9-35B3CC9EE694}" presName="tx2" presStyleLbl="revTx" presStyleIdx="12" presStyleCnt="14"/>
      <dgm:spPr/>
    </dgm:pt>
    <dgm:pt modelId="{B000F9EB-CBC1-455D-9561-E8D6F52858F1}" type="pres">
      <dgm:prSet presAssocID="{D010E087-2D3C-43BB-97B9-35B3CC9EE694}" presName="vert2" presStyleCnt="0"/>
      <dgm:spPr/>
    </dgm:pt>
    <dgm:pt modelId="{28C533D7-C036-4476-A854-8FEF96F51B03}" type="pres">
      <dgm:prSet presAssocID="{D010E087-2D3C-43BB-97B9-35B3CC9EE694}" presName="thinLine2b" presStyleLbl="callout" presStyleIdx="9" presStyleCnt="11"/>
      <dgm:spPr/>
    </dgm:pt>
    <dgm:pt modelId="{55A86F28-BCE6-4B39-BED6-8655B5E5F23F}" type="pres">
      <dgm:prSet presAssocID="{D010E087-2D3C-43BB-97B9-35B3CC9EE694}" presName="vertSpace2b" presStyleCnt="0"/>
      <dgm:spPr/>
    </dgm:pt>
    <dgm:pt modelId="{953675F7-D684-495A-9552-BA9040DA83F3}" type="pres">
      <dgm:prSet presAssocID="{A58376DC-F34B-44A8-B479-49F93B355978}" presName="horz2" presStyleCnt="0"/>
      <dgm:spPr/>
    </dgm:pt>
    <dgm:pt modelId="{EBE2CAF0-D0B6-4EC7-8237-FC7051194B15}" type="pres">
      <dgm:prSet presAssocID="{A58376DC-F34B-44A8-B479-49F93B355978}" presName="horzSpace2" presStyleCnt="0"/>
      <dgm:spPr/>
    </dgm:pt>
    <dgm:pt modelId="{93121E65-088B-4018-897C-780B53DE79B4}" type="pres">
      <dgm:prSet presAssocID="{A58376DC-F34B-44A8-B479-49F93B355978}" presName="tx2" presStyleLbl="revTx" presStyleIdx="13" presStyleCnt="14"/>
      <dgm:spPr/>
    </dgm:pt>
    <dgm:pt modelId="{05769ED5-F5AA-48C7-9DCC-A2DBBDCA45B3}" type="pres">
      <dgm:prSet presAssocID="{A58376DC-F34B-44A8-B479-49F93B355978}" presName="vert2" presStyleCnt="0"/>
      <dgm:spPr/>
    </dgm:pt>
    <dgm:pt modelId="{093C30CC-7E3A-408E-AB56-3437249E6CF1}" type="pres">
      <dgm:prSet presAssocID="{A58376DC-F34B-44A8-B479-49F93B355978}" presName="thinLine2b" presStyleLbl="callout" presStyleIdx="10" presStyleCnt="11"/>
      <dgm:spPr/>
    </dgm:pt>
    <dgm:pt modelId="{802B33FF-56CC-4743-B520-B96D4402494D}" type="pres">
      <dgm:prSet presAssocID="{A58376DC-F34B-44A8-B479-49F93B355978}" presName="vertSpace2b" presStyleCnt="0"/>
      <dgm:spPr/>
    </dgm:pt>
  </dgm:ptLst>
  <dgm:cxnLst>
    <dgm:cxn modelId="{64566E06-9468-4E19-8BF3-FDCEE04103C3}" type="presOf" srcId="{12C952B9-FBA1-4463-8A26-5E8FE62AE9B7}" destId="{EA398EF4-BCE4-4E8D-9674-9670840B580F}" srcOrd="0" destOrd="0" presId="urn:microsoft.com/office/officeart/2008/layout/LinedList"/>
    <dgm:cxn modelId="{FFD3E414-5E77-4807-8A64-EDDD743EEE85}" type="presOf" srcId="{04F94682-C3FC-4263-9093-52CA42216899}" destId="{EC5217BB-9132-4CCE-A85C-242EA652A712}" srcOrd="0" destOrd="0" presId="urn:microsoft.com/office/officeart/2008/layout/LinedList"/>
    <dgm:cxn modelId="{6D9DE01A-FFBA-4A3D-84DD-6A2C78DF49DB}" srcId="{9BC59CB2-E8D2-4774-B81C-167854113269}" destId="{CDF3A2CB-7EB6-4F9B-80BB-7D4073449EF6}" srcOrd="1" destOrd="0" parTransId="{2BEA4B94-EEC6-4FCB-A312-3C84693D54C0}" sibTransId="{49B540DE-BD5C-4952-862B-2B8895DB8A45}"/>
    <dgm:cxn modelId="{EBF49320-52FE-4F58-8123-A1F90A56AC39}" srcId="{79FA9B47-B962-40DF-B569-DF313D4ECDEC}" destId="{04F94682-C3FC-4263-9093-52CA42216899}" srcOrd="2" destOrd="0" parTransId="{73CC1687-DC56-4EBE-A139-C86C969901B1}" sibTransId="{55171F51-78F9-4203-B132-99B0A3BF0A56}"/>
    <dgm:cxn modelId="{B00F155F-7BBA-425C-BBF4-6B4FC4632ABC}" srcId="{DB32EDEA-79B0-49C1-BED8-1F77839674A5}" destId="{EF31F06C-89AA-4A12-8E0C-132CEA87E267}" srcOrd="1" destOrd="0" parTransId="{F98E73B0-3CA4-4FFD-BAC4-1DA9BBD92A00}" sibTransId="{C5F8A5EF-3A29-42D8-A6DD-35EB24E18CE8}"/>
    <dgm:cxn modelId="{15684F44-9F6F-47B1-A404-2634C0B5734C}" type="presOf" srcId="{DB32EDEA-79B0-49C1-BED8-1F77839674A5}" destId="{3126862D-B4BB-4FFF-A4F5-87FB024AB684}" srcOrd="0" destOrd="0" presId="urn:microsoft.com/office/officeart/2008/layout/LinedList"/>
    <dgm:cxn modelId="{5FE50E49-FF96-4A5A-BDEB-9A7FB25C3B12}" srcId="{DB32EDEA-79B0-49C1-BED8-1F77839674A5}" destId="{C0BE4739-1D32-48D5-B8D4-8916D4950A93}" srcOrd="0" destOrd="0" parTransId="{113C515A-85D5-43B6-9AF9-822A2A220EEF}" sibTransId="{68FC4613-1ADC-4A3E-8EA9-32354CBDD1FF}"/>
    <dgm:cxn modelId="{C281336A-2DBA-4F2B-B084-197C1AB4DE80}" srcId="{79FA9B47-B962-40DF-B569-DF313D4ECDEC}" destId="{2862F197-08E6-4CCD-9DAC-81A0CD4E4059}" srcOrd="5" destOrd="0" parTransId="{521E2A46-0504-45A9-B4F5-B4F5D7370C29}" sibTransId="{58C0FF8B-8CE6-4F46-8088-CEAEB70B56BE}"/>
    <dgm:cxn modelId="{B3683D6A-CB8D-402D-A14E-7346D7657456}" srcId="{9BC59CB2-E8D2-4774-B81C-167854113269}" destId="{DB32EDEA-79B0-49C1-BED8-1F77839674A5}" srcOrd="0" destOrd="0" parTransId="{A498FCC2-F884-4C83-A3E1-1D2617F948C2}" sibTransId="{605482DF-1196-4842-90E1-44DA88FBA449}"/>
    <dgm:cxn modelId="{B4D6834B-D186-4CE4-B2DA-4619100A9218}" srcId="{79FA9B47-B962-40DF-B569-DF313D4ECDEC}" destId="{A58376DC-F34B-44A8-B479-49F93B355978}" srcOrd="7" destOrd="0" parTransId="{7FA09CB0-6F26-486F-BDB9-2390C8F9B5E4}" sibTransId="{0EBA72BF-DA5B-47D1-A7DD-EB6C478F224E}"/>
    <dgm:cxn modelId="{968C5C73-04F8-4560-84DC-7AEC0C4B0233}" type="presOf" srcId="{9C0E5B4C-B71F-4BF0-9004-FE21F5567D62}" destId="{F5A4459B-2711-4CA2-8FFA-57CCB674ECFA}" srcOrd="0" destOrd="0" presId="urn:microsoft.com/office/officeart/2008/layout/LinedList"/>
    <dgm:cxn modelId="{760B8D56-FC16-4E50-A6AC-DE0D35AEF475}" type="presOf" srcId="{79FA9B47-B962-40DF-B569-DF313D4ECDEC}" destId="{E0A06876-CDC5-4F54-B10B-894119A4E43B}" srcOrd="0" destOrd="0" presId="urn:microsoft.com/office/officeart/2008/layout/LinedList"/>
    <dgm:cxn modelId="{90499979-676E-4BF0-BE30-DEC9560BA312}" type="presOf" srcId="{ED57136E-F2E6-424F-8398-FF2C664AA8B9}" destId="{DC7EAACF-EB92-4AC3-8934-89AF242B4FE8}" srcOrd="0" destOrd="0" presId="urn:microsoft.com/office/officeart/2008/layout/LinedList"/>
    <dgm:cxn modelId="{7EDF697F-5981-4A35-AED7-5501767A5698}" type="presOf" srcId="{9BC59CB2-E8D2-4774-B81C-167854113269}" destId="{512274CF-01A7-444C-BD47-823DCD120869}" srcOrd="0" destOrd="0" presId="urn:microsoft.com/office/officeart/2008/layout/LinedList"/>
    <dgm:cxn modelId="{2D11EA8A-B6EC-4D2A-82B7-0F74D7C97954}" type="presOf" srcId="{A58376DC-F34B-44A8-B479-49F93B355978}" destId="{93121E65-088B-4018-897C-780B53DE79B4}" srcOrd="0" destOrd="0" presId="urn:microsoft.com/office/officeart/2008/layout/LinedList"/>
    <dgm:cxn modelId="{11036F96-7780-4B0C-B325-E06B64E3192C}" type="presOf" srcId="{2862F197-08E6-4CCD-9DAC-81A0CD4E4059}" destId="{AB318F58-F116-4252-883E-9E7FC241F7B9}" srcOrd="0" destOrd="0" presId="urn:microsoft.com/office/officeart/2008/layout/LinedList"/>
    <dgm:cxn modelId="{6C6E949A-E37A-4BB6-850F-99A1266F0989}" srcId="{9BC59CB2-E8D2-4774-B81C-167854113269}" destId="{79FA9B47-B962-40DF-B569-DF313D4ECDEC}" srcOrd="2" destOrd="0" parTransId="{0D2F0725-3204-4B86-B394-278D1C9E285E}" sibTransId="{DD313900-E9EC-4429-9BC7-6E302DD8D946}"/>
    <dgm:cxn modelId="{AF463BA5-EEA3-45BA-B517-6EA264244199}" type="presOf" srcId="{CDF3A2CB-7EB6-4F9B-80BB-7D4073449EF6}" destId="{457BECEB-7FC5-4326-8BE2-D456801F0D05}" srcOrd="0" destOrd="0" presId="urn:microsoft.com/office/officeart/2008/layout/LinedList"/>
    <dgm:cxn modelId="{E61620B0-4231-4BBD-B3FB-A1DF0E412D2C}" srcId="{79FA9B47-B962-40DF-B569-DF313D4ECDEC}" destId="{9C0E5B4C-B71F-4BF0-9004-FE21F5567D62}" srcOrd="1" destOrd="0" parTransId="{01A8AD06-2AE8-4172-89C3-38D3CD4C0C5A}" sibTransId="{48272540-65FD-4300-968F-71A788AB37AE}"/>
    <dgm:cxn modelId="{56D55EB0-BEF7-44BE-8395-327291146847}" srcId="{79FA9B47-B962-40DF-B569-DF313D4ECDEC}" destId="{D010E087-2D3C-43BB-97B9-35B3CC9EE694}" srcOrd="6" destOrd="0" parTransId="{BDBDEF06-2645-4E84-9D0C-2AA1D03E165D}" sibTransId="{C53D2599-9BCC-45ED-99A9-B528568DB82C}"/>
    <dgm:cxn modelId="{8354DBB6-89D9-4D9C-8673-8B58E1112967}" type="presOf" srcId="{EF31F06C-89AA-4A12-8E0C-132CEA87E267}" destId="{A8829B5B-BF8F-4C67-A7E9-FB600BEBF091}" srcOrd="0" destOrd="0" presId="urn:microsoft.com/office/officeart/2008/layout/LinedList"/>
    <dgm:cxn modelId="{67CEC7B7-53B5-4E37-A67B-222C1D927F52}" type="presOf" srcId="{C0BE4739-1D32-48D5-B8D4-8916D4950A93}" destId="{C531C7CF-27A1-476A-B68B-68BD3113B63F}" srcOrd="0" destOrd="0" presId="urn:microsoft.com/office/officeart/2008/layout/LinedList"/>
    <dgm:cxn modelId="{2AAA5ED8-238C-44B7-AF8C-14F312891A8D}" type="presOf" srcId="{D010E087-2D3C-43BB-97B9-35B3CC9EE694}" destId="{852ECC7A-8ADA-437D-B5AC-6BCFAA12E3A4}" srcOrd="0" destOrd="0" presId="urn:microsoft.com/office/officeart/2008/layout/LinedList"/>
    <dgm:cxn modelId="{4E78E0DB-0169-4CDC-A0B5-50CC69934809}" type="presOf" srcId="{91227A2E-8C99-47FB-9544-DE9224314384}" destId="{C815160F-0C29-4B3A-B405-BFBABD88D91F}" srcOrd="0" destOrd="0" presId="urn:microsoft.com/office/officeart/2008/layout/LinedList"/>
    <dgm:cxn modelId="{FC4261E0-1471-46A3-82EC-D64DE6F487A9}" srcId="{79FA9B47-B962-40DF-B569-DF313D4ECDEC}" destId="{ED57136E-F2E6-424F-8398-FF2C664AA8B9}" srcOrd="3" destOrd="0" parTransId="{9CCCED22-F13C-44C0-9F2F-9C2DAA5EF9EE}" sibTransId="{E6C7EE3E-3B92-45FA-A8DD-899BFB6396F3}"/>
    <dgm:cxn modelId="{E49B0BED-A995-481E-A2D9-F6431DBF2596}" srcId="{DB32EDEA-79B0-49C1-BED8-1F77839674A5}" destId="{91227A2E-8C99-47FB-9544-DE9224314384}" srcOrd="2" destOrd="0" parTransId="{FCC2FD64-5782-4003-B8AF-3667938E7F34}" sibTransId="{26DDB622-2994-49C6-988C-DF2E2733E125}"/>
    <dgm:cxn modelId="{F7D0E6F5-06ED-4D4C-B115-2F385B342E08}" srcId="{79FA9B47-B962-40DF-B569-DF313D4ECDEC}" destId="{12C952B9-FBA1-4463-8A26-5E8FE62AE9B7}" srcOrd="0" destOrd="0" parTransId="{44DAC417-4C76-49F1-80A9-53343DFEDBF2}" sibTransId="{1F2FC410-A4E0-4C50-A339-A91F9482AC69}"/>
    <dgm:cxn modelId="{CEB3FBFC-79D4-46D2-8F05-68695077EDFF}" type="presOf" srcId="{22A48E82-8C23-47E8-8112-8619329CB029}" destId="{AF97FA6A-457F-457C-A2A9-B52F4C4445A9}" srcOrd="0" destOrd="0" presId="urn:microsoft.com/office/officeart/2008/layout/LinedList"/>
    <dgm:cxn modelId="{DEBDF2FF-2DB0-43ED-9A6C-E6140A7A82C0}" srcId="{79FA9B47-B962-40DF-B569-DF313D4ECDEC}" destId="{22A48E82-8C23-47E8-8112-8619329CB029}" srcOrd="4" destOrd="0" parTransId="{1FEB9A7D-38E6-42AB-A387-8ED9EB74B250}" sibTransId="{D8FFD66C-C861-443B-ABE0-EDA9EE6FA252}"/>
    <dgm:cxn modelId="{DFBB1A49-9EE9-45B1-824A-4F202C90C54B}" type="presParOf" srcId="{512274CF-01A7-444C-BD47-823DCD120869}" destId="{136EEA39-D7C4-4502-810D-6E2B1E9C79BB}" srcOrd="0" destOrd="0" presId="urn:microsoft.com/office/officeart/2008/layout/LinedList"/>
    <dgm:cxn modelId="{8DACB92F-BF0B-40BB-97D4-BCC27AC9D74E}" type="presParOf" srcId="{512274CF-01A7-444C-BD47-823DCD120869}" destId="{1DC2358E-50AA-4AFD-AEB2-BEFCB6F24CEC}" srcOrd="1" destOrd="0" presId="urn:microsoft.com/office/officeart/2008/layout/LinedList"/>
    <dgm:cxn modelId="{520B27DE-7F71-4731-A99B-EE8ADE3867E1}" type="presParOf" srcId="{1DC2358E-50AA-4AFD-AEB2-BEFCB6F24CEC}" destId="{3126862D-B4BB-4FFF-A4F5-87FB024AB684}" srcOrd="0" destOrd="0" presId="urn:microsoft.com/office/officeart/2008/layout/LinedList"/>
    <dgm:cxn modelId="{6B0DABF9-3F66-4EAC-AE8F-4834E53A9756}" type="presParOf" srcId="{1DC2358E-50AA-4AFD-AEB2-BEFCB6F24CEC}" destId="{B3048CC1-49F8-421D-9838-76AEBD54F201}" srcOrd="1" destOrd="0" presId="urn:microsoft.com/office/officeart/2008/layout/LinedList"/>
    <dgm:cxn modelId="{C3FA0728-91C6-4D3E-A66D-6F9021AC02D5}" type="presParOf" srcId="{B3048CC1-49F8-421D-9838-76AEBD54F201}" destId="{9871C0F2-5F6E-4845-9594-23749AEADFC6}" srcOrd="0" destOrd="0" presId="urn:microsoft.com/office/officeart/2008/layout/LinedList"/>
    <dgm:cxn modelId="{D21D616B-3C85-45FF-A406-229E789DF84C}" type="presParOf" srcId="{B3048CC1-49F8-421D-9838-76AEBD54F201}" destId="{EE88D0F7-6B0F-464C-A671-C41E093C1612}" srcOrd="1" destOrd="0" presId="urn:microsoft.com/office/officeart/2008/layout/LinedList"/>
    <dgm:cxn modelId="{54FA6AE2-A183-4226-A6A4-09B23372BFBA}" type="presParOf" srcId="{EE88D0F7-6B0F-464C-A671-C41E093C1612}" destId="{DA511620-E27E-47AC-A73F-EEC9D78B4057}" srcOrd="0" destOrd="0" presId="urn:microsoft.com/office/officeart/2008/layout/LinedList"/>
    <dgm:cxn modelId="{6513783E-D583-4031-AD6D-51577DCCB00F}" type="presParOf" srcId="{EE88D0F7-6B0F-464C-A671-C41E093C1612}" destId="{C531C7CF-27A1-476A-B68B-68BD3113B63F}" srcOrd="1" destOrd="0" presId="urn:microsoft.com/office/officeart/2008/layout/LinedList"/>
    <dgm:cxn modelId="{EAE3EE57-B395-40BC-9B6A-BD66E15B06B7}" type="presParOf" srcId="{EE88D0F7-6B0F-464C-A671-C41E093C1612}" destId="{E24337BB-BDD0-4EBA-ADD9-FBEF00FCC6B7}" srcOrd="2" destOrd="0" presId="urn:microsoft.com/office/officeart/2008/layout/LinedList"/>
    <dgm:cxn modelId="{D4308046-0978-4F7A-98ED-700CA4DBAA64}" type="presParOf" srcId="{B3048CC1-49F8-421D-9838-76AEBD54F201}" destId="{661389F7-5392-4F85-A7EE-C31AD8978DD2}" srcOrd="2" destOrd="0" presId="urn:microsoft.com/office/officeart/2008/layout/LinedList"/>
    <dgm:cxn modelId="{206D2F6C-619A-411D-BDC8-068D06457E6E}" type="presParOf" srcId="{B3048CC1-49F8-421D-9838-76AEBD54F201}" destId="{081E854A-3CF4-4DEC-B85C-538F176128D2}" srcOrd="3" destOrd="0" presId="urn:microsoft.com/office/officeart/2008/layout/LinedList"/>
    <dgm:cxn modelId="{F345AF9F-9218-4F13-BB34-219D8155E4B9}" type="presParOf" srcId="{B3048CC1-49F8-421D-9838-76AEBD54F201}" destId="{58DA5D20-A405-4190-BFFB-087AA2907B54}" srcOrd="4" destOrd="0" presId="urn:microsoft.com/office/officeart/2008/layout/LinedList"/>
    <dgm:cxn modelId="{7DE92078-8D0D-4F35-9C4D-7BFBB8A82495}" type="presParOf" srcId="{58DA5D20-A405-4190-BFFB-087AA2907B54}" destId="{416FD9AB-8230-40CD-8B53-31FF80871A76}" srcOrd="0" destOrd="0" presId="urn:microsoft.com/office/officeart/2008/layout/LinedList"/>
    <dgm:cxn modelId="{C3742E64-25B0-44F3-A8CE-327B2171F37C}" type="presParOf" srcId="{58DA5D20-A405-4190-BFFB-087AA2907B54}" destId="{A8829B5B-BF8F-4C67-A7E9-FB600BEBF091}" srcOrd="1" destOrd="0" presId="urn:microsoft.com/office/officeart/2008/layout/LinedList"/>
    <dgm:cxn modelId="{4C718AC0-1A6E-414B-8C01-C9C3115A6855}" type="presParOf" srcId="{58DA5D20-A405-4190-BFFB-087AA2907B54}" destId="{5DEDBE35-A4B9-4ACD-80BA-A61F032B2B9D}" srcOrd="2" destOrd="0" presId="urn:microsoft.com/office/officeart/2008/layout/LinedList"/>
    <dgm:cxn modelId="{496B52F4-5B4C-44BB-BB1A-2B032D95829E}" type="presParOf" srcId="{B3048CC1-49F8-421D-9838-76AEBD54F201}" destId="{37F654F6-E72D-4436-BD4F-392B4BB1FBDD}" srcOrd="5" destOrd="0" presId="urn:microsoft.com/office/officeart/2008/layout/LinedList"/>
    <dgm:cxn modelId="{66051497-3494-40DB-8078-7C68784C7D79}" type="presParOf" srcId="{B3048CC1-49F8-421D-9838-76AEBD54F201}" destId="{C42AE48C-EE3E-450D-AD1A-6B1E093E0366}" srcOrd="6" destOrd="0" presId="urn:microsoft.com/office/officeart/2008/layout/LinedList"/>
    <dgm:cxn modelId="{15A518B5-5FCC-420B-903B-4F813BD69022}" type="presParOf" srcId="{B3048CC1-49F8-421D-9838-76AEBD54F201}" destId="{0DD910BC-6FA2-4B96-8FA6-5A0D546211E1}" srcOrd="7" destOrd="0" presId="urn:microsoft.com/office/officeart/2008/layout/LinedList"/>
    <dgm:cxn modelId="{3D30E839-0507-4F72-BD6C-4BEB04926787}" type="presParOf" srcId="{0DD910BC-6FA2-4B96-8FA6-5A0D546211E1}" destId="{17DA598E-AE47-4326-869E-C65247F1D950}" srcOrd="0" destOrd="0" presId="urn:microsoft.com/office/officeart/2008/layout/LinedList"/>
    <dgm:cxn modelId="{CE5C97DC-825B-4658-BF0E-7E1B5DE7F39A}" type="presParOf" srcId="{0DD910BC-6FA2-4B96-8FA6-5A0D546211E1}" destId="{C815160F-0C29-4B3A-B405-BFBABD88D91F}" srcOrd="1" destOrd="0" presId="urn:microsoft.com/office/officeart/2008/layout/LinedList"/>
    <dgm:cxn modelId="{90A1250D-C7E0-4F3D-9CF9-29D335A18EB4}" type="presParOf" srcId="{0DD910BC-6FA2-4B96-8FA6-5A0D546211E1}" destId="{34AD2B69-E457-4FA3-9E65-598FC28435B5}" srcOrd="2" destOrd="0" presId="urn:microsoft.com/office/officeart/2008/layout/LinedList"/>
    <dgm:cxn modelId="{1AF7C527-C390-4FC9-85D6-891620F92235}" type="presParOf" srcId="{B3048CC1-49F8-421D-9838-76AEBD54F201}" destId="{73F621F4-C457-4469-9D9B-3AF88DB414D8}" srcOrd="8" destOrd="0" presId="urn:microsoft.com/office/officeart/2008/layout/LinedList"/>
    <dgm:cxn modelId="{3DACDC95-1395-485E-B7E0-3AA34CF1BED1}" type="presParOf" srcId="{B3048CC1-49F8-421D-9838-76AEBD54F201}" destId="{A21B751F-AF10-4134-A109-DB1C178A0244}" srcOrd="9" destOrd="0" presId="urn:microsoft.com/office/officeart/2008/layout/LinedList"/>
    <dgm:cxn modelId="{1BC19C5C-D4A4-4B24-8FA2-6CB1124E93DD}" type="presParOf" srcId="{512274CF-01A7-444C-BD47-823DCD120869}" destId="{9A18A103-3897-4D33-886B-9861AA8B144E}" srcOrd="2" destOrd="0" presId="urn:microsoft.com/office/officeart/2008/layout/LinedList"/>
    <dgm:cxn modelId="{BC598453-3BAB-482E-8F4C-889E73CFE425}" type="presParOf" srcId="{512274CF-01A7-444C-BD47-823DCD120869}" destId="{339F1880-C3D6-4977-984A-97600B74FB7A}" srcOrd="3" destOrd="0" presId="urn:microsoft.com/office/officeart/2008/layout/LinedList"/>
    <dgm:cxn modelId="{82366B75-9137-449D-B40C-D80998BFB3B6}" type="presParOf" srcId="{339F1880-C3D6-4977-984A-97600B74FB7A}" destId="{457BECEB-7FC5-4326-8BE2-D456801F0D05}" srcOrd="0" destOrd="0" presId="urn:microsoft.com/office/officeart/2008/layout/LinedList"/>
    <dgm:cxn modelId="{3B88FB23-7BB8-499B-92B6-06C25ADF6368}" type="presParOf" srcId="{339F1880-C3D6-4977-984A-97600B74FB7A}" destId="{ACE9E60D-CC4B-45A1-A7CD-E84DC4482A1A}" srcOrd="1" destOrd="0" presId="urn:microsoft.com/office/officeart/2008/layout/LinedList"/>
    <dgm:cxn modelId="{3B171200-19BB-4E6A-8C9B-26049806FA90}" type="presParOf" srcId="{512274CF-01A7-444C-BD47-823DCD120869}" destId="{0721D1C5-8DAE-42DA-9606-6AB7D93B37DD}" srcOrd="4" destOrd="0" presId="urn:microsoft.com/office/officeart/2008/layout/LinedList"/>
    <dgm:cxn modelId="{008AE1F9-7B9E-41D6-A994-8DFC8F960C2F}" type="presParOf" srcId="{512274CF-01A7-444C-BD47-823DCD120869}" destId="{823AF321-3602-4005-81CA-280CE5B5B70A}" srcOrd="5" destOrd="0" presId="urn:microsoft.com/office/officeart/2008/layout/LinedList"/>
    <dgm:cxn modelId="{829FF8C6-3CDA-4A71-A908-D31B8EAE62A5}" type="presParOf" srcId="{823AF321-3602-4005-81CA-280CE5B5B70A}" destId="{E0A06876-CDC5-4F54-B10B-894119A4E43B}" srcOrd="0" destOrd="0" presId="urn:microsoft.com/office/officeart/2008/layout/LinedList"/>
    <dgm:cxn modelId="{7E9A0E47-8186-47AA-A256-DC58E6EF1B1D}" type="presParOf" srcId="{823AF321-3602-4005-81CA-280CE5B5B70A}" destId="{5E23CEF4-5C12-479E-B093-E640AFB0B7EC}" srcOrd="1" destOrd="0" presId="urn:microsoft.com/office/officeart/2008/layout/LinedList"/>
    <dgm:cxn modelId="{FCA34AA8-E52C-42AD-B012-FF5B24799C00}" type="presParOf" srcId="{5E23CEF4-5C12-479E-B093-E640AFB0B7EC}" destId="{F96A10F4-0BDD-4006-B9DA-6D2DA63AEF0B}" srcOrd="0" destOrd="0" presId="urn:microsoft.com/office/officeart/2008/layout/LinedList"/>
    <dgm:cxn modelId="{3B2F1895-4137-40EA-9965-66ADA049354F}" type="presParOf" srcId="{5E23CEF4-5C12-479E-B093-E640AFB0B7EC}" destId="{9601425F-480D-4F26-93A3-991E0E0C67A2}" srcOrd="1" destOrd="0" presId="urn:microsoft.com/office/officeart/2008/layout/LinedList"/>
    <dgm:cxn modelId="{11DF4E29-126A-4411-8A36-540C1C8FA387}" type="presParOf" srcId="{9601425F-480D-4F26-93A3-991E0E0C67A2}" destId="{7D8CB61D-6E3D-49F3-A3BB-A2B5D132C5D8}" srcOrd="0" destOrd="0" presId="urn:microsoft.com/office/officeart/2008/layout/LinedList"/>
    <dgm:cxn modelId="{06E9144F-953D-46C2-97BE-48A2B2EF0002}" type="presParOf" srcId="{9601425F-480D-4F26-93A3-991E0E0C67A2}" destId="{EA398EF4-BCE4-4E8D-9674-9670840B580F}" srcOrd="1" destOrd="0" presId="urn:microsoft.com/office/officeart/2008/layout/LinedList"/>
    <dgm:cxn modelId="{C06E5A78-1042-4D77-BE5D-0F19673A444C}" type="presParOf" srcId="{9601425F-480D-4F26-93A3-991E0E0C67A2}" destId="{DA2AD29C-4D35-424B-BD99-BB69F0B0D688}" srcOrd="2" destOrd="0" presId="urn:microsoft.com/office/officeart/2008/layout/LinedList"/>
    <dgm:cxn modelId="{FBD84ADB-7A84-4BFD-B035-06BEF0B76267}" type="presParOf" srcId="{5E23CEF4-5C12-479E-B093-E640AFB0B7EC}" destId="{0050F771-E09B-454E-8911-AC5662F115A5}" srcOrd="2" destOrd="0" presId="urn:microsoft.com/office/officeart/2008/layout/LinedList"/>
    <dgm:cxn modelId="{08A40907-0EC3-4B11-9E3D-B0B4C7054E83}" type="presParOf" srcId="{5E23CEF4-5C12-479E-B093-E640AFB0B7EC}" destId="{C92146FE-CEF5-4F33-AB20-8577AD50051C}" srcOrd="3" destOrd="0" presId="urn:microsoft.com/office/officeart/2008/layout/LinedList"/>
    <dgm:cxn modelId="{6736DB34-30A5-4E6D-80CA-04684082AB0A}" type="presParOf" srcId="{5E23CEF4-5C12-479E-B093-E640AFB0B7EC}" destId="{49B6E781-ACEA-4B91-A83C-852CA974C816}" srcOrd="4" destOrd="0" presId="urn:microsoft.com/office/officeart/2008/layout/LinedList"/>
    <dgm:cxn modelId="{305F3083-1DD9-4403-BB2B-0862D7B6804A}" type="presParOf" srcId="{49B6E781-ACEA-4B91-A83C-852CA974C816}" destId="{AAC91CAA-50EE-4AB8-B702-AA0006499226}" srcOrd="0" destOrd="0" presId="urn:microsoft.com/office/officeart/2008/layout/LinedList"/>
    <dgm:cxn modelId="{1584A684-CA86-4054-BFEB-0841377BF9B5}" type="presParOf" srcId="{49B6E781-ACEA-4B91-A83C-852CA974C816}" destId="{F5A4459B-2711-4CA2-8FFA-57CCB674ECFA}" srcOrd="1" destOrd="0" presId="urn:microsoft.com/office/officeart/2008/layout/LinedList"/>
    <dgm:cxn modelId="{E2C4AC37-AB75-4604-9B83-2DC8E634E311}" type="presParOf" srcId="{49B6E781-ACEA-4B91-A83C-852CA974C816}" destId="{021B3EDB-155A-41BC-9DA7-76DA7A26EC95}" srcOrd="2" destOrd="0" presId="urn:microsoft.com/office/officeart/2008/layout/LinedList"/>
    <dgm:cxn modelId="{720F970F-E58B-4392-A4BA-E799E8A62575}" type="presParOf" srcId="{5E23CEF4-5C12-479E-B093-E640AFB0B7EC}" destId="{E6F2C965-A9C2-438F-A905-8C16A13E7797}" srcOrd="5" destOrd="0" presId="urn:microsoft.com/office/officeart/2008/layout/LinedList"/>
    <dgm:cxn modelId="{92D3AC6D-8144-4779-8A54-A3239A698FB0}" type="presParOf" srcId="{5E23CEF4-5C12-479E-B093-E640AFB0B7EC}" destId="{0873A75F-C21E-40D9-B27F-A9F77A746E11}" srcOrd="6" destOrd="0" presId="urn:microsoft.com/office/officeart/2008/layout/LinedList"/>
    <dgm:cxn modelId="{A9120510-8A73-41DD-801A-72EC0BACBDB9}" type="presParOf" srcId="{5E23CEF4-5C12-479E-B093-E640AFB0B7EC}" destId="{E100A9CB-48F5-45D2-9A69-76F0CD1450C8}" srcOrd="7" destOrd="0" presId="urn:microsoft.com/office/officeart/2008/layout/LinedList"/>
    <dgm:cxn modelId="{B796A448-18EA-43E5-B911-B1BFAE0B5E94}" type="presParOf" srcId="{E100A9CB-48F5-45D2-9A69-76F0CD1450C8}" destId="{7D4DD5B3-4960-4E53-8F30-223049469442}" srcOrd="0" destOrd="0" presId="urn:microsoft.com/office/officeart/2008/layout/LinedList"/>
    <dgm:cxn modelId="{B0C81D99-9E42-483C-B2FE-C5BDB0D2F458}" type="presParOf" srcId="{E100A9CB-48F5-45D2-9A69-76F0CD1450C8}" destId="{EC5217BB-9132-4CCE-A85C-242EA652A712}" srcOrd="1" destOrd="0" presId="urn:microsoft.com/office/officeart/2008/layout/LinedList"/>
    <dgm:cxn modelId="{D3BE7699-EE0E-44AA-97CD-4B12DE39A459}" type="presParOf" srcId="{E100A9CB-48F5-45D2-9A69-76F0CD1450C8}" destId="{67C9BBF1-7B13-4329-93B3-D3FD2E5E0ADA}" srcOrd="2" destOrd="0" presId="urn:microsoft.com/office/officeart/2008/layout/LinedList"/>
    <dgm:cxn modelId="{E60DD68F-51D3-4E59-A46A-B4534BFB9944}" type="presParOf" srcId="{5E23CEF4-5C12-479E-B093-E640AFB0B7EC}" destId="{CC36AFD5-C6FF-407E-9922-2BFCF6A00083}" srcOrd="8" destOrd="0" presId="urn:microsoft.com/office/officeart/2008/layout/LinedList"/>
    <dgm:cxn modelId="{7480F633-C92C-4F81-88D2-0F99DE14F0E7}" type="presParOf" srcId="{5E23CEF4-5C12-479E-B093-E640AFB0B7EC}" destId="{A21DBA3D-6ACF-48C3-B2D0-CF5AAE57618C}" srcOrd="9" destOrd="0" presId="urn:microsoft.com/office/officeart/2008/layout/LinedList"/>
    <dgm:cxn modelId="{AF3BFDDB-95D7-49F8-9A96-68F94E927C29}" type="presParOf" srcId="{5E23CEF4-5C12-479E-B093-E640AFB0B7EC}" destId="{6D15178E-CDDE-4DE1-A640-45E632FC6202}" srcOrd="10" destOrd="0" presId="urn:microsoft.com/office/officeart/2008/layout/LinedList"/>
    <dgm:cxn modelId="{E8ADDFDC-59A3-46B6-8A14-89C03D861F3F}" type="presParOf" srcId="{6D15178E-CDDE-4DE1-A640-45E632FC6202}" destId="{5329C256-17CA-431A-AA09-F9B4BD3BE1A6}" srcOrd="0" destOrd="0" presId="urn:microsoft.com/office/officeart/2008/layout/LinedList"/>
    <dgm:cxn modelId="{3AA6A68B-A844-4A2F-A389-3D2E0A097145}" type="presParOf" srcId="{6D15178E-CDDE-4DE1-A640-45E632FC6202}" destId="{DC7EAACF-EB92-4AC3-8934-89AF242B4FE8}" srcOrd="1" destOrd="0" presId="urn:microsoft.com/office/officeart/2008/layout/LinedList"/>
    <dgm:cxn modelId="{30694074-6F03-4FF8-8BD8-2075EEEEA730}" type="presParOf" srcId="{6D15178E-CDDE-4DE1-A640-45E632FC6202}" destId="{5A5E9B94-1402-4F58-993E-E9998BDC1671}" srcOrd="2" destOrd="0" presId="urn:microsoft.com/office/officeart/2008/layout/LinedList"/>
    <dgm:cxn modelId="{7C715819-70DA-46E5-9581-D5C488973C63}" type="presParOf" srcId="{5E23CEF4-5C12-479E-B093-E640AFB0B7EC}" destId="{071825C8-BE1B-48FD-A8E8-A96564A80951}" srcOrd="11" destOrd="0" presId="urn:microsoft.com/office/officeart/2008/layout/LinedList"/>
    <dgm:cxn modelId="{5DD5B086-A842-445D-9794-2946C5A76161}" type="presParOf" srcId="{5E23CEF4-5C12-479E-B093-E640AFB0B7EC}" destId="{700A857A-719F-4AE1-BC6D-1DED5BA12FCD}" srcOrd="12" destOrd="0" presId="urn:microsoft.com/office/officeart/2008/layout/LinedList"/>
    <dgm:cxn modelId="{718658B3-DE37-44AD-AFE4-B70BFE69F450}" type="presParOf" srcId="{5E23CEF4-5C12-479E-B093-E640AFB0B7EC}" destId="{A6F557D6-27FC-40F8-8CBE-B0C5C0F7DB56}" srcOrd="13" destOrd="0" presId="urn:microsoft.com/office/officeart/2008/layout/LinedList"/>
    <dgm:cxn modelId="{1B95E778-66B0-42D3-8B64-4E304A4D5154}" type="presParOf" srcId="{A6F557D6-27FC-40F8-8CBE-B0C5C0F7DB56}" destId="{F868882B-E308-40C2-A01B-25FFFA96937F}" srcOrd="0" destOrd="0" presId="urn:microsoft.com/office/officeart/2008/layout/LinedList"/>
    <dgm:cxn modelId="{39597EC9-AC1A-4EA5-AC2A-42F31AE8B153}" type="presParOf" srcId="{A6F557D6-27FC-40F8-8CBE-B0C5C0F7DB56}" destId="{AF97FA6A-457F-457C-A2A9-B52F4C4445A9}" srcOrd="1" destOrd="0" presId="urn:microsoft.com/office/officeart/2008/layout/LinedList"/>
    <dgm:cxn modelId="{E6603ACE-BF0C-477F-9478-C01F410E7E7A}" type="presParOf" srcId="{A6F557D6-27FC-40F8-8CBE-B0C5C0F7DB56}" destId="{4ABF3BE5-C7EE-45D1-B12E-53F49DBCBFCE}" srcOrd="2" destOrd="0" presId="urn:microsoft.com/office/officeart/2008/layout/LinedList"/>
    <dgm:cxn modelId="{2CDE91B1-CDB5-495D-B480-82F3207D7C00}" type="presParOf" srcId="{5E23CEF4-5C12-479E-B093-E640AFB0B7EC}" destId="{FB61FED3-DCF4-44FB-ABC6-79D40A4CF25F}" srcOrd="14" destOrd="0" presId="urn:microsoft.com/office/officeart/2008/layout/LinedList"/>
    <dgm:cxn modelId="{CEFC8AD1-2C85-4E33-9E8A-3112BBC45351}" type="presParOf" srcId="{5E23CEF4-5C12-479E-B093-E640AFB0B7EC}" destId="{52359F9A-76A6-4F81-90A0-F835E2CADC44}" srcOrd="15" destOrd="0" presId="urn:microsoft.com/office/officeart/2008/layout/LinedList"/>
    <dgm:cxn modelId="{4F106D1F-D469-4FA9-B8F7-6E1B949E25AC}" type="presParOf" srcId="{5E23CEF4-5C12-479E-B093-E640AFB0B7EC}" destId="{70363F68-5B40-4F45-8B1F-DFD544278DE7}" srcOrd="16" destOrd="0" presId="urn:microsoft.com/office/officeart/2008/layout/LinedList"/>
    <dgm:cxn modelId="{E965F543-85B5-4B65-8FD2-585DCA2ADE26}" type="presParOf" srcId="{70363F68-5B40-4F45-8B1F-DFD544278DE7}" destId="{FDA8D382-4BF0-4960-83E3-5016BA5EB83D}" srcOrd="0" destOrd="0" presId="urn:microsoft.com/office/officeart/2008/layout/LinedList"/>
    <dgm:cxn modelId="{E3A2CBA1-AF4A-44E9-87FC-C9324A1D4969}" type="presParOf" srcId="{70363F68-5B40-4F45-8B1F-DFD544278DE7}" destId="{AB318F58-F116-4252-883E-9E7FC241F7B9}" srcOrd="1" destOrd="0" presId="urn:microsoft.com/office/officeart/2008/layout/LinedList"/>
    <dgm:cxn modelId="{0D84DB86-458E-4ADB-BFB7-836FCDD75C21}" type="presParOf" srcId="{70363F68-5B40-4F45-8B1F-DFD544278DE7}" destId="{CF57B498-1E77-41D7-94A5-C2C1CA7A8D16}" srcOrd="2" destOrd="0" presId="urn:microsoft.com/office/officeart/2008/layout/LinedList"/>
    <dgm:cxn modelId="{49A0445E-7A07-4341-9351-57EF3E08BCFD}" type="presParOf" srcId="{5E23CEF4-5C12-479E-B093-E640AFB0B7EC}" destId="{873EBD28-2B6F-4142-AE77-87B1DA73D44C}" srcOrd="17" destOrd="0" presId="urn:microsoft.com/office/officeart/2008/layout/LinedList"/>
    <dgm:cxn modelId="{731365C0-C023-4AB4-820D-70D0713A336E}" type="presParOf" srcId="{5E23CEF4-5C12-479E-B093-E640AFB0B7EC}" destId="{5EE099B6-88A7-4EC2-8A80-3CB3D3A3D9F1}" srcOrd="18" destOrd="0" presId="urn:microsoft.com/office/officeart/2008/layout/LinedList"/>
    <dgm:cxn modelId="{C3147D1B-438A-416F-B939-5BBDF79B77F2}" type="presParOf" srcId="{5E23CEF4-5C12-479E-B093-E640AFB0B7EC}" destId="{CCD0918A-F505-4FD1-BC59-9F2AD25484F5}" srcOrd="19" destOrd="0" presId="urn:microsoft.com/office/officeart/2008/layout/LinedList"/>
    <dgm:cxn modelId="{E6902BB3-93E9-4971-B5E2-F7CD61D71E7A}" type="presParOf" srcId="{CCD0918A-F505-4FD1-BC59-9F2AD25484F5}" destId="{CFB1AB21-EDAF-43A4-803C-2731638629E6}" srcOrd="0" destOrd="0" presId="urn:microsoft.com/office/officeart/2008/layout/LinedList"/>
    <dgm:cxn modelId="{A4E9550A-1522-4118-8433-8E218498F708}" type="presParOf" srcId="{CCD0918A-F505-4FD1-BC59-9F2AD25484F5}" destId="{852ECC7A-8ADA-437D-B5AC-6BCFAA12E3A4}" srcOrd="1" destOrd="0" presId="urn:microsoft.com/office/officeart/2008/layout/LinedList"/>
    <dgm:cxn modelId="{E9B7AB75-9119-4CA0-9569-6D8E3968A8A9}" type="presParOf" srcId="{CCD0918A-F505-4FD1-BC59-9F2AD25484F5}" destId="{B000F9EB-CBC1-455D-9561-E8D6F52858F1}" srcOrd="2" destOrd="0" presId="urn:microsoft.com/office/officeart/2008/layout/LinedList"/>
    <dgm:cxn modelId="{C5216E94-BB10-45FA-B8ED-815C4E94838F}" type="presParOf" srcId="{5E23CEF4-5C12-479E-B093-E640AFB0B7EC}" destId="{28C533D7-C036-4476-A854-8FEF96F51B03}" srcOrd="20" destOrd="0" presId="urn:microsoft.com/office/officeart/2008/layout/LinedList"/>
    <dgm:cxn modelId="{E59E3B1B-7436-42E1-AF14-5D12B543F82A}" type="presParOf" srcId="{5E23CEF4-5C12-479E-B093-E640AFB0B7EC}" destId="{55A86F28-BCE6-4B39-BED6-8655B5E5F23F}" srcOrd="21" destOrd="0" presId="urn:microsoft.com/office/officeart/2008/layout/LinedList"/>
    <dgm:cxn modelId="{FEFC32A6-5901-4E20-8421-EE45B5D97080}" type="presParOf" srcId="{5E23CEF4-5C12-479E-B093-E640AFB0B7EC}" destId="{953675F7-D684-495A-9552-BA9040DA83F3}" srcOrd="22" destOrd="0" presId="urn:microsoft.com/office/officeart/2008/layout/LinedList"/>
    <dgm:cxn modelId="{C1B862BC-B31B-4F5B-BB2F-0AAE2A8E3956}" type="presParOf" srcId="{953675F7-D684-495A-9552-BA9040DA83F3}" destId="{EBE2CAF0-D0B6-4EC7-8237-FC7051194B15}" srcOrd="0" destOrd="0" presId="urn:microsoft.com/office/officeart/2008/layout/LinedList"/>
    <dgm:cxn modelId="{BDCBB855-D833-4472-BC76-3418EC5AB426}" type="presParOf" srcId="{953675F7-D684-495A-9552-BA9040DA83F3}" destId="{93121E65-088B-4018-897C-780B53DE79B4}" srcOrd="1" destOrd="0" presId="urn:microsoft.com/office/officeart/2008/layout/LinedList"/>
    <dgm:cxn modelId="{286BC733-97F1-4596-B46C-ABFD39121C4E}" type="presParOf" srcId="{953675F7-D684-495A-9552-BA9040DA83F3}" destId="{05769ED5-F5AA-48C7-9DCC-A2DBBDCA45B3}" srcOrd="2" destOrd="0" presId="urn:microsoft.com/office/officeart/2008/layout/LinedList"/>
    <dgm:cxn modelId="{32C0CFC4-B581-4FCC-B14D-FD8D8F3EFB0A}" type="presParOf" srcId="{5E23CEF4-5C12-479E-B093-E640AFB0B7EC}" destId="{093C30CC-7E3A-408E-AB56-3437249E6CF1}" srcOrd="23" destOrd="0" presId="urn:microsoft.com/office/officeart/2008/layout/LinedList"/>
    <dgm:cxn modelId="{9A7C909D-BE73-42FC-87B9-BDD60D5E4380}" type="presParOf" srcId="{5E23CEF4-5C12-479E-B093-E640AFB0B7EC}" destId="{802B33FF-56CC-4743-B520-B96D4402494D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57817A-5E61-4906-B714-02567C2391F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98B1B8-BA63-4CE1-B621-D26C26D6CBD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What Sprint Backlog is</a:t>
          </a:r>
          <a:endParaRPr lang="en-US" sz="1400" dirty="0"/>
        </a:p>
      </dgm:t>
    </dgm:pt>
    <dgm:pt modelId="{E6C7A1AB-91C6-4F29-BA66-7B1070A47B72}" type="parTrans" cxnId="{24AEB5FE-6200-47AF-9B03-F4BF32223FDA}">
      <dgm:prSet/>
      <dgm:spPr/>
      <dgm:t>
        <a:bodyPr/>
        <a:lstStyle/>
        <a:p>
          <a:endParaRPr lang="en-US"/>
        </a:p>
      </dgm:t>
    </dgm:pt>
    <dgm:pt modelId="{161525C2-AA08-4679-8232-35B68D2FCA70}" type="sibTrans" cxnId="{24AEB5FE-6200-47AF-9B03-F4BF32223FDA}">
      <dgm:prSet/>
      <dgm:spPr/>
      <dgm:t>
        <a:bodyPr/>
        <a:lstStyle/>
        <a:p>
          <a:endParaRPr lang="en-US"/>
        </a:p>
      </dgm:t>
    </dgm:pt>
    <dgm:pt modelId="{E1DC07AB-002F-4B95-B043-DF6DD2C6E7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When to move features to the Doing List</a:t>
          </a:r>
          <a:endParaRPr lang="en-US" sz="1400" dirty="0"/>
        </a:p>
      </dgm:t>
    </dgm:pt>
    <dgm:pt modelId="{38A81154-B31A-4727-885F-64A822292E05}" type="parTrans" cxnId="{B9226C3B-1D42-4F7D-BD96-E9C18B23A3EA}">
      <dgm:prSet/>
      <dgm:spPr/>
      <dgm:t>
        <a:bodyPr/>
        <a:lstStyle/>
        <a:p>
          <a:endParaRPr lang="en-US"/>
        </a:p>
      </dgm:t>
    </dgm:pt>
    <dgm:pt modelId="{1C87E4DE-D766-4BCB-A3C1-616D4938B076}" type="sibTrans" cxnId="{B9226C3B-1D42-4F7D-BD96-E9C18B23A3EA}">
      <dgm:prSet/>
      <dgm:spPr/>
      <dgm:t>
        <a:bodyPr/>
        <a:lstStyle/>
        <a:p>
          <a:endParaRPr lang="en-US"/>
        </a:p>
      </dgm:t>
    </dgm:pt>
    <dgm:pt modelId="{ADD4F50C-063C-4DA8-8495-117BEBA152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How to use the DoD </a:t>
          </a:r>
          <a:br>
            <a:rPr lang="en-GB" sz="1400" dirty="0"/>
          </a:br>
          <a:r>
            <a:rPr lang="en-GB" sz="1400" dirty="0"/>
            <a:t>(definition of Done) to move a feature from Doing to Done</a:t>
          </a:r>
          <a:endParaRPr lang="en-US" sz="1400" dirty="0"/>
        </a:p>
      </dgm:t>
    </dgm:pt>
    <dgm:pt modelId="{44C67501-BB41-4DA5-BADF-79CBC698EBF1}" type="parTrans" cxnId="{79D7EEC8-EF77-4770-A92D-871518677E03}">
      <dgm:prSet/>
      <dgm:spPr/>
      <dgm:t>
        <a:bodyPr/>
        <a:lstStyle/>
        <a:p>
          <a:endParaRPr lang="en-US"/>
        </a:p>
      </dgm:t>
    </dgm:pt>
    <dgm:pt modelId="{13B7A717-D02B-4974-83C3-3B5E11612460}" type="sibTrans" cxnId="{79D7EEC8-EF77-4770-A92D-871518677E03}">
      <dgm:prSet/>
      <dgm:spPr/>
      <dgm:t>
        <a:bodyPr/>
        <a:lstStyle/>
        <a:p>
          <a:endParaRPr lang="en-US"/>
        </a:p>
      </dgm:t>
    </dgm:pt>
    <dgm:pt modelId="{67078CD1-3694-4323-B9F0-9006CDF057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What the Done List is</a:t>
          </a:r>
          <a:endParaRPr lang="en-US" sz="1400" dirty="0"/>
        </a:p>
      </dgm:t>
    </dgm:pt>
    <dgm:pt modelId="{96B05315-6605-4A63-BFF5-7801FD7D9B6E}" type="parTrans" cxnId="{F3BF5446-0662-43D2-BF03-BAB9D319501C}">
      <dgm:prSet/>
      <dgm:spPr/>
      <dgm:t>
        <a:bodyPr/>
        <a:lstStyle/>
        <a:p>
          <a:endParaRPr lang="en-US"/>
        </a:p>
      </dgm:t>
    </dgm:pt>
    <dgm:pt modelId="{AE19D036-D690-46D4-9BF3-689CD7B53718}" type="sibTrans" cxnId="{F3BF5446-0662-43D2-BF03-BAB9D319501C}">
      <dgm:prSet/>
      <dgm:spPr/>
      <dgm:t>
        <a:bodyPr/>
        <a:lstStyle/>
        <a:p>
          <a:endParaRPr lang="en-US"/>
        </a:p>
      </dgm:t>
    </dgm:pt>
    <dgm:pt modelId="{C058C139-8757-476E-A159-A49142A076B1}" type="pres">
      <dgm:prSet presAssocID="{3657817A-5E61-4906-B714-02567C2391F5}" presName="root" presStyleCnt="0">
        <dgm:presLayoutVars>
          <dgm:dir/>
          <dgm:resizeHandles val="exact"/>
        </dgm:presLayoutVars>
      </dgm:prSet>
      <dgm:spPr/>
    </dgm:pt>
    <dgm:pt modelId="{39041B9D-D864-448E-890D-552A6E22E5F5}" type="pres">
      <dgm:prSet presAssocID="{AC98B1B8-BA63-4CE1-B621-D26C26D6CBDD}" presName="compNode" presStyleCnt="0"/>
      <dgm:spPr/>
    </dgm:pt>
    <dgm:pt modelId="{AC6EFE3A-F21D-4458-A08D-4A2915D795FA}" type="pres">
      <dgm:prSet presAssocID="{AC98B1B8-BA63-4CE1-B621-D26C26D6CBD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9F7010B-4089-4E64-BB46-70174A1A6658}" type="pres">
      <dgm:prSet presAssocID="{AC98B1B8-BA63-4CE1-B621-D26C26D6CBDD}" presName="spaceRect" presStyleCnt="0"/>
      <dgm:spPr/>
    </dgm:pt>
    <dgm:pt modelId="{3993D37E-2DB3-41A1-8580-F8338B155D93}" type="pres">
      <dgm:prSet presAssocID="{AC98B1B8-BA63-4CE1-B621-D26C26D6CBDD}" presName="textRect" presStyleLbl="revTx" presStyleIdx="0" presStyleCnt="4">
        <dgm:presLayoutVars>
          <dgm:chMax val="1"/>
          <dgm:chPref val="1"/>
        </dgm:presLayoutVars>
      </dgm:prSet>
      <dgm:spPr/>
    </dgm:pt>
    <dgm:pt modelId="{2989642F-6B0F-47EC-9956-EBC3DF5E0D45}" type="pres">
      <dgm:prSet presAssocID="{161525C2-AA08-4679-8232-35B68D2FCA70}" presName="sibTrans" presStyleCnt="0"/>
      <dgm:spPr/>
    </dgm:pt>
    <dgm:pt modelId="{912BCDF3-A52A-4AEB-A450-9AE85752BCAD}" type="pres">
      <dgm:prSet presAssocID="{E1DC07AB-002F-4B95-B043-DF6DD2C6E773}" presName="compNode" presStyleCnt="0"/>
      <dgm:spPr/>
    </dgm:pt>
    <dgm:pt modelId="{AF29912A-9981-4C33-A913-667743B023C6}" type="pres">
      <dgm:prSet presAssocID="{E1DC07AB-002F-4B95-B043-DF6DD2C6E773}" presName="iconRect" presStyleLbl="node1" presStyleIdx="1" presStyleCnt="4" custScaleX="70550" custScaleY="7939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7B75126-A31A-443C-A73E-34E0924D8F31}" type="pres">
      <dgm:prSet presAssocID="{E1DC07AB-002F-4B95-B043-DF6DD2C6E773}" presName="spaceRect" presStyleCnt="0"/>
      <dgm:spPr/>
    </dgm:pt>
    <dgm:pt modelId="{6C97B7B8-C7A6-4C61-B025-35C712309D46}" type="pres">
      <dgm:prSet presAssocID="{E1DC07AB-002F-4B95-B043-DF6DD2C6E773}" presName="textRect" presStyleLbl="revTx" presStyleIdx="1" presStyleCnt="4">
        <dgm:presLayoutVars>
          <dgm:chMax val="1"/>
          <dgm:chPref val="1"/>
        </dgm:presLayoutVars>
      </dgm:prSet>
      <dgm:spPr/>
    </dgm:pt>
    <dgm:pt modelId="{C0AB5AFB-7A9D-4AF3-AF06-CB71846EEC72}" type="pres">
      <dgm:prSet presAssocID="{1C87E4DE-D766-4BCB-A3C1-616D4938B076}" presName="sibTrans" presStyleCnt="0"/>
      <dgm:spPr/>
    </dgm:pt>
    <dgm:pt modelId="{12EC06D3-D781-4C73-AD20-133A6D1D03A9}" type="pres">
      <dgm:prSet presAssocID="{ADD4F50C-063C-4DA8-8495-117BEBA1525A}" presName="compNode" presStyleCnt="0"/>
      <dgm:spPr/>
    </dgm:pt>
    <dgm:pt modelId="{7AFADA7E-A7E2-4591-A6B0-9EC8BAAE6CF1}" type="pres">
      <dgm:prSet presAssocID="{ADD4F50C-063C-4DA8-8495-117BEBA152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B375708-AE94-41BC-B0FC-D24B0934E4EC}" type="pres">
      <dgm:prSet presAssocID="{ADD4F50C-063C-4DA8-8495-117BEBA1525A}" presName="spaceRect" presStyleCnt="0"/>
      <dgm:spPr/>
    </dgm:pt>
    <dgm:pt modelId="{6D5A3D3C-AA7C-406C-A5DF-C0FC0B35D990}" type="pres">
      <dgm:prSet presAssocID="{ADD4F50C-063C-4DA8-8495-117BEBA1525A}" presName="textRect" presStyleLbl="revTx" presStyleIdx="2" presStyleCnt="4">
        <dgm:presLayoutVars>
          <dgm:chMax val="1"/>
          <dgm:chPref val="1"/>
        </dgm:presLayoutVars>
      </dgm:prSet>
      <dgm:spPr/>
    </dgm:pt>
    <dgm:pt modelId="{AE6D42B8-62ED-4CDC-8AE5-A3099A6FB990}" type="pres">
      <dgm:prSet presAssocID="{13B7A717-D02B-4974-83C3-3B5E11612460}" presName="sibTrans" presStyleCnt="0"/>
      <dgm:spPr/>
    </dgm:pt>
    <dgm:pt modelId="{9D029111-8B3E-4585-8B72-808A75D38FCC}" type="pres">
      <dgm:prSet presAssocID="{67078CD1-3694-4323-B9F0-9006CDF057F6}" presName="compNode" presStyleCnt="0"/>
      <dgm:spPr/>
    </dgm:pt>
    <dgm:pt modelId="{D03C5A6D-558D-4F56-8AB7-F942E73B02F4}" type="pres">
      <dgm:prSet presAssocID="{67078CD1-3694-4323-B9F0-9006CDF057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8961D4C9-A608-4382-BF86-042CAB8FA86E}" type="pres">
      <dgm:prSet presAssocID="{67078CD1-3694-4323-B9F0-9006CDF057F6}" presName="spaceRect" presStyleCnt="0"/>
      <dgm:spPr/>
    </dgm:pt>
    <dgm:pt modelId="{AE92937B-9204-4954-AFD5-BA929905B7B6}" type="pres">
      <dgm:prSet presAssocID="{67078CD1-3694-4323-B9F0-9006CDF057F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9226C3B-1D42-4F7D-BD96-E9C18B23A3EA}" srcId="{3657817A-5E61-4906-B714-02567C2391F5}" destId="{E1DC07AB-002F-4B95-B043-DF6DD2C6E773}" srcOrd="1" destOrd="0" parTransId="{38A81154-B31A-4727-885F-64A822292E05}" sibTransId="{1C87E4DE-D766-4BCB-A3C1-616D4938B076}"/>
    <dgm:cxn modelId="{A864B460-25A4-42DD-94CA-A4AED6426C58}" type="presOf" srcId="{67078CD1-3694-4323-B9F0-9006CDF057F6}" destId="{AE92937B-9204-4954-AFD5-BA929905B7B6}" srcOrd="0" destOrd="0" presId="urn:microsoft.com/office/officeart/2018/2/layout/IconLabelList"/>
    <dgm:cxn modelId="{F3BF5446-0662-43D2-BF03-BAB9D319501C}" srcId="{3657817A-5E61-4906-B714-02567C2391F5}" destId="{67078CD1-3694-4323-B9F0-9006CDF057F6}" srcOrd="3" destOrd="0" parTransId="{96B05315-6605-4A63-BFF5-7801FD7D9B6E}" sibTransId="{AE19D036-D690-46D4-9BF3-689CD7B53718}"/>
    <dgm:cxn modelId="{35975874-C7D8-4E96-8627-3DFB0DE51C8C}" type="presOf" srcId="{3657817A-5E61-4906-B714-02567C2391F5}" destId="{C058C139-8757-476E-A159-A49142A076B1}" srcOrd="0" destOrd="0" presId="urn:microsoft.com/office/officeart/2018/2/layout/IconLabelList"/>
    <dgm:cxn modelId="{FC90525A-2A23-46E1-B154-913229BAB6A3}" type="presOf" srcId="{ADD4F50C-063C-4DA8-8495-117BEBA1525A}" destId="{6D5A3D3C-AA7C-406C-A5DF-C0FC0B35D990}" srcOrd="0" destOrd="0" presId="urn:microsoft.com/office/officeart/2018/2/layout/IconLabelList"/>
    <dgm:cxn modelId="{92C4A6B5-7327-434E-9F91-207E00A132A6}" type="presOf" srcId="{E1DC07AB-002F-4B95-B043-DF6DD2C6E773}" destId="{6C97B7B8-C7A6-4C61-B025-35C712309D46}" srcOrd="0" destOrd="0" presId="urn:microsoft.com/office/officeart/2018/2/layout/IconLabelList"/>
    <dgm:cxn modelId="{79D7EEC8-EF77-4770-A92D-871518677E03}" srcId="{3657817A-5E61-4906-B714-02567C2391F5}" destId="{ADD4F50C-063C-4DA8-8495-117BEBA1525A}" srcOrd="2" destOrd="0" parTransId="{44C67501-BB41-4DA5-BADF-79CBC698EBF1}" sibTransId="{13B7A717-D02B-4974-83C3-3B5E11612460}"/>
    <dgm:cxn modelId="{DB2B1AD1-C684-402C-BA44-2CA332E2D8E9}" type="presOf" srcId="{AC98B1B8-BA63-4CE1-B621-D26C26D6CBDD}" destId="{3993D37E-2DB3-41A1-8580-F8338B155D93}" srcOrd="0" destOrd="0" presId="urn:microsoft.com/office/officeart/2018/2/layout/IconLabelList"/>
    <dgm:cxn modelId="{24AEB5FE-6200-47AF-9B03-F4BF32223FDA}" srcId="{3657817A-5E61-4906-B714-02567C2391F5}" destId="{AC98B1B8-BA63-4CE1-B621-D26C26D6CBDD}" srcOrd="0" destOrd="0" parTransId="{E6C7A1AB-91C6-4F29-BA66-7B1070A47B72}" sibTransId="{161525C2-AA08-4679-8232-35B68D2FCA70}"/>
    <dgm:cxn modelId="{F05D7E34-04D2-4081-B77D-07BA3B8C01E0}" type="presParOf" srcId="{C058C139-8757-476E-A159-A49142A076B1}" destId="{39041B9D-D864-448E-890D-552A6E22E5F5}" srcOrd="0" destOrd="0" presId="urn:microsoft.com/office/officeart/2018/2/layout/IconLabelList"/>
    <dgm:cxn modelId="{3797BAD0-7FEF-4021-8C72-605A7294DCFD}" type="presParOf" srcId="{39041B9D-D864-448E-890D-552A6E22E5F5}" destId="{AC6EFE3A-F21D-4458-A08D-4A2915D795FA}" srcOrd="0" destOrd="0" presId="urn:microsoft.com/office/officeart/2018/2/layout/IconLabelList"/>
    <dgm:cxn modelId="{9D8A1DB2-4463-420B-A105-02D4EB75B065}" type="presParOf" srcId="{39041B9D-D864-448E-890D-552A6E22E5F5}" destId="{A9F7010B-4089-4E64-BB46-70174A1A6658}" srcOrd="1" destOrd="0" presId="urn:microsoft.com/office/officeart/2018/2/layout/IconLabelList"/>
    <dgm:cxn modelId="{F5DBB1BD-3B85-4112-AE85-FA68B83EDBA7}" type="presParOf" srcId="{39041B9D-D864-448E-890D-552A6E22E5F5}" destId="{3993D37E-2DB3-41A1-8580-F8338B155D93}" srcOrd="2" destOrd="0" presId="urn:microsoft.com/office/officeart/2018/2/layout/IconLabelList"/>
    <dgm:cxn modelId="{43131B77-C9C4-4573-A532-07D17F3D2F44}" type="presParOf" srcId="{C058C139-8757-476E-A159-A49142A076B1}" destId="{2989642F-6B0F-47EC-9956-EBC3DF5E0D45}" srcOrd="1" destOrd="0" presId="urn:microsoft.com/office/officeart/2018/2/layout/IconLabelList"/>
    <dgm:cxn modelId="{5B8338A9-F78B-4106-8E5C-79A57129F5FC}" type="presParOf" srcId="{C058C139-8757-476E-A159-A49142A076B1}" destId="{912BCDF3-A52A-4AEB-A450-9AE85752BCAD}" srcOrd="2" destOrd="0" presId="urn:microsoft.com/office/officeart/2018/2/layout/IconLabelList"/>
    <dgm:cxn modelId="{BE77529B-9262-4BB5-9779-58682FE3B05A}" type="presParOf" srcId="{912BCDF3-A52A-4AEB-A450-9AE85752BCAD}" destId="{AF29912A-9981-4C33-A913-667743B023C6}" srcOrd="0" destOrd="0" presId="urn:microsoft.com/office/officeart/2018/2/layout/IconLabelList"/>
    <dgm:cxn modelId="{DD3AF9AB-4059-4914-910C-EC40D1050263}" type="presParOf" srcId="{912BCDF3-A52A-4AEB-A450-9AE85752BCAD}" destId="{17B75126-A31A-443C-A73E-34E0924D8F31}" srcOrd="1" destOrd="0" presId="urn:microsoft.com/office/officeart/2018/2/layout/IconLabelList"/>
    <dgm:cxn modelId="{2D05942B-A0D6-4193-94EE-E41D1719F3DE}" type="presParOf" srcId="{912BCDF3-A52A-4AEB-A450-9AE85752BCAD}" destId="{6C97B7B8-C7A6-4C61-B025-35C712309D46}" srcOrd="2" destOrd="0" presId="urn:microsoft.com/office/officeart/2018/2/layout/IconLabelList"/>
    <dgm:cxn modelId="{960C2D51-37E4-41C7-B6D2-7EDFCEC93E4A}" type="presParOf" srcId="{C058C139-8757-476E-A159-A49142A076B1}" destId="{C0AB5AFB-7A9D-4AF3-AF06-CB71846EEC72}" srcOrd="3" destOrd="0" presId="urn:microsoft.com/office/officeart/2018/2/layout/IconLabelList"/>
    <dgm:cxn modelId="{21025974-34AB-4A36-A22C-0C090106A855}" type="presParOf" srcId="{C058C139-8757-476E-A159-A49142A076B1}" destId="{12EC06D3-D781-4C73-AD20-133A6D1D03A9}" srcOrd="4" destOrd="0" presId="urn:microsoft.com/office/officeart/2018/2/layout/IconLabelList"/>
    <dgm:cxn modelId="{631B84A3-E2EA-43F9-8D25-E57751E18225}" type="presParOf" srcId="{12EC06D3-D781-4C73-AD20-133A6D1D03A9}" destId="{7AFADA7E-A7E2-4591-A6B0-9EC8BAAE6CF1}" srcOrd="0" destOrd="0" presId="urn:microsoft.com/office/officeart/2018/2/layout/IconLabelList"/>
    <dgm:cxn modelId="{E076175D-BE3D-4CFF-8D1F-EC20A2093ED7}" type="presParOf" srcId="{12EC06D3-D781-4C73-AD20-133A6D1D03A9}" destId="{0B375708-AE94-41BC-B0FC-D24B0934E4EC}" srcOrd="1" destOrd="0" presId="urn:microsoft.com/office/officeart/2018/2/layout/IconLabelList"/>
    <dgm:cxn modelId="{86875AB4-7741-4FF3-8D8B-73A0AFC54634}" type="presParOf" srcId="{12EC06D3-D781-4C73-AD20-133A6D1D03A9}" destId="{6D5A3D3C-AA7C-406C-A5DF-C0FC0B35D990}" srcOrd="2" destOrd="0" presId="urn:microsoft.com/office/officeart/2018/2/layout/IconLabelList"/>
    <dgm:cxn modelId="{11838DC6-B328-4194-A677-777B222550DF}" type="presParOf" srcId="{C058C139-8757-476E-A159-A49142A076B1}" destId="{AE6D42B8-62ED-4CDC-8AE5-A3099A6FB990}" srcOrd="5" destOrd="0" presId="urn:microsoft.com/office/officeart/2018/2/layout/IconLabelList"/>
    <dgm:cxn modelId="{59970AFD-51DD-4984-9147-C14C216634E9}" type="presParOf" srcId="{C058C139-8757-476E-A159-A49142A076B1}" destId="{9D029111-8B3E-4585-8B72-808A75D38FCC}" srcOrd="6" destOrd="0" presId="urn:microsoft.com/office/officeart/2018/2/layout/IconLabelList"/>
    <dgm:cxn modelId="{B9FB9CF8-6013-483B-A171-10E0516CC3C0}" type="presParOf" srcId="{9D029111-8B3E-4585-8B72-808A75D38FCC}" destId="{D03C5A6D-558D-4F56-8AB7-F942E73B02F4}" srcOrd="0" destOrd="0" presId="urn:microsoft.com/office/officeart/2018/2/layout/IconLabelList"/>
    <dgm:cxn modelId="{8FE27C22-5AC8-4C5E-95AE-0B9AD0968496}" type="presParOf" srcId="{9D029111-8B3E-4585-8B72-808A75D38FCC}" destId="{8961D4C9-A608-4382-BF86-042CAB8FA86E}" srcOrd="1" destOrd="0" presId="urn:microsoft.com/office/officeart/2018/2/layout/IconLabelList"/>
    <dgm:cxn modelId="{0D948DBB-024E-4D6C-9FA3-B3A7C5AC89FE}" type="presParOf" srcId="{9D029111-8B3E-4585-8B72-808A75D38FCC}" destId="{AE92937B-9204-4954-AFD5-BA929905B7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44DCA-385C-4411-B035-445B65B7097D}">
      <dsp:nvSpPr>
        <dsp:cNvPr id="0" name=""/>
        <dsp:cNvSpPr/>
      </dsp:nvSpPr>
      <dsp:spPr>
        <a:xfrm>
          <a:off x="1787380" y="375760"/>
          <a:ext cx="957122" cy="9571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9D30B-12D0-4110-A92E-88FBE5E67D62}">
      <dsp:nvSpPr>
        <dsp:cNvPr id="0" name=""/>
        <dsp:cNvSpPr/>
      </dsp:nvSpPr>
      <dsp:spPr>
        <a:xfrm>
          <a:off x="1202471" y="1649077"/>
          <a:ext cx="21269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Understand what </a:t>
          </a:r>
          <a:br>
            <a:rPr lang="en-GB" sz="1400" kern="1200" dirty="0"/>
          </a:br>
          <a:r>
            <a:rPr lang="en-GB" sz="1400" b="1" kern="1200" dirty="0"/>
            <a:t>Sprint Backlog</a:t>
          </a:r>
          <a:r>
            <a:rPr lang="en-GB" sz="1400" kern="1200" dirty="0"/>
            <a:t> is</a:t>
          </a:r>
          <a:endParaRPr lang="en-US" sz="1400" kern="1200" dirty="0"/>
        </a:p>
      </dsp:txBody>
      <dsp:txXfrm>
        <a:off x="1202471" y="1649077"/>
        <a:ext cx="2126939" cy="720000"/>
      </dsp:txXfrm>
    </dsp:sp>
    <dsp:sp modelId="{9B8E7763-2AF5-4CB5-85F9-132970BC68FA}">
      <dsp:nvSpPr>
        <dsp:cNvPr id="0" name=""/>
        <dsp:cNvSpPr/>
      </dsp:nvSpPr>
      <dsp:spPr>
        <a:xfrm>
          <a:off x="4286534" y="375760"/>
          <a:ext cx="957122" cy="9571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7DBB8-96E4-4FF0-B469-E10864CA3AC2}">
      <dsp:nvSpPr>
        <dsp:cNvPr id="0" name=""/>
        <dsp:cNvSpPr/>
      </dsp:nvSpPr>
      <dsp:spPr>
        <a:xfrm>
          <a:off x="3701626" y="1649077"/>
          <a:ext cx="21269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The </a:t>
          </a:r>
          <a:r>
            <a:rPr lang="en-GB" sz="1400" b="1" kern="1200" dirty="0"/>
            <a:t>Doing</a:t>
          </a:r>
          <a:r>
            <a:rPr lang="en-GB" sz="1400" kern="1200" dirty="0"/>
            <a:t> List</a:t>
          </a:r>
          <a:endParaRPr lang="en-US" sz="1400" kern="1200" dirty="0"/>
        </a:p>
      </dsp:txBody>
      <dsp:txXfrm>
        <a:off x="3701626" y="1649077"/>
        <a:ext cx="2126939" cy="720000"/>
      </dsp:txXfrm>
    </dsp:sp>
    <dsp:sp modelId="{21C95D73-7EB1-460D-8081-27D571D7ECCD}">
      <dsp:nvSpPr>
        <dsp:cNvPr id="0" name=""/>
        <dsp:cNvSpPr/>
      </dsp:nvSpPr>
      <dsp:spPr>
        <a:xfrm>
          <a:off x="1787380" y="2900811"/>
          <a:ext cx="957122" cy="9571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209CB-B7E5-4565-9E41-6FB91C1B7AF3}">
      <dsp:nvSpPr>
        <dsp:cNvPr id="0" name=""/>
        <dsp:cNvSpPr/>
      </dsp:nvSpPr>
      <dsp:spPr>
        <a:xfrm>
          <a:off x="611193" y="4174128"/>
          <a:ext cx="33094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How to use the </a:t>
          </a:r>
          <a:r>
            <a:rPr lang="en-GB" sz="1400" b="1" kern="1200" dirty="0"/>
            <a:t>DoD</a:t>
          </a:r>
          <a:r>
            <a:rPr lang="en-GB" sz="1400" kern="1200" dirty="0"/>
            <a:t> </a:t>
          </a:r>
          <a:br>
            <a:rPr lang="en-GB" sz="1400" kern="1200" dirty="0"/>
          </a:br>
          <a:r>
            <a:rPr lang="en-GB" sz="1400" kern="1200" dirty="0"/>
            <a:t>(definition of Done) </a:t>
          </a:r>
          <a:br>
            <a:rPr lang="en-GB" sz="1400" kern="1200" dirty="0"/>
          </a:br>
          <a:r>
            <a:rPr lang="en-GB" sz="1400" kern="1200" dirty="0"/>
            <a:t>to move a feature from Doing to Done</a:t>
          </a:r>
          <a:endParaRPr lang="en-US" sz="1400" kern="1200" dirty="0"/>
        </a:p>
      </dsp:txBody>
      <dsp:txXfrm>
        <a:off x="611193" y="4174128"/>
        <a:ext cx="3309497" cy="720000"/>
      </dsp:txXfrm>
    </dsp:sp>
    <dsp:sp modelId="{34DADE2F-45C3-4C4C-AE9E-888CAFBBA60B}">
      <dsp:nvSpPr>
        <dsp:cNvPr id="0" name=""/>
        <dsp:cNvSpPr/>
      </dsp:nvSpPr>
      <dsp:spPr>
        <a:xfrm>
          <a:off x="4877813" y="2900811"/>
          <a:ext cx="957122" cy="9571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5CEB9-1FFA-4307-A2D0-36A2118C0E0D}">
      <dsp:nvSpPr>
        <dsp:cNvPr id="0" name=""/>
        <dsp:cNvSpPr/>
      </dsp:nvSpPr>
      <dsp:spPr>
        <a:xfrm>
          <a:off x="4292904" y="4174128"/>
          <a:ext cx="21269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Done</a:t>
          </a:r>
          <a:r>
            <a:rPr lang="en-GB" sz="1400" kern="1200" dirty="0"/>
            <a:t> List</a:t>
          </a:r>
          <a:endParaRPr lang="en-US" sz="1400" kern="1200" dirty="0"/>
        </a:p>
      </dsp:txBody>
      <dsp:txXfrm>
        <a:off x="4292904" y="4174128"/>
        <a:ext cx="212693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83191-C51A-4E62-9032-42A0F4A172AF}">
      <dsp:nvSpPr>
        <dsp:cNvPr id="0" name=""/>
        <dsp:cNvSpPr/>
      </dsp:nvSpPr>
      <dsp:spPr>
        <a:xfrm>
          <a:off x="788484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7976D-E8A2-4B60-8661-45FF5AA6FF72}">
      <dsp:nvSpPr>
        <dsp:cNvPr id="0" name=""/>
        <dsp:cNvSpPr/>
      </dsp:nvSpPr>
      <dsp:spPr>
        <a:xfrm>
          <a:off x="4219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/>
            <a:t>Progress on User Stories:</a:t>
          </a:r>
          <a:endParaRPr lang="en-US" sz="1600" kern="1200"/>
        </a:p>
      </dsp:txBody>
      <dsp:txXfrm>
        <a:off x="4219" y="2078745"/>
        <a:ext cx="2413125" cy="361968"/>
      </dsp:txXfrm>
    </dsp:sp>
    <dsp:sp modelId="{8657377C-66FB-4F80-B4A3-90BF6C8C9C78}">
      <dsp:nvSpPr>
        <dsp:cNvPr id="0" name=""/>
        <dsp:cNvSpPr/>
      </dsp:nvSpPr>
      <dsp:spPr>
        <a:xfrm>
          <a:off x="4219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Discuss completed tasks, work in progress, and any impediments.</a:t>
          </a:r>
          <a:endParaRPr lang="en-US" sz="1200" kern="1200"/>
        </a:p>
      </dsp:txBody>
      <dsp:txXfrm>
        <a:off x="4219" y="2478449"/>
        <a:ext cx="2413125" cy="561333"/>
      </dsp:txXfrm>
    </dsp:sp>
    <dsp:sp modelId="{0918361E-C7FF-4837-9769-905E4819F083}">
      <dsp:nvSpPr>
        <dsp:cNvPr id="0" name=""/>
        <dsp:cNvSpPr/>
      </dsp:nvSpPr>
      <dsp:spPr>
        <a:xfrm>
          <a:off x="3623906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ABB03-8F3F-4223-8BD2-0202814C4990}">
      <dsp:nvSpPr>
        <dsp:cNvPr id="0" name=""/>
        <dsp:cNvSpPr/>
      </dsp:nvSpPr>
      <dsp:spPr>
        <a:xfrm>
          <a:off x="2839641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/>
            <a:t>Yesterday's Achievements:</a:t>
          </a:r>
          <a:endParaRPr lang="en-US" sz="1600" kern="1200"/>
        </a:p>
      </dsp:txBody>
      <dsp:txXfrm>
        <a:off x="2839641" y="2078745"/>
        <a:ext cx="2413125" cy="361968"/>
      </dsp:txXfrm>
    </dsp:sp>
    <dsp:sp modelId="{F4510CD9-A854-4512-9FE1-FDBFAEE85D19}">
      <dsp:nvSpPr>
        <dsp:cNvPr id="0" name=""/>
        <dsp:cNvSpPr/>
      </dsp:nvSpPr>
      <dsp:spPr>
        <a:xfrm>
          <a:off x="2839641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Any completed tasks, resolved issues, or any other significant achievements.</a:t>
          </a:r>
          <a:endParaRPr lang="en-US" sz="1200" kern="1200"/>
        </a:p>
      </dsp:txBody>
      <dsp:txXfrm>
        <a:off x="2839641" y="2478449"/>
        <a:ext cx="2413125" cy="561333"/>
      </dsp:txXfrm>
    </dsp:sp>
    <dsp:sp modelId="{B5911BE6-CEF4-4E5A-BDC0-D582F3CD8A50}">
      <dsp:nvSpPr>
        <dsp:cNvPr id="0" name=""/>
        <dsp:cNvSpPr/>
      </dsp:nvSpPr>
      <dsp:spPr>
        <a:xfrm>
          <a:off x="6459328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881EA-A2B6-4E62-A14F-658F6DF891FB}">
      <dsp:nvSpPr>
        <dsp:cNvPr id="0" name=""/>
        <dsp:cNvSpPr/>
      </dsp:nvSpPr>
      <dsp:spPr>
        <a:xfrm>
          <a:off x="5675062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/>
            <a:t>Today's Plan:</a:t>
          </a:r>
          <a:endParaRPr lang="en-US" sz="1600" kern="1200"/>
        </a:p>
      </dsp:txBody>
      <dsp:txXfrm>
        <a:off x="5675062" y="2078745"/>
        <a:ext cx="2413125" cy="361968"/>
      </dsp:txXfrm>
    </dsp:sp>
    <dsp:sp modelId="{7D27F4F8-480F-4EF5-A2F7-443787C6C6CB}">
      <dsp:nvSpPr>
        <dsp:cNvPr id="0" name=""/>
        <dsp:cNvSpPr/>
      </dsp:nvSpPr>
      <dsp:spPr>
        <a:xfrm>
          <a:off x="5675062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Mention tasks to complete and any new work.</a:t>
          </a:r>
          <a:endParaRPr lang="en-US" sz="1200" kern="1200"/>
        </a:p>
      </dsp:txBody>
      <dsp:txXfrm>
        <a:off x="5675062" y="2478449"/>
        <a:ext cx="2413125" cy="561333"/>
      </dsp:txXfrm>
    </dsp:sp>
    <dsp:sp modelId="{A7B544CB-F6F4-4930-B0EE-9774AA90ACF6}">
      <dsp:nvSpPr>
        <dsp:cNvPr id="0" name=""/>
        <dsp:cNvSpPr/>
      </dsp:nvSpPr>
      <dsp:spPr>
        <a:xfrm>
          <a:off x="9294750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7"/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01381-1D29-498F-907F-CD29ED4D88D2}">
      <dsp:nvSpPr>
        <dsp:cNvPr id="0" name=""/>
        <dsp:cNvSpPr/>
      </dsp:nvSpPr>
      <dsp:spPr>
        <a:xfrm>
          <a:off x="8510484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/>
            <a:t>Impediments and Obstacles:</a:t>
          </a:r>
          <a:endParaRPr lang="en-US" sz="1600" kern="1200"/>
        </a:p>
      </dsp:txBody>
      <dsp:txXfrm>
        <a:off x="8510484" y="2078745"/>
        <a:ext cx="2413125" cy="361968"/>
      </dsp:txXfrm>
    </dsp:sp>
    <dsp:sp modelId="{36BDAC9E-33BD-4FA0-B4D2-07F2D7AEF34A}">
      <dsp:nvSpPr>
        <dsp:cNvPr id="0" name=""/>
        <dsp:cNvSpPr/>
      </dsp:nvSpPr>
      <dsp:spPr>
        <a:xfrm>
          <a:off x="8510484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Identify any impediments or obstacles. The team to collaborate and escalate issues.</a:t>
          </a:r>
          <a:endParaRPr lang="en-US" sz="1200" kern="1200"/>
        </a:p>
      </dsp:txBody>
      <dsp:txXfrm>
        <a:off x="8510484" y="2478449"/>
        <a:ext cx="2413125" cy="5613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22B23-47D3-442A-AB9C-EDDD6511B190}">
      <dsp:nvSpPr>
        <dsp:cNvPr id="0" name=""/>
        <dsp:cNvSpPr/>
      </dsp:nvSpPr>
      <dsp:spPr>
        <a:xfrm>
          <a:off x="788484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4B97E-353B-4472-A0BD-B401F38AB3E7}">
      <dsp:nvSpPr>
        <dsp:cNvPr id="0" name=""/>
        <dsp:cNvSpPr/>
      </dsp:nvSpPr>
      <dsp:spPr>
        <a:xfrm>
          <a:off x="4219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Collaboration Opportunities:</a:t>
          </a:r>
          <a:endParaRPr lang="en-US" sz="1400" kern="1200"/>
        </a:p>
      </dsp:txBody>
      <dsp:txXfrm>
        <a:off x="4219" y="2078745"/>
        <a:ext cx="2413125" cy="361968"/>
      </dsp:txXfrm>
    </dsp:sp>
    <dsp:sp modelId="{B627C841-F7C2-4CFB-9084-3059ED28D50E}">
      <dsp:nvSpPr>
        <dsp:cNvPr id="0" name=""/>
        <dsp:cNvSpPr/>
      </dsp:nvSpPr>
      <dsp:spPr>
        <a:xfrm>
          <a:off x="4219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Discuss opportunities for collaboration or assistance.</a:t>
          </a:r>
          <a:endParaRPr lang="en-US" sz="1100" kern="1200"/>
        </a:p>
      </dsp:txBody>
      <dsp:txXfrm>
        <a:off x="4219" y="2478449"/>
        <a:ext cx="2413125" cy="561333"/>
      </dsp:txXfrm>
    </dsp:sp>
    <dsp:sp modelId="{F12B2B6E-FBF0-4E7A-99C0-52E20A706464}">
      <dsp:nvSpPr>
        <dsp:cNvPr id="0" name=""/>
        <dsp:cNvSpPr/>
      </dsp:nvSpPr>
      <dsp:spPr>
        <a:xfrm>
          <a:off x="3623906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D547B-8269-404D-86F4-E65A47AF2A37}">
      <dsp:nvSpPr>
        <dsp:cNvPr id="0" name=""/>
        <dsp:cNvSpPr/>
      </dsp:nvSpPr>
      <dsp:spPr>
        <a:xfrm>
          <a:off x="2839641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Dependencies:</a:t>
          </a:r>
          <a:endParaRPr lang="en-US" sz="1400" kern="1200"/>
        </a:p>
      </dsp:txBody>
      <dsp:txXfrm>
        <a:off x="2839641" y="2078745"/>
        <a:ext cx="2413125" cy="361968"/>
      </dsp:txXfrm>
    </dsp:sp>
    <dsp:sp modelId="{87F8E983-25E5-4F86-A93F-640142D34F63}">
      <dsp:nvSpPr>
        <dsp:cNvPr id="0" name=""/>
        <dsp:cNvSpPr/>
      </dsp:nvSpPr>
      <dsp:spPr>
        <a:xfrm>
          <a:off x="2839641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Discuss any dependencies between tasks or team members.</a:t>
          </a:r>
          <a:endParaRPr lang="en-US" sz="1100" kern="1200"/>
        </a:p>
      </dsp:txBody>
      <dsp:txXfrm>
        <a:off x="2839641" y="2478449"/>
        <a:ext cx="2413125" cy="561333"/>
      </dsp:txXfrm>
    </dsp:sp>
    <dsp:sp modelId="{B98D83E2-3FED-4126-9566-DBDD0ECF9690}">
      <dsp:nvSpPr>
        <dsp:cNvPr id="0" name=""/>
        <dsp:cNvSpPr/>
      </dsp:nvSpPr>
      <dsp:spPr>
        <a:xfrm>
          <a:off x="6459328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816D2-EDCE-41A7-9B35-486F64DF595D}">
      <dsp:nvSpPr>
        <dsp:cNvPr id="0" name=""/>
        <dsp:cNvSpPr/>
      </dsp:nvSpPr>
      <dsp:spPr>
        <a:xfrm>
          <a:off x="5675062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Adjustments to Sprint Backlog:</a:t>
          </a:r>
          <a:endParaRPr lang="en-US" sz="1400" kern="1200"/>
        </a:p>
      </dsp:txBody>
      <dsp:txXfrm>
        <a:off x="5675062" y="2078745"/>
        <a:ext cx="2413125" cy="361968"/>
      </dsp:txXfrm>
    </dsp:sp>
    <dsp:sp modelId="{D0076A0E-9E09-4AD5-AA21-EB691D80215D}">
      <dsp:nvSpPr>
        <dsp:cNvPr id="0" name=""/>
        <dsp:cNvSpPr/>
      </dsp:nvSpPr>
      <dsp:spPr>
        <a:xfrm>
          <a:off x="5675062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team may make adjustments such as set priorities or add new tasks.</a:t>
          </a:r>
          <a:endParaRPr lang="en-US" sz="1100" kern="1200"/>
        </a:p>
      </dsp:txBody>
      <dsp:txXfrm>
        <a:off x="5675062" y="2478449"/>
        <a:ext cx="2413125" cy="561333"/>
      </dsp:txXfrm>
    </dsp:sp>
    <dsp:sp modelId="{D74C668E-B124-4436-957B-5114100134F8}">
      <dsp:nvSpPr>
        <dsp:cNvPr id="0" name=""/>
        <dsp:cNvSpPr/>
      </dsp:nvSpPr>
      <dsp:spPr>
        <a:xfrm>
          <a:off x="9294750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D4630-2BBF-473F-83FD-7D5221B11007}">
      <dsp:nvSpPr>
        <dsp:cNvPr id="0" name=""/>
        <dsp:cNvSpPr/>
      </dsp:nvSpPr>
      <dsp:spPr>
        <a:xfrm>
          <a:off x="8510484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Availability and Capacity:</a:t>
          </a:r>
          <a:endParaRPr lang="en-US" sz="1400" kern="1200"/>
        </a:p>
      </dsp:txBody>
      <dsp:txXfrm>
        <a:off x="8510484" y="2078745"/>
        <a:ext cx="2413125" cy="361968"/>
      </dsp:txXfrm>
    </dsp:sp>
    <dsp:sp modelId="{5E777838-51BA-4102-81AA-8D95656AB1B7}">
      <dsp:nvSpPr>
        <dsp:cNvPr id="0" name=""/>
        <dsp:cNvSpPr/>
      </dsp:nvSpPr>
      <dsp:spPr>
        <a:xfrm>
          <a:off x="8510484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Communicate your availability and capacity for the day.</a:t>
          </a:r>
          <a:endParaRPr lang="en-US" sz="1100" kern="1200"/>
        </a:p>
      </dsp:txBody>
      <dsp:txXfrm>
        <a:off x="8510484" y="2478449"/>
        <a:ext cx="2413125" cy="561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B5F77-6D57-4CEA-9C06-44B8C7806252}">
      <dsp:nvSpPr>
        <dsp:cNvPr id="0" name=""/>
        <dsp:cNvSpPr/>
      </dsp:nvSpPr>
      <dsp:spPr>
        <a:xfrm>
          <a:off x="627750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503EE-087E-4C55-94BB-593BB55DE9E1}">
      <dsp:nvSpPr>
        <dsp:cNvPr id="0" name=""/>
        <dsp:cNvSpPr/>
      </dsp:nvSpPr>
      <dsp:spPr>
        <a:xfrm>
          <a:off x="5273" y="190451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Technical Insights:</a:t>
          </a:r>
          <a:endParaRPr lang="en-US" sz="1400" kern="1200"/>
        </a:p>
      </dsp:txBody>
      <dsp:txXfrm>
        <a:off x="5273" y="1904511"/>
        <a:ext cx="1915312" cy="395033"/>
      </dsp:txXfrm>
    </dsp:sp>
    <dsp:sp modelId="{8E38B6A9-032C-4A54-A4E3-6266034E5309}">
      <dsp:nvSpPr>
        <dsp:cNvPr id="0" name=""/>
        <dsp:cNvSpPr/>
      </dsp:nvSpPr>
      <dsp:spPr>
        <a:xfrm>
          <a:off x="5273" y="2337279"/>
          <a:ext cx="1915312" cy="70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Share any technical insights or discoveries with the team.</a:t>
          </a:r>
          <a:endParaRPr lang="en-US" sz="1100" kern="1200"/>
        </a:p>
      </dsp:txBody>
      <dsp:txXfrm>
        <a:off x="5273" y="2337279"/>
        <a:ext cx="1915312" cy="702503"/>
      </dsp:txXfrm>
    </dsp:sp>
    <dsp:sp modelId="{CCE9286C-8864-4DA5-9693-B351B7448C51}">
      <dsp:nvSpPr>
        <dsp:cNvPr id="0" name=""/>
        <dsp:cNvSpPr/>
      </dsp:nvSpPr>
      <dsp:spPr>
        <a:xfrm>
          <a:off x="2878242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70EB9-6BF1-4D8E-AEAB-DB8F0249E084}">
      <dsp:nvSpPr>
        <dsp:cNvPr id="0" name=""/>
        <dsp:cNvSpPr/>
      </dsp:nvSpPr>
      <dsp:spPr>
        <a:xfrm>
          <a:off x="2255766" y="190451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Testing Updates:</a:t>
          </a:r>
          <a:endParaRPr lang="en-US" sz="1400" kern="1200"/>
        </a:p>
      </dsp:txBody>
      <dsp:txXfrm>
        <a:off x="2255766" y="1904511"/>
        <a:ext cx="1915312" cy="395033"/>
      </dsp:txXfrm>
    </dsp:sp>
    <dsp:sp modelId="{3DB0FCE4-9174-4A11-913C-38E3665BFC68}">
      <dsp:nvSpPr>
        <dsp:cNvPr id="0" name=""/>
        <dsp:cNvSpPr/>
      </dsp:nvSpPr>
      <dsp:spPr>
        <a:xfrm>
          <a:off x="2255766" y="2337279"/>
          <a:ext cx="1915312" cy="70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Mention any test cases completed, ongoing testing, or issues discovered.</a:t>
          </a:r>
          <a:endParaRPr lang="en-US" sz="1100" kern="1200"/>
        </a:p>
      </dsp:txBody>
      <dsp:txXfrm>
        <a:off x="2255766" y="2337279"/>
        <a:ext cx="1915312" cy="702503"/>
      </dsp:txXfrm>
    </dsp:sp>
    <dsp:sp modelId="{8A326A32-0E3E-4587-BFE2-CC24BD5C6206}">
      <dsp:nvSpPr>
        <dsp:cNvPr id="0" name=""/>
        <dsp:cNvSpPr/>
      </dsp:nvSpPr>
      <dsp:spPr>
        <a:xfrm>
          <a:off x="5128734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DC726-3B6D-4C3A-B81E-629E8058B698}">
      <dsp:nvSpPr>
        <dsp:cNvPr id="0" name=""/>
        <dsp:cNvSpPr/>
      </dsp:nvSpPr>
      <dsp:spPr>
        <a:xfrm>
          <a:off x="4506258" y="190451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Continuous Integration and Deployment:</a:t>
          </a:r>
          <a:endParaRPr lang="en-US" sz="1400" kern="1200"/>
        </a:p>
      </dsp:txBody>
      <dsp:txXfrm>
        <a:off x="4506258" y="1904511"/>
        <a:ext cx="1915312" cy="395033"/>
      </dsp:txXfrm>
    </dsp:sp>
    <dsp:sp modelId="{98753522-E066-444F-B3FD-5FD2B2E6917B}">
      <dsp:nvSpPr>
        <dsp:cNvPr id="0" name=""/>
        <dsp:cNvSpPr/>
      </dsp:nvSpPr>
      <dsp:spPr>
        <a:xfrm>
          <a:off x="4506258" y="2337279"/>
          <a:ext cx="1915312" cy="70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Discuss updates related to continuous integration and deployment.</a:t>
          </a:r>
          <a:endParaRPr lang="en-US" sz="1100" kern="1200"/>
        </a:p>
      </dsp:txBody>
      <dsp:txXfrm>
        <a:off x="4506258" y="2337279"/>
        <a:ext cx="1915312" cy="702503"/>
      </dsp:txXfrm>
    </dsp:sp>
    <dsp:sp modelId="{0D73CE80-ACC2-469F-A058-4342DA70B8BD}">
      <dsp:nvSpPr>
        <dsp:cNvPr id="0" name=""/>
        <dsp:cNvSpPr/>
      </dsp:nvSpPr>
      <dsp:spPr>
        <a:xfrm>
          <a:off x="7379227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3B7AD-A804-4B1E-B4E7-CE7EA24D060D}">
      <dsp:nvSpPr>
        <dsp:cNvPr id="0" name=""/>
        <dsp:cNvSpPr/>
      </dsp:nvSpPr>
      <dsp:spPr>
        <a:xfrm>
          <a:off x="6756750" y="190451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Celebrate Successes:</a:t>
          </a:r>
          <a:endParaRPr lang="en-US" sz="1400" kern="1200"/>
        </a:p>
      </dsp:txBody>
      <dsp:txXfrm>
        <a:off x="6756750" y="1904511"/>
        <a:ext cx="1915312" cy="395033"/>
      </dsp:txXfrm>
    </dsp:sp>
    <dsp:sp modelId="{3DBC9F5E-7F91-47AC-B9F9-9144426674EF}">
      <dsp:nvSpPr>
        <dsp:cNvPr id="0" name=""/>
        <dsp:cNvSpPr/>
      </dsp:nvSpPr>
      <dsp:spPr>
        <a:xfrm>
          <a:off x="6756750" y="2337279"/>
          <a:ext cx="1915312" cy="70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Celebrate successes and the other team member’s contributions.</a:t>
          </a:r>
          <a:endParaRPr lang="en-US" sz="1100" kern="1200"/>
        </a:p>
      </dsp:txBody>
      <dsp:txXfrm>
        <a:off x="6756750" y="2337279"/>
        <a:ext cx="1915312" cy="702503"/>
      </dsp:txXfrm>
    </dsp:sp>
    <dsp:sp modelId="{6A44EBBA-820E-4857-9E61-704A0E3EC24D}">
      <dsp:nvSpPr>
        <dsp:cNvPr id="0" name=""/>
        <dsp:cNvSpPr/>
      </dsp:nvSpPr>
      <dsp:spPr>
        <a:xfrm>
          <a:off x="9629719" y="1153021"/>
          <a:ext cx="670359" cy="670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51E07-088B-43AE-ADFD-8EEAC16B1F54}">
      <dsp:nvSpPr>
        <dsp:cNvPr id="0" name=""/>
        <dsp:cNvSpPr/>
      </dsp:nvSpPr>
      <dsp:spPr>
        <a:xfrm>
          <a:off x="9007242" y="1904511"/>
          <a:ext cx="1915312" cy="395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Reflection on Agile Principles:</a:t>
          </a:r>
          <a:endParaRPr lang="en-US" sz="1400" kern="1200"/>
        </a:p>
      </dsp:txBody>
      <dsp:txXfrm>
        <a:off x="9007242" y="1904511"/>
        <a:ext cx="1915312" cy="395033"/>
      </dsp:txXfrm>
    </dsp:sp>
    <dsp:sp modelId="{A5CD5E58-7F80-4DC7-B638-65757BA0C074}">
      <dsp:nvSpPr>
        <dsp:cNvPr id="0" name=""/>
        <dsp:cNvSpPr/>
      </dsp:nvSpPr>
      <dsp:spPr>
        <a:xfrm>
          <a:off x="9007242" y="2337279"/>
          <a:ext cx="1915312" cy="70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Reflect on how well the team is adhering to Agile principles.</a:t>
          </a:r>
          <a:endParaRPr lang="en-US" sz="1100" kern="1200"/>
        </a:p>
      </dsp:txBody>
      <dsp:txXfrm>
        <a:off x="9007242" y="2337279"/>
        <a:ext cx="1915312" cy="7025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760B3-8746-4553-83F6-309C4A14C7C9}">
      <dsp:nvSpPr>
        <dsp:cNvPr id="0" name=""/>
        <dsp:cNvSpPr/>
      </dsp:nvSpPr>
      <dsp:spPr>
        <a:xfrm>
          <a:off x="461869" y="477008"/>
          <a:ext cx="7268992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During the meeting, the following points are discussed by every participant:</a:t>
          </a:r>
          <a:endParaRPr lang="en-US" sz="2400" kern="1200" dirty="0"/>
        </a:p>
      </dsp:txBody>
      <dsp:txXfrm>
        <a:off x="521268" y="536407"/>
        <a:ext cx="7150194" cy="1098002"/>
      </dsp:txXfrm>
    </dsp:sp>
    <dsp:sp modelId="{6C73D7CB-A877-40FA-9425-9EE8E036C3F9}">
      <dsp:nvSpPr>
        <dsp:cNvPr id="0" name=""/>
        <dsp:cNvSpPr/>
      </dsp:nvSpPr>
      <dsp:spPr>
        <a:xfrm>
          <a:off x="0" y="1772698"/>
          <a:ext cx="8137236" cy="28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5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What did I do </a:t>
          </a:r>
          <a:r>
            <a:rPr lang="en-GB" sz="2400" b="1" kern="1200" dirty="0"/>
            <a:t>yesterday</a:t>
          </a:r>
          <a:r>
            <a:rPr lang="en-GB" sz="2400" kern="1200" dirty="0"/>
            <a:t> that helped meet the sprint goal?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What will I do </a:t>
          </a:r>
          <a:r>
            <a:rPr lang="en-GB" sz="2400" b="1" kern="1200" dirty="0"/>
            <a:t>today</a:t>
          </a:r>
          <a:r>
            <a:rPr lang="en-GB" sz="2400" kern="1200" dirty="0"/>
            <a:t> to help meet the sprint goal?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/>
            <a:t>Do I see any </a:t>
          </a:r>
          <a:r>
            <a:rPr lang="en-GB" sz="2400" b="1" kern="1200" dirty="0"/>
            <a:t>future impediments</a:t>
          </a:r>
          <a:r>
            <a:rPr lang="en-GB" sz="2400" kern="1200" dirty="0"/>
            <a:t> that prevents the team from meeting the sprint goal?</a:t>
          </a:r>
          <a:endParaRPr lang="en-US" sz="2400" kern="1200" dirty="0"/>
        </a:p>
      </dsp:txBody>
      <dsp:txXfrm>
        <a:off x="0" y="1772698"/>
        <a:ext cx="8137236" cy="28255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EEA39-D7C4-4502-810D-6E2B1E9C79BB}">
      <dsp:nvSpPr>
        <dsp:cNvPr id="0" name=""/>
        <dsp:cNvSpPr/>
      </dsp:nvSpPr>
      <dsp:spPr>
        <a:xfrm>
          <a:off x="0" y="1653"/>
          <a:ext cx="79346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6862D-B4BB-4FFF-A4F5-87FB024AB684}">
      <dsp:nvSpPr>
        <dsp:cNvPr id="0" name=""/>
        <dsp:cNvSpPr/>
      </dsp:nvSpPr>
      <dsp:spPr>
        <a:xfrm>
          <a:off x="0" y="1653"/>
          <a:ext cx="1586926" cy="2729422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How do we know something meets the definition of Done (DOD)?</a:t>
          </a:r>
          <a:endParaRPr lang="en-US" sz="2000" b="1" kern="1200" dirty="0"/>
        </a:p>
      </dsp:txBody>
      <dsp:txXfrm>
        <a:off x="0" y="1653"/>
        <a:ext cx="1586926" cy="2729422"/>
      </dsp:txXfrm>
    </dsp:sp>
    <dsp:sp modelId="{C531C7CF-27A1-476A-B68B-68BD3113B63F}">
      <dsp:nvSpPr>
        <dsp:cNvPr id="0" name=""/>
        <dsp:cNvSpPr/>
      </dsp:nvSpPr>
      <dsp:spPr>
        <a:xfrm>
          <a:off x="1705945" y="85348"/>
          <a:ext cx="6228685" cy="719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The work (PBI) is developed tested</a:t>
          </a:r>
          <a:endParaRPr lang="en-US" sz="1600" kern="1200" dirty="0"/>
        </a:p>
      </dsp:txBody>
      <dsp:txXfrm>
        <a:off x="1705945" y="85348"/>
        <a:ext cx="6228685" cy="719494"/>
      </dsp:txXfrm>
    </dsp:sp>
    <dsp:sp modelId="{661389F7-5392-4F85-A7EE-C31AD8978DD2}">
      <dsp:nvSpPr>
        <dsp:cNvPr id="0" name=""/>
        <dsp:cNvSpPr/>
      </dsp:nvSpPr>
      <dsp:spPr>
        <a:xfrm>
          <a:off x="1586926" y="804842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29B5B-BF8F-4C67-A7E9-FB600BEBF091}">
      <dsp:nvSpPr>
        <dsp:cNvPr id="0" name=""/>
        <dsp:cNvSpPr/>
      </dsp:nvSpPr>
      <dsp:spPr>
        <a:xfrm>
          <a:off x="1705945" y="888537"/>
          <a:ext cx="6228685" cy="796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Meet all the acceptance criteria  </a:t>
          </a:r>
          <a:endParaRPr lang="en-US" sz="1600" kern="1200" dirty="0"/>
        </a:p>
      </dsp:txBody>
      <dsp:txXfrm>
        <a:off x="1705945" y="888537"/>
        <a:ext cx="6228685" cy="796828"/>
      </dsp:txXfrm>
    </dsp:sp>
    <dsp:sp modelId="{37F654F6-E72D-4436-BD4F-392B4BB1FBDD}">
      <dsp:nvSpPr>
        <dsp:cNvPr id="0" name=""/>
        <dsp:cNvSpPr/>
      </dsp:nvSpPr>
      <dsp:spPr>
        <a:xfrm>
          <a:off x="1586926" y="1685366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5160F-0C29-4B3A-B405-BFBABD88D91F}">
      <dsp:nvSpPr>
        <dsp:cNvPr id="0" name=""/>
        <dsp:cNvSpPr/>
      </dsp:nvSpPr>
      <dsp:spPr>
        <a:xfrm>
          <a:off x="1705945" y="1769061"/>
          <a:ext cx="6228685" cy="877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Is deployed on the test server for further tests </a:t>
          </a:r>
          <a:br>
            <a:rPr lang="en-GB" sz="1600" kern="1200" dirty="0"/>
          </a:br>
          <a:r>
            <a:rPr lang="en-GB" sz="1600" kern="1200" dirty="0"/>
            <a:t>Is a potentially Shippable software.</a:t>
          </a:r>
          <a:endParaRPr lang="en-US" sz="1600" kern="1200" dirty="0"/>
        </a:p>
      </dsp:txBody>
      <dsp:txXfrm>
        <a:off x="1705945" y="1769061"/>
        <a:ext cx="6228685" cy="877728"/>
      </dsp:txXfrm>
    </dsp:sp>
    <dsp:sp modelId="{73F621F4-C457-4469-9D9B-3AF88DB414D8}">
      <dsp:nvSpPr>
        <dsp:cNvPr id="0" name=""/>
        <dsp:cNvSpPr/>
      </dsp:nvSpPr>
      <dsp:spPr>
        <a:xfrm>
          <a:off x="1586926" y="2646789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18A103-3897-4D33-886B-9861AA8B144E}">
      <dsp:nvSpPr>
        <dsp:cNvPr id="0" name=""/>
        <dsp:cNvSpPr/>
      </dsp:nvSpPr>
      <dsp:spPr>
        <a:xfrm>
          <a:off x="0" y="2731076"/>
          <a:ext cx="79346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BECEB-7FC5-4326-8BE2-D456801F0D05}">
      <dsp:nvSpPr>
        <dsp:cNvPr id="0" name=""/>
        <dsp:cNvSpPr/>
      </dsp:nvSpPr>
      <dsp:spPr>
        <a:xfrm>
          <a:off x="0" y="2731076"/>
          <a:ext cx="7934631" cy="459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chemeClr val="accent1">
                  <a:lumMod val="75000"/>
                </a:schemeClr>
              </a:solidFill>
            </a:rPr>
            <a:t>DoD is determined by the Scrum Team </a:t>
          </a:r>
          <a:endParaRPr lang="en-US" sz="2000" b="1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0" y="2731076"/>
        <a:ext cx="7934631" cy="459307"/>
      </dsp:txXfrm>
    </dsp:sp>
    <dsp:sp modelId="{0721D1C5-8DAE-42DA-9606-6AB7D93B37DD}">
      <dsp:nvSpPr>
        <dsp:cNvPr id="0" name=""/>
        <dsp:cNvSpPr/>
      </dsp:nvSpPr>
      <dsp:spPr>
        <a:xfrm>
          <a:off x="0" y="3190383"/>
          <a:ext cx="79346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06876-CDC5-4F54-B10B-894119A4E43B}">
      <dsp:nvSpPr>
        <dsp:cNvPr id="0" name=""/>
        <dsp:cNvSpPr/>
      </dsp:nvSpPr>
      <dsp:spPr>
        <a:xfrm>
          <a:off x="31548" y="3169448"/>
          <a:ext cx="1586926" cy="2729422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Checklist </a:t>
          </a:r>
          <a:endParaRPr lang="en-US" sz="2400" kern="1200" dirty="0"/>
        </a:p>
      </dsp:txBody>
      <dsp:txXfrm>
        <a:off x="31548" y="3169448"/>
        <a:ext cx="1586926" cy="2729422"/>
      </dsp:txXfrm>
    </dsp:sp>
    <dsp:sp modelId="{EA398EF4-BCE4-4E8D-9674-9670840B580F}">
      <dsp:nvSpPr>
        <dsp:cNvPr id="0" name=""/>
        <dsp:cNvSpPr/>
      </dsp:nvSpPr>
      <dsp:spPr>
        <a:xfrm>
          <a:off x="1705945" y="3206526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/>
            <a:t>Code commented, checked in and in the current version in source control </a:t>
          </a:r>
          <a:endParaRPr lang="en-US" sz="1600" kern="1200" dirty="0"/>
        </a:p>
      </dsp:txBody>
      <dsp:txXfrm>
        <a:off x="1705945" y="3206526"/>
        <a:ext cx="6228685" cy="322852"/>
      </dsp:txXfrm>
    </dsp:sp>
    <dsp:sp modelId="{0050F771-E09B-454E-8911-AC5662F115A5}">
      <dsp:nvSpPr>
        <dsp:cNvPr id="0" name=""/>
        <dsp:cNvSpPr/>
      </dsp:nvSpPr>
      <dsp:spPr>
        <a:xfrm>
          <a:off x="1586926" y="3529379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4459B-2711-4CA2-8FFA-57CCB674ECFA}">
      <dsp:nvSpPr>
        <dsp:cNvPr id="0" name=""/>
        <dsp:cNvSpPr/>
      </dsp:nvSpPr>
      <dsp:spPr>
        <a:xfrm>
          <a:off x="1705945" y="3545521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Peer reviewed</a:t>
          </a:r>
          <a:endParaRPr lang="en-US" sz="1400" kern="1200" dirty="0"/>
        </a:p>
      </dsp:txBody>
      <dsp:txXfrm>
        <a:off x="1705945" y="3545521"/>
        <a:ext cx="6228685" cy="322852"/>
      </dsp:txXfrm>
    </dsp:sp>
    <dsp:sp modelId="{E6F2C965-A9C2-438F-A905-8C16A13E7797}">
      <dsp:nvSpPr>
        <dsp:cNvPr id="0" name=""/>
        <dsp:cNvSpPr/>
      </dsp:nvSpPr>
      <dsp:spPr>
        <a:xfrm>
          <a:off x="1586926" y="3868374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217BB-9132-4CCE-A85C-242EA652A712}">
      <dsp:nvSpPr>
        <dsp:cNvPr id="0" name=""/>
        <dsp:cNvSpPr/>
      </dsp:nvSpPr>
      <dsp:spPr>
        <a:xfrm>
          <a:off x="1705945" y="3884517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Meets the company's development standards </a:t>
          </a:r>
          <a:endParaRPr lang="en-US" sz="1400" kern="1200" dirty="0"/>
        </a:p>
      </dsp:txBody>
      <dsp:txXfrm>
        <a:off x="1705945" y="3884517"/>
        <a:ext cx="6228685" cy="322852"/>
      </dsp:txXfrm>
    </dsp:sp>
    <dsp:sp modelId="{CC36AFD5-C6FF-407E-9922-2BFCF6A00083}">
      <dsp:nvSpPr>
        <dsp:cNvPr id="0" name=""/>
        <dsp:cNvSpPr/>
      </dsp:nvSpPr>
      <dsp:spPr>
        <a:xfrm>
          <a:off x="1586926" y="4207370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EAACF-EB92-4AC3-8934-89AF242B4FE8}">
      <dsp:nvSpPr>
        <dsp:cNvPr id="0" name=""/>
        <dsp:cNvSpPr/>
      </dsp:nvSpPr>
      <dsp:spPr>
        <a:xfrm>
          <a:off x="1705945" y="4223512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Unit tested and all the tests have passed</a:t>
          </a:r>
          <a:endParaRPr lang="en-US" sz="1400" kern="1200" dirty="0"/>
        </a:p>
      </dsp:txBody>
      <dsp:txXfrm>
        <a:off x="1705945" y="4223512"/>
        <a:ext cx="6228685" cy="322852"/>
      </dsp:txXfrm>
    </dsp:sp>
    <dsp:sp modelId="{071825C8-BE1B-48FD-A8E8-A96564A80951}">
      <dsp:nvSpPr>
        <dsp:cNvPr id="0" name=""/>
        <dsp:cNvSpPr/>
      </dsp:nvSpPr>
      <dsp:spPr>
        <a:xfrm>
          <a:off x="1586926" y="4546365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7FA6A-457F-457C-A2A9-B52F4C4445A9}">
      <dsp:nvSpPr>
        <dsp:cNvPr id="0" name=""/>
        <dsp:cNvSpPr/>
      </dsp:nvSpPr>
      <dsp:spPr>
        <a:xfrm>
          <a:off x="1705945" y="4562508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Deployed to system test environment and has passed all the system tests </a:t>
          </a:r>
          <a:endParaRPr lang="en-US" sz="1400" kern="1200" dirty="0"/>
        </a:p>
      </dsp:txBody>
      <dsp:txXfrm>
        <a:off x="1705945" y="4562508"/>
        <a:ext cx="6228685" cy="322852"/>
      </dsp:txXfrm>
    </dsp:sp>
    <dsp:sp modelId="{FB61FED3-DCF4-44FB-ABC6-79D40A4CF25F}">
      <dsp:nvSpPr>
        <dsp:cNvPr id="0" name=""/>
        <dsp:cNvSpPr/>
      </dsp:nvSpPr>
      <dsp:spPr>
        <a:xfrm>
          <a:off x="1586926" y="4885361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18F58-F116-4252-883E-9E7FC241F7B9}">
      <dsp:nvSpPr>
        <dsp:cNvPr id="0" name=""/>
        <dsp:cNvSpPr/>
      </dsp:nvSpPr>
      <dsp:spPr>
        <a:xfrm>
          <a:off x="1705945" y="4901503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Passed UAT (user Acceptance Tests)</a:t>
          </a:r>
          <a:endParaRPr lang="en-US" sz="1400" kern="1200" dirty="0"/>
        </a:p>
      </dsp:txBody>
      <dsp:txXfrm>
        <a:off x="1705945" y="4901503"/>
        <a:ext cx="6228685" cy="322852"/>
      </dsp:txXfrm>
    </dsp:sp>
    <dsp:sp modelId="{873EBD28-2B6F-4142-AE77-87B1DA73D44C}">
      <dsp:nvSpPr>
        <dsp:cNvPr id="0" name=""/>
        <dsp:cNvSpPr/>
      </dsp:nvSpPr>
      <dsp:spPr>
        <a:xfrm>
          <a:off x="1586926" y="5224356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ECC7A-8ADA-437D-B5AC-6BCFAA12E3A4}">
      <dsp:nvSpPr>
        <dsp:cNvPr id="0" name=""/>
        <dsp:cNvSpPr/>
      </dsp:nvSpPr>
      <dsp:spPr>
        <a:xfrm>
          <a:off x="1705945" y="5240499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Has all the relevant documentation and all the docs are updated </a:t>
          </a:r>
          <a:endParaRPr lang="en-US" sz="1400" kern="1200" dirty="0"/>
        </a:p>
      </dsp:txBody>
      <dsp:txXfrm>
        <a:off x="1705945" y="5240499"/>
        <a:ext cx="6228685" cy="322852"/>
      </dsp:txXfrm>
    </dsp:sp>
    <dsp:sp modelId="{28C533D7-C036-4476-A854-8FEF96F51B03}">
      <dsp:nvSpPr>
        <dsp:cNvPr id="0" name=""/>
        <dsp:cNvSpPr/>
      </dsp:nvSpPr>
      <dsp:spPr>
        <a:xfrm>
          <a:off x="1586926" y="5563352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21E65-088B-4018-897C-780B53DE79B4}">
      <dsp:nvSpPr>
        <dsp:cNvPr id="0" name=""/>
        <dsp:cNvSpPr/>
      </dsp:nvSpPr>
      <dsp:spPr>
        <a:xfrm>
          <a:off x="1705945" y="5579495"/>
          <a:ext cx="6228685" cy="322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/>
            <a:t>Remaining hours is zero and task closed and shown in the burndown chart</a:t>
          </a:r>
          <a:endParaRPr lang="en-US" sz="1400" kern="1200"/>
        </a:p>
      </dsp:txBody>
      <dsp:txXfrm>
        <a:off x="1705945" y="5579495"/>
        <a:ext cx="6228685" cy="322852"/>
      </dsp:txXfrm>
    </dsp:sp>
    <dsp:sp modelId="{093C30CC-7E3A-408E-AB56-3437249E6CF1}">
      <dsp:nvSpPr>
        <dsp:cNvPr id="0" name=""/>
        <dsp:cNvSpPr/>
      </dsp:nvSpPr>
      <dsp:spPr>
        <a:xfrm>
          <a:off x="1586926" y="5902347"/>
          <a:ext cx="63477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EFE3A-F21D-4458-A08D-4A2915D795FA}">
      <dsp:nvSpPr>
        <dsp:cNvPr id="0" name=""/>
        <dsp:cNvSpPr/>
      </dsp:nvSpPr>
      <dsp:spPr>
        <a:xfrm>
          <a:off x="1203059" y="273194"/>
          <a:ext cx="862312" cy="862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3D37E-2DB3-41A1-8580-F8338B155D93}">
      <dsp:nvSpPr>
        <dsp:cNvPr id="0" name=""/>
        <dsp:cNvSpPr/>
      </dsp:nvSpPr>
      <dsp:spPr>
        <a:xfrm>
          <a:off x="676090" y="1442672"/>
          <a:ext cx="191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What Sprint Backlog is</a:t>
          </a:r>
          <a:endParaRPr lang="en-US" sz="1400" kern="1200" dirty="0"/>
        </a:p>
      </dsp:txBody>
      <dsp:txXfrm>
        <a:off x="676090" y="1442672"/>
        <a:ext cx="1916250" cy="877500"/>
      </dsp:txXfrm>
    </dsp:sp>
    <dsp:sp modelId="{AF29912A-9981-4C33-A913-667743B023C6}">
      <dsp:nvSpPr>
        <dsp:cNvPr id="0" name=""/>
        <dsp:cNvSpPr/>
      </dsp:nvSpPr>
      <dsp:spPr>
        <a:xfrm>
          <a:off x="3671211" y="397285"/>
          <a:ext cx="429199" cy="5436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7B7B8-C7A6-4C61-B025-35C712309D46}">
      <dsp:nvSpPr>
        <dsp:cNvPr id="0" name=""/>
        <dsp:cNvSpPr/>
      </dsp:nvSpPr>
      <dsp:spPr>
        <a:xfrm>
          <a:off x="2927685" y="1318581"/>
          <a:ext cx="191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When to move features to the Doing List</a:t>
          </a:r>
          <a:endParaRPr lang="en-US" sz="1400" kern="1200" dirty="0"/>
        </a:p>
      </dsp:txBody>
      <dsp:txXfrm>
        <a:off x="2927685" y="1318581"/>
        <a:ext cx="1916250" cy="877500"/>
      </dsp:txXfrm>
    </dsp:sp>
    <dsp:sp modelId="{7AFADA7E-A7E2-4591-A6B0-9EC8BAAE6CF1}">
      <dsp:nvSpPr>
        <dsp:cNvPr id="0" name=""/>
        <dsp:cNvSpPr/>
      </dsp:nvSpPr>
      <dsp:spPr>
        <a:xfrm>
          <a:off x="1203059" y="2799234"/>
          <a:ext cx="862312" cy="862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A3D3C-AA7C-406C-A5DF-C0FC0B35D990}">
      <dsp:nvSpPr>
        <dsp:cNvPr id="0" name=""/>
        <dsp:cNvSpPr/>
      </dsp:nvSpPr>
      <dsp:spPr>
        <a:xfrm>
          <a:off x="676090" y="3968712"/>
          <a:ext cx="191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How to use the DoD </a:t>
          </a:r>
          <a:br>
            <a:rPr lang="en-GB" sz="1400" kern="1200" dirty="0"/>
          </a:br>
          <a:r>
            <a:rPr lang="en-GB" sz="1400" kern="1200" dirty="0"/>
            <a:t>(definition of Done) to move a feature from Doing to Done</a:t>
          </a:r>
          <a:endParaRPr lang="en-US" sz="1400" kern="1200" dirty="0"/>
        </a:p>
      </dsp:txBody>
      <dsp:txXfrm>
        <a:off x="676090" y="3968712"/>
        <a:ext cx="1916250" cy="877500"/>
      </dsp:txXfrm>
    </dsp:sp>
    <dsp:sp modelId="{D03C5A6D-558D-4F56-8AB7-F942E73B02F4}">
      <dsp:nvSpPr>
        <dsp:cNvPr id="0" name=""/>
        <dsp:cNvSpPr/>
      </dsp:nvSpPr>
      <dsp:spPr>
        <a:xfrm>
          <a:off x="3454654" y="2799234"/>
          <a:ext cx="862312" cy="8623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2937B-9204-4954-AFD5-BA929905B7B6}">
      <dsp:nvSpPr>
        <dsp:cNvPr id="0" name=""/>
        <dsp:cNvSpPr/>
      </dsp:nvSpPr>
      <dsp:spPr>
        <a:xfrm>
          <a:off x="2927685" y="3968712"/>
          <a:ext cx="191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What the Done List is</a:t>
          </a:r>
          <a:endParaRPr lang="en-US" sz="1400" kern="1200" dirty="0"/>
        </a:p>
      </dsp:txBody>
      <dsp:txXfrm>
        <a:off x="2927685" y="3968712"/>
        <a:ext cx="1916250" cy="87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B9E01-E500-43EC-B2B2-36AA03D255C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6BF99-47DC-4DF3-8794-84E9806A7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94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481A-84DA-4CB8-92C4-92B37884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7888B-803F-4E0D-BF32-985F0AE1E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5DF84-2CEB-42A0-9647-4BD5B2FF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1B841-9365-47C0-883A-D803F921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EAA32-5653-4034-B963-73D86D91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47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3AA7-298E-4548-B04A-39AEFD2E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98215-6D07-4D45-A4B2-1FC8E63CA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34A0-9FAB-41C8-9982-4BE08C19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D87C5-74B8-4020-96AA-31F19688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3766-7478-4030-BBB2-157BF013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11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D3B6-2BC5-4C5A-936F-0B3E052E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F32BA-B31A-457B-B8B1-C335B2849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A8A36-275C-4541-93EA-63B42BB3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E0310-C042-4515-93CD-3FAD4C70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5B7C-0FA3-4917-986E-4FA0E8A8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587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870E-D88F-4427-94FE-334750C8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1DCE1-F61E-4886-A2B6-9390703D1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70187-0086-49D5-A669-5409079E6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79D7-355C-4F63-BEDC-D4E66E46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0958E-34CE-47CC-BFE8-405BC0CC4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C974D-E69C-4B2F-B753-50F312E1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37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267C-8BD4-46C5-BFE6-7A376DEA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06524-46C7-4250-979F-F3EA85953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272D9-E1A0-40E6-AE84-725B20197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4E617-C3A2-4BA6-91ED-BFFC38BB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CEBA8-6628-4BE2-9DFF-077E7C41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CC658-B55E-4B51-B0FA-BE584E96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11055-C216-4AEB-9242-C368AA67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C0FC6-1ACE-43FB-A5BB-4237641D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0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7F29-1733-4D23-8123-727C59BC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0A4FA-8158-41FD-8F3C-11FC9FD9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1794E-B02D-40ED-B193-19286783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28E50-C76E-44E8-9DD2-254AD4DB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30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2BCEC-993B-4E84-AAF2-18849C63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933DB-3615-43F5-906E-1CDF4511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3BE19-64A2-4DD2-B66B-E994EEF6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65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2841-FE07-4AB3-A106-A910A79D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ECBE9-0F62-489B-8B21-EB586C89F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55BC4-3B4B-4D2C-8466-80E43E13C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81FB7-5B12-4549-9528-9EBC3477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BC56E-D991-4450-B414-8F88B0D1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3955F-D3B3-4B04-8D9C-66482C00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32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C6FE-F7A0-45DC-8625-2814A9CF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6863B-2FA5-49DE-8F3D-35A400D3A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4E180-5E54-43DC-B344-B21CF3147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2EE68-6CE3-41D3-B127-6239C3B1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370F3-0169-4C1D-9440-A4857CE2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3DDA-D388-4BD6-8805-7D58437B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16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A112-B290-4CB9-83FD-67397AEB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724C9-4867-40EC-94C9-112D11920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B705-B13F-4AB2-9265-E833535E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B18D0-D5DB-42DF-A647-C882C7E0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77414-5471-46E9-8F9B-2B4777D8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7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44B56-1174-4220-9FD2-67212EBAC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76298-5A23-4385-ADE3-32B0AD92F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B275F-C343-4D39-80C7-742FFE2F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6E038-7250-43C7-9A59-7DAF0831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90D6-FA75-45A2-A023-3AEB3857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031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53915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43058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25788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BBD6D-C657-4146-A2E5-D6E1873E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F0D0F-D575-4247-980E-5C24C9AD0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AFC97-4C4B-4A60-83A5-4719752F5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CDBD3-4138-4BC1-8B3F-074CAAE0D71B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0D62-7406-4F14-B623-0EA1C827A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222E5-79EF-4BDE-AA70-D28069C97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524CC-D725-4A04-9B64-B1AE47875E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4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 defTabSz="762000"/>
            <a:endParaRPr lang="en-GB" sz="3600" b="1" baseline="30000">
              <a:cs typeface="Arial" charset="0"/>
            </a:endParaRPr>
          </a:p>
          <a:p>
            <a:endParaRPr lang="en-GB" sz="3200"/>
          </a:p>
          <a:p>
            <a:endParaRPr lang="en-GB" sz="140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" dirty="0">
                <a:latin typeface="+mj-lt"/>
              </a:rPr>
            </a:br>
            <a:r>
              <a:rPr lang="en" dirty="0">
                <a:latin typeface="+mj-lt"/>
              </a:rPr>
              <a:t>The </a:t>
            </a:r>
            <a:r>
              <a:rPr lang="en" dirty="0"/>
              <a:t>Sprint</a:t>
            </a:r>
            <a:endParaRPr lang="en-GB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0576502-2F31-2563-E178-232CE8BBAB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105719"/>
              </p:ext>
            </p:extLst>
          </p:nvPr>
        </p:nvGraphicFramePr>
        <p:xfrm>
          <a:off x="4769282" y="878930"/>
          <a:ext cx="7031038" cy="5269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E4038-EC05-44D3-80BE-2A1A0A84D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Sprint backlog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E3376-55CC-4180-A858-7538C724E5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Sprint Backlog</a:t>
            </a:r>
          </a:p>
          <a:p>
            <a:r>
              <a:rPr lang="en-GB" sz="2400" dirty="0"/>
              <a:t>Is the list that contains the product features that the development team have committed complete in this Sprint.  All the features are at the </a:t>
            </a:r>
            <a:r>
              <a:rPr lang="en-GB" sz="2400" dirty="0" err="1"/>
              <a:t>DoR</a:t>
            </a:r>
            <a:r>
              <a:rPr lang="en-GB" sz="2400" dirty="0"/>
              <a:t> state.</a:t>
            </a:r>
          </a:p>
          <a:p>
            <a:endParaRPr lang="en-GB" sz="2400" dirty="0"/>
          </a:p>
        </p:txBody>
      </p:sp>
      <p:pic>
        <p:nvPicPr>
          <p:cNvPr id="1026" name="Picture 2" descr="Software scrum agile board, concept">
            <a:extLst>
              <a:ext uri="{FF2B5EF4-FFF2-40B4-BE49-F238E27FC236}">
                <a16:creationId xmlns:a16="http://schemas.microsoft.com/office/drawing/2014/main" id="{E07878A5-A0C9-FD87-C2E6-60BED8E3E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3500438"/>
            <a:ext cx="3924300" cy="26141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6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1FD8F1-3686-4D1F-92F9-D759C51682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Doing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C27A7-7DD0-4099-B1C0-B8F48D6CB8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607036"/>
            <a:ext cx="6770688" cy="5119407"/>
          </a:xfrm>
        </p:spPr>
        <p:txBody>
          <a:bodyPr>
            <a:normAutofit/>
          </a:bodyPr>
          <a:lstStyle/>
          <a:p>
            <a:r>
              <a:rPr lang="en-GB" sz="2400" b="1" dirty="0"/>
              <a:t>Doing List</a:t>
            </a:r>
          </a:p>
          <a:p>
            <a:br>
              <a:rPr lang="en-GB" sz="1050" dirty="0"/>
            </a:br>
            <a:r>
              <a:rPr lang="en-GB" sz="2400" dirty="0"/>
              <a:t>When a </a:t>
            </a:r>
            <a:r>
              <a:rPr lang="en-GB" sz="2400" b="1" dirty="0"/>
              <a:t>developer begins work on an item </a:t>
            </a:r>
            <a:r>
              <a:rPr lang="en-GB" sz="2400" dirty="0"/>
              <a:t>in the Sprint Backlog list </a:t>
            </a:r>
            <a:r>
              <a:rPr lang="en-GB" sz="2400" b="1" dirty="0"/>
              <a:t>that item is moved from the Sprint Backlog to the Doing list.</a:t>
            </a:r>
          </a:p>
        </p:txBody>
      </p:sp>
      <p:pic>
        <p:nvPicPr>
          <p:cNvPr id="2050" name="Picture 2" descr="Kanban board with blank sticky note papers for writing task.">
            <a:extLst>
              <a:ext uri="{FF2B5EF4-FFF2-40B4-BE49-F238E27FC236}">
                <a16:creationId xmlns:a16="http://schemas.microsoft.com/office/drawing/2014/main" id="{36C06245-74C9-F6F3-5F3B-429304B4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49" y="2671763"/>
            <a:ext cx="4943475" cy="379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46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19CDA-F19A-4776-B2F7-FB29DD11D1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Daily Stand 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D82EA-C87A-4EDD-BF7E-2130589F7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1468" y="797536"/>
            <a:ext cx="7177954" cy="5119407"/>
          </a:xfrm>
        </p:spPr>
        <p:txBody>
          <a:bodyPr>
            <a:normAutofit/>
          </a:bodyPr>
          <a:lstStyle/>
          <a:p>
            <a:r>
              <a:rPr lang="en-GB" sz="2400" b="1" dirty="0"/>
              <a:t>Daily </a:t>
            </a:r>
            <a:r>
              <a:rPr lang="en-GB" sz="2400" b="1" dirty="0" err="1"/>
              <a:t>Standup</a:t>
            </a:r>
            <a:r>
              <a:rPr lang="en-GB" sz="2400" b="1" dirty="0"/>
              <a:t> Ceremony</a:t>
            </a:r>
          </a:p>
          <a:p>
            <a:pPr>
              <a:lnSpc>
                <a:spcPct val="107000"/>
              </a:lnSpc>
              <a:spcAft>
                <a:spcPts val="1200"/>
              </a:spcAft>
            </a:pPr>
            <a:endParaRPr lang="en-GB" sz="100" dirty="0">
              <a:solidFill>
                <a:srgbClr val="212529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This is a daily 15-minute meeting held first thing in the morning. To keep conversation quick and on point, attendants must stand up during the meeting.</a:t>
            </a:r>
            <a:endParaRPr lang="en-GB" sz="2400" dirty="0">
              <a:solidFill>
                <a:srgbClr val="2E2D2C"/>
              </a:solidFill>
              <a:ea typeface="Montserrat" panose="00000500000000000000" pitchFamily="2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This is used to optimise communication across the team.</a:t>
            </a:r>
            <a:endParaRPr lang="en-GB" sz="24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  <p:pic>
        <p:nvPicPr>
          <p:cNvPr id="3074" name="Picture 2" descr="Standing or standup meeting daily plan for teamwork">
            <a:extLst>
              <a:ext uri="{FF2B5EF4-FFF2-40B4-BE49-F238E27FC236}">
                <a16:creationId xmlns:a16="http://schemas.microsoft.com/office/drawing/2014/main" id="{60957776-359D-9EF4-C691-10A39E80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607869"/>
            <a:ext cx="4467225" cy="274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imer round wall office clock 15 minutes">
            <a:extLst>
              <a:ext uri="{FF2B5EF4-FFF2-40B4-BE49-F238E27FC236}">
                <a16:creationId xmlns:a16="http://schemas.microsoft.com/office/drawing/2014/main" id="{80D7AE95-D61C-4007-A2D9-0833DC9A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179" y="4110039"/>
            <a:ext cx="1105693" cy="90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52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3ACDC-51F8-7E32-5329-6091A4D3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Matters discussed in Daily standup meetings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EB271E28-FF1B-10E8-2FEC-9FE4C1AE53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42147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508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3ACDC-51F8-7E32-5329-6091A4D3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Matters discussed in Daily standup meetings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38483FE5-9935-8403-FF41-9A9C969AD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69064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1810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3ACDC-51F8-7E32-5329-6091A4D3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Matters discussed in Daily standup meetings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B068CB5B-8B56-DE03-6132-FB6C9D85A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2655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570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CDD455-FEA6-4FF6-9F2E-113C5880F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Daily Stand Up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83839B5-187B-7F85-502C-98A38B52FC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543843"/>
              </p:ext>
            </p:extLst>
          </p:nvPr>
        </p:nvGraphicFramePr>
        <p:xfrm>
          <a:off x="4184072" y="202945"/>
          <a:ext cx="8137236" cy="5154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4861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C7A5C3-6574-4F0F-86C6-883A317729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Done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BA650-BB15-43AF-ABF2-740554E1E2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18055" y="2365985"/>
            <a:ext cx="6770688" cy="340674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A checklist of items which could be included for a feature could include for DoD is:-</a:t>
            </a:r>
            <a:endParaRPr lang="en-GB" sz="24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400" b="1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Unit testing</a:t>
            </a:r>
            <a:r>
              <a:rPr lang="en-GB" sz="24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 written and passed</a:t>
            </a:r>
            <a:endParaRPr lang="en-GB" sz="24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400" b="1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Documentation</a:t>
            </a:r>
            <a:r>
              <a:rPr lang="en-GB" sz="24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 updated</a:t>
            </a:r>
            <a:endParaRPr lang="en-GB" sz="24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400" b="1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Peer code</a:t>
            </a:r>
            <a:r>
              <a:rPr lang="en-GB" sz="24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 review completed</a:t>
            </a:r>
            <a:endParaRPr lang="en-GB" sz="24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80DF4-5249-5A1F-E12D-778204DC11E7}"/>
              </a:ext>
            </a:extLst>
          </p:cNvPr>
          <p:cNvSpPr txBox="1"/>
          <p:nvPr/>
        </p:nvSpPr>
        <p:spPr>
          <a:xfrm>
            <a:off x="4629728" y="888320"/>
            <a:ext cx="6377708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2000" dirty="0"/>
              <a:t>Once a </a:t>
            </a:r>
            <a:r>
              <a:rPr lang="en-GB" sz="2000" b="1" dirty="0"/>
              <a:t>developer has completed work </a:t>
            </a:r>
            <a:r>
              <a:rPr lang="en-GB" sz="2000" dirty="0"/>
              <a:t>on the product feature in the Doing list and that </a:t>
            </a:r>
            <a:r>
              <a:rPr lang="en-GB" sz="2000" b="1" dirty="0"/>
              <a:t>feature meets the requirement of DoD</a:t>
            </a:r>
            <a:r>
              <a:rPr lang="en-GB" sz="2000" dirty="0"/>
              <a:t>, then </a:t>
            </a:r>
            <a:r>
              <a:rPr lang="en-GB" sz="2000" b="1" dirty="0"/>
              <a:t>the feature is moved from the Doing List to the Done List.</a:t>
            </a:r>
          </a:p>
        </p:txBody>
      </p:sp>
    </p:spTree>
    <p:extLst>
      <p:ext uri="{BB962C8B-B14F-4D97-AF65-F5344CB8AC3E}">
        <p14:creationId xmlns:p14="http://schemas.microsoft.com/office/powerpoint/2010/main" val="523184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C9834-3720-79CF-4F3D-D61936DB09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More on DOD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C9FA405-1C9E-5341-DBED-FCA1303895D2}"/>
              </a:ext>
            </a:extLst>
          </p:cNvPr>
          <p:cNvGraphicFramePr/>
          <p:nvPr/>
        </p:nvGraphicFramePr>
        <p:xfrm>
          <a:off x="4257368" y="302359"/>
          <a:ext cx="7934631" cy="5921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8430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pic>
        <p:nvPicPr>
          <p:cNvPr id="4" name="Picture 3" descr="Reviews - Web Sites: Recommended - Research Guides at Thrift Library">
            <a:extLst>
              <a:ext uri="{FF2B5EF4-FFF2-40B4-BE49-F238E27FC236}">
                <a16:creationId xmlns:a16="http://schemas.microsoft.com/office/drawing/2014/main" id="{EB988108-96AA-E6F5-A71B-82FD3D94D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027" y="178542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2B4E825C-01BC-FE64-42C1-68D862AC8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906662"/>
              </p:ext>
            </p:extLst>
          </p:nvPr>
        </p:nvGraphicFramePr>
        <p:xfrm>
          <a:off x="5037137" y="1349986"/>
          <a:ext cx="5520027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9691AB-68CC-058F-A321-1DB0A76AB3ED}"/>
              </a:ext>
            </a:extLst>
          </p:cNvPr>
          <p:cNvSpPr txBox="1"/>
          <p:nvPr/>
        </p:nvSpPr>
        <p:spPr>
          <a:xfrm>
            <a:off x="4704706" y="861350"/>
            <a:ext cx="6376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You Understand </a:t>
            </a:r>
          </a:p>
        </p:txBody>
      </p:sp>
    </p:spTree>
    <p:extLst>
      <p:ext uri="{BB962C8B-B14F-4D97-AF65-F5344CB8AC3E}">
        <p14:creationId xmlns:p14="http://schemas.microsoft.com/office/powerpoint/2010/main" val="100696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3BBD80-63C2-8385-BC17-FC93B80F1353}"/>
              </a:ext>
            </a:extLst>
          </p:cNvPr>
          <p:cNvSpPr/>
          <p:nvPr/>
        </p:nvSpPr>
        <p:spPr>
          <a:xfrm>
            <a:off x="5147118" y="3043615"/>
            <a:ext cx="770769" cy="770769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Rectangle 4" descr="Checkmark">
            <a:extLst>
              <a:ext uri="{FF2B5EF4-FFF2-40B4-BE49-F238E27FC236}">
                <a16:creationId xmlns:a16="http://schemas.microsoft.com/office/drawing/2014/main" id="{8204A3C5-6CC2-2599-20E8-0D3871F7E666}"/>
              </a:ext>
            </a:extLst>
          </p:cNvPr>
          <p:cNvSpPr/>
          <p:nvPr/>
        </p:nvSpPr>
        <p:spPr>
          <a:xfrm>
            <a:off x="5308980" y="3205477"/>
            <a:ext cx="447046" cy="44704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4D7374-EFF1-ABBB-2F30-0566F5EC7390}"/>
              </a:ext>
            </a:extLst>
          </p:cNvPr>
          <p:cNvGrpSpPr/>
          <p:nvPr/>
        </p:nvGrpSpPr>
        <p:grpSpPr>
          <a:xfrm>
            <a:off x="6083053" y="3043615"/>
            <a:ext cx="1816814" cy="770769"/>
            <a:chOff x="1001698" y="1661696"/>
            <a:chExt cx="1816814" cy="7707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124C2B-C162-C344-5356-2EAC283451FA}"/>
                </a:ext>
              </a:extLst>
            </p:cNvPr>
            <p:cNvSpPr/>
            <p:nvPr/>
          </p:nvSpPr>
          <p:spPr>
            <a:xfrm>
              <a:off x="1001698" y="1661696"/>
              <a:ext cx="1816814" cy="77076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91E3DF-045B-4C52-8AE8-3295BB8E8F2B}"/>
                </a:ext>
              </a:extLst>
            </p:cNvPr>
            <p:cNvSpPr txBox="1"/>
            <p:nvPr/>
          </p:nvSpPr>
          <p:spPr>
            <a:xfrm>
              <a:off x="1001698" y="1661696"/>
              <a:ext cx="1816814" cy="7707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b="1" kern="1200" dirty="0"/>
                <a:t>Complete Lab9</a:t>
              </a:r>
              <a:endParaRPr lang="en-US" sz="2400" kern="1200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533F2113-CEED-00D9-4EF3-AB3EB8EF4E56}"/>
              </a:ext>
            </a:extLst>
          </p:cNvPr>
          <p:cNvSpPr/>
          <p:nvPr/>
        </p:nvSpPr>
        <p:spPr>
          <a:xfrm>
            <a:off x="8216433" y="3043615"/>
            <a:ext cx="770769" cy="770769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 descr="Stopwatch">
            <a:extLst>
              <a:ext uri="{FF2B5EF4-FFF2-40B4-BE49-F238E27FC236}">
                <a16:creationId xmlns:a16="http://schemas.microsoft.com/office/drawing/2014/main" id="{138C2D91-4AB3-3C87-7ECE-18AF37D4DAE2}"/>
              </a:ext>
            </a:extLst>
          </p:cNvPr>
          <p:cNvSpPr/>
          <p:nvPr/>
        </p:nvSpPr>
        <p:spPr>
          <a:xfrm>
            <a:off x="8378295" y="3205477"/>
            <a:ext cx="447046" cy="447046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F07EB-CCCD-AF28-6ED4-540A69D12133}"/>
              </a:ext>
            </a:extLst>
          </p:cNvPr>
          <p:cNvGrpSpPr/>
          <p:nvPr/>
        </p:nvGrpSpPr>
        <p:grpSpPr>
          <a:xfrm>
            <a:off x="9152368" y="3043615"/>
            <a:ext cx="1816814" cy="770769"/>
            <a:chOff x="4071013" y="1661696"/>
            <a:chExt cx="1816814" cy="7707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6435C-08E5-87E8-2535-325C0C3C1637}"/>
                </a:ext>
              </a:extLst>
            </p:cNvPr>
            <p:cNvSpPr/>
            <p:nvPr/>
          </p:nvSpPr>
          <p:spPr>
            <a:xfrm>
              <a:off x="4071013" y="1661696"/>
              <a:ext cx="1816814" cy="77076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2AF4F2-6BF1-3DDE-984F-69D5D156084F}"/>
                </a:ext>
              </a:extLst>
            </p:cNvPr>
            <p:cNvSpPr txBox="1"/>
            <p:nvPr/>
          </p:nvSpPr>
          <p:spPr>
            <a:xfrm>
              <a:off x="4071013" y="1661696"/>
              <a:ext cx="1816814" cy="7707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b="1" kern="1200" dirty="0"/>
                <a:t>Duration 90 minutes</a:t>
              </a:r>
              <a:endParaRPr lang="en-US" sz="2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191E38-AF35-4C48-A2A1-D9214A100D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601E49-32E5-4C13-8A8A-7EA646956D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D467073-BEA1-4A55-9368-748906FC9C7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84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Krana Fat B</vt:lpstr>
      <vt:lpstr>Montserrat</vt:lpstr>
      <vt:lpstr>Office Theme</vt:lpstr>
      <vt:lpstr> The Sprint</vt:lpstr>
      <vt:lpstr>PowerPoint Presentation</vt:lpstr>
      <vt:lpstr>PowerPoint Presentation</vt:lpstr>
      <vt:lpstr>PowerPoint Presentation</vt:lpstr>
      <vt:lpstr>PowerPoint Presentation</vt:lpstr>
      <vt:lpstr>Matters discussed in Daily standup meetings</vt:lpstr>
      <vt:lpstr>Matters discussed in Daily standup meetings</vt:lpstr>
      <vt:lpstr>Matters discussed in Daily standup meetings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The Sprint</dc:title>
  <dc:creator>MarkAndrew Rogers</dc:creator>
  <cp:lastModifiedBy>mike baradaran</cp:lastModifiedBy>
  <cp:revision>10</cp:revision>
  <dcterms:created xsi:type="dcterms:W3CDTF">2022-02-03T11:32:29Z</dcterms:created>
  <dcterms:modified xsi:type="dcterms:W3CDTF">2023-12-15T09:16:16Z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