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462" r:id="rId5"/>
    <p:sldId id="757" r:id="rId6"/>
    <p:sldId id="759" r:id="rId7"/>
    <p:sldId id="760" r:id="rId8"/>
    <p:sldId id="761" r:id="rId9"/>
    <p:sldId id="762" r:id="rId10"/>
    <p:sldId id="768" r:id="rId11"/>
    <p:sldId id="763" r:id="rId12"/>
    <p:sldId id="764" r:id="rId13"/>
    <p:sldId id="765" r:id="rId14"/>
    <p:sldId id="769" r:id="rId15"/>
    <p:sldId id="766" r:id="rId16"/>
    <p:sldId id="767" r:id="rId17"/>
    <p:sldId id="758" r:id="rId18"/>
    <p:sldId id="45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3C9B2-1875-4E8A-914D-86454F789A0F}" v="5" dt="2022-02-03T11:15:47.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108" autoAdjust="0"/>
  </p:normalViewPr>
  <p:slideViewPr>
    <p:cSldViewPr snapToGrid="0">
      <p:cViewPr varScale="1">
        <p:scale>
          <a:sx n="50" d="100"/>
          <a:sy n="50" d="100"/>
        </p:scale>
        <p:origin x="1186"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Andrew Rogers" userId="fbd1f26338c9b5ce" providerId="LiveId" clId="{2603C9B2-1875-4E8A-914D-86454F789A0F}"/>
    <pc:docChg chg="custSel addSld modSld">
      <pc:chgData name="MarkAndrew Rogers" userId="fbd1f26338c9b5ce" providerId="LiveId" clId="{2603C9B2-1875-4E8A-914D-86454F789A0F}" dt="2022-02-03T11:27:18.109" v="3134" actId="20577"/>
      <pc:docMkLst>
        <pc:docMk/>
      </pc:docMkLst>
      <pc:sldChg chg="modSp mod">
        <pc:chgData name="MarkAndrew Rogers" userId="fbd1f26338c9b5ce" providerId="LiveId" clId="{2603C9B2-1875-4E8A-914D-86454F789A0F}" dt="2022-02-03T11:27:18.109" v="3134" actId="20577"/>
        <pc:sldMkLst>
          <pc:docMk/>
          <pc:sldMk cId="1932256695" sldId="456"/>
        </pc:sldMkLst>
        <pc:spChg chg="mod">
          <ac:chgData name="MarkAndrew Rogers" userId="fbd1f26338c9b5ce" providerId="LiveId" clId="{2603C9B2-1875-4E8A-914D-86454F789A0F}" dt="2022-02-03T11:27:18.109" v="3134" actId="20577"/>
          <ac:spMkLst>
            <pc:docMk/>
            <pc:sldMk cId="1932256695" sldId="456"/>
            <ac:spMk id="7" creationId="{CCC4AE2F-C0E8-473D-9D53-77A9DA3BEA1F}"/>
          </ac:spMkLst>
        </pc:spChg>
      </pc:sldChg>
      <pc:sldChg chg="modSp mod">
        <pc:chgData name="MarkAndrew Rogers" userId="fbd1f26338c9b5ce" providerId="LiveId" clId="{2603C9B2-1875-4E8A-914D-86454F789A0F}" dt="2022-02-02T15:22:47.921" v="33" actId="20577"/>
        <pc:sldMkLst>
          <pc:docMk/>
          <pc:sldMk cId="1112600258" sldId="462"/>
        </pc:sldMkLst>
        <pc:spChg chg="mod">
          <ac:chgData name="MarkAndrew Rogers" userId="fbd1f26338c9b5ce" providerId="LiveId" clId="{2603C9B2-1875-4E8A-914D-86454F789A0F}" dt="2022-02-02T15:22:47.921" v="33" actId="20577"/>
          <ac:spMkLst>
            <pc:docMk/>
            <pc:sldMk cId="1112600258" sldId="462"/>
            <ac:spMk id="3" creationId="{00000000-0000-0000-0000-000000000000}"/>
          </ac:spMkLst>
        </pc:spChg>
      </pc:sldChg>
      <pc:sldChg chg="modSp mod">
        <pc:chgData name="MarkAndrew Rogers" userId="fbd1f26338c9b5ce" providerId="LiveId" clId="{2603C9B2-1875-4E8A-914D-86454F789A0F}" dt="2022-02-02T15:38:11.547" v="231" actId="20577"/>
        <pc:sldMkLst>
          <pc:docMk/>
          <pc:sldMk cId="2018271411" sldId="757"/>
        </pc:sldMkLst>
        <pc:spChg chg="mod">
          <ac:chgData name="MarkAndrew Rogers" userId="fbd1f26338c9b5ce" providerId="LiveId" clId="{2603C9B2-1875-4E8A-914D-86454F789A0F}" dt="2022-02-02T15:38:11.547" v="231" actId="20577"/>
          <ac:spMkLst>
            <pc:docMk/>
            <pc:sldMk cId="2018271411" sldId="757"/>
            <ac:spMk id="3" creationId="{31F2E46C-A09C-4D8F-8B86-51C97198AA44}"/>
          </ac:spMkLst>
        </pc:spChg>
      </pc:sldChg>
      <pc:sldChg chg="modSp mod">
        <pc:chgData name="MarkAndrew Rogers" userId="fbd1f26338c9b5ce" providerId="LiveId" clId="{2603C9B2-1875-4E8A-914D-86454F789A0F}" dt="2022-02-03T10:29:39.590" v="2662" actId="20577"/>
        <pc:sldMkLst>
          <pc:docMk/>
          <pc:sldMk cId="2177041201" sldId="758"/>
        </pc:sldMkLst>
        <pc:spChg chg="mod">
          <ac:chgData name="MarkAndrew Rogers" userId="fbd1f26338c9b5ce" providerId="LiveId" clId="{2603C9B2-1875-4E8A-914D-86454F789A0F}" dt="2022-02-02T15:49:46.155" v="249" actId="20577"/>
          <ac:spMkLst>
            <pc:docMk/>
            <pc:sldMk cId="2177041201" sldId="758"/>
            <ac:spMk id="2" creationId="{35B8B528-8902-4E1E-AEA6-85452EC63540}"/>
          </ac:spMkLst>
        </pc:spChg>
        <pc:spChg chg="mod">
          <ac:chgData name="MarkAndrew Rogers" userId="fbd1f26338c9b5ce" providerId="LiveId" clId="{2603C9B2-1875-4E8A-914D-86454F789A0F}" dt="2022-02-03T10:29:39.590" v="2662" actId="20577"/>
          <ac:spMkLst>
            <pc:docMk/>
            <pc:sldMk cId="2177041201" sldId="758"/>
            <ac:spMk id="3" creationId="{31F2E46C-A09C-4D8F-8B86-51C97198AA44}"/>
          </ac:spMkLst>
        </pc:spChg>
      </pc:sldChg>
      <pc:sldChg chg="modSp new mod">
        <pc:chgData name="MarkAndrew Rogers" userId="fbd1f26338c9b5ce" providerId="LiveId" clId="{2603C9B2-1875-4E8A-914D-86454F789A0F}" dt="2022-02-02T15:51:48.219" v="290" actId="255"/>
        <pc:sldMkLst>
          <pc:docMk/>
          <pc:sldMk cId="3549032599" sldId="759"/>
        </pc:sldMkLst>
        <pc:spChg chg="mod">
          <ac:chgData name="MarkAndrew Rogers" userId="fbd1f26338c9b5ce" providerId="LiveId" clId="{2603C9B2-1875-4E8A-914D-86454F789A0F}" dt="2022-02-02T15:50:38.481" v="285" actId="20577"/>
          <ac:spMkLst>
            <pc:docMk/>
            <pc:sldMk cId="3549032599" sldId="759"/>
            <ac:spMk id="2" creationId="{E69144AA-3387-4786-87C8-A99FA2884470}"/>
          </ac:spMkLst>
        </pc:spChg>
        <pc:spChg chg="mod">
          <ac:chgData name="MarkAndrew Rogers" userId="fbd1f26338c9b5ce" providerId="LiveId" clId="{2603C9B2-1875-4E8A-914D-86454F789A0F}" dt="2022-02-02T15:51:48.219" v="290" actId="255"/>
          <ac:spMkLst>
            <pc:docMk/>
            <pc:sldMk cId="3549032599" sldId="759"/>
            <ac:spMk id="3" creationId="{B4A988AA-394D-4623-B147-8CB4C0D0EDE2}"/>
          </ac:spMkLst>
        </pc:spChg>
      </pc:sldChg>
      <pc:sldChg chg="modSp new mod">
        <pc:chgData name="MarkAndrew Rogers" userId="fbd1f26338c9b5ce" providerId="LiveId" clId="{2603C9B2-1875-4E8A-914D-86454F789A0F}" dt="2022-02-02T16:04:49.123" v="526" actId="20577"/>
        <pc:sldMkLst>
          <pc:docMk/>
          <pc:sldMk cId="2132540983" sldId="760"/>
        </pc:sldMkLst>
        <pc:spChg chg="mod">
          <ac:chgData name="MarkAndrew Rogers" userId="fbd1f26338c9b5ce" providerId="LiveId" clId="{2603C9B2-1875-4E8A-914D-86454F789A0F}" dt="2022-02-02T15:52:28.563" v="300" actId="20577"/>
          <ac:spMkLst>
            <pc:docMk/>
            <pc:sldMk cId="2132540983" sldId="760"/>
            <ac:spMk id="2" creationId="{286F7193-64E4-4675-B9ED-BEB02BBA0296}"/>
          </ac:spMkLst>
        </pc:spChg>
        <pc:spChg chg="mod">
          <ac:chgData name="MarkAndrew Rogers" userId="fbd1f26338c9b5ce" providerId="LiveId" clId="{2603C9B2-1875-4E8A-914D-86454F789A0F}" dt="2022-02-02T16:04:49.123" v="526" actId="20577"/>
          <ac:spMkLst>
            <pc:docMk/>
            <pc:sldMk cId="2132540983" sldId="760"/>
            <ac:spMk id="3" creationId="{3114A86C-7A4D-4AB6-B741-74BC45B46205}"/>
          </ac:spMkLst>
        </pc:spChg>
      </pc:sldChg>
      <pc:sldChg chg="modSp new mod">
        <pc:chgData name="MarkAndrew Rogers" userId="fbd1f26338c9b5ce" providerId="LiveId" clId="{2603C9B2-1875-4E8A-914D-86454F789A0F}" dt="2022-02-03T09:39:03.386" v="1090" actId="113"/>
        <pc:sldMkLst>
          <pc:docMk/>
          <pc:sldMk cId="2702376095" sldId="761"/>
        </pc:sldMkLst>
        <pc:spChg chg="mod">
          <ac:chgData name="MarkAndrew Rogers" userId="fbd1f26338c9b5ce" providerId="LiveId" clId="{2603C9B2-1875-4E8A-914D-86454F789A0F}" dt="2022-02-03T09:37:48.185" v="1002" actId="27636"/>
          <ac:spMkLst>
            <pc:docMk/>
            <pc:sldMk cId="2702376095" sldId="761"/>
            <ac:spMk id="2" creationId="{1FA7B4C5-B5A8-4A99-8853-7337AD91BA4C}"/>
          </ac:spMkLst>
        </pc:spChg>
        <pc:spChg chg="mod">
          <ac:chgData name="MarkAndrew Rogers" userId="fbd1f26338c9b5ce" providerId="LiveId" clId="{2603C9B2-1875-4E8A-914D-86454F789A0F}" dt="2022-02-03T09:39:03.386" v="1090" actId="113"/>
          <ac:spMkLst>
            <pc:docMk/>
            <pc:sldMk cId="2702376095" sldId="761"/>
            <ac:spMk id="3" creationId="{ACD15579-C163-479A-A50B-D386608450C8}"/>
          </ac:spMkLst>
        </pc:spChg>
      </pc:sldChg>
      <pc:sldChg chg="modSp new mod">
        <pc:chgData name="MarkAndrew Rogers" userId="fbd1f26338c9b5ce" providerId="LiveId" clId="{2603C9B2-1875-4E8A-914D-86454F789A0F}" dt="2022-02-03T09:57:17.903" v="1529" actId="20577"/>
        <pc:sldMkLst>
          <pc:docMk/>
          <pc:sldMk cId="897436482" sldId="762"/>
        </pc:sldMkLst>
        <pc:spChg chg="mod">
          <ac:chgData name="MarkAndrew Rogers" userId="fbd1f26338c9b5ce" providerId="LiveId" clId="{2603C9B2-1875-4E8A-914D-86454F789A0F}" dt="2022-02-03T09:50:35.006" v="1110" actId="20577"/>
          <ac:spMkLst>
            <pc:docMk/>
            <pc:sldMk cId="897436482" sldId="762"/>
            <ac:spMk id="2" creationId="{49F1484F-D4A1-49A6-A718-49B78683AE19}"/>
          </ac:spMkLst>
        </pc:spChg>
        <pc:spChg chg="mod">
          <ac:chgData name="MarkAndrew Rogers" userId="fbd1f26338c9b5ce" providerId="LiveId" clId="{2603C9B2-1875-4E8A-914D-86454F789A0F}" dt="2022-02-03T09:57:17.903" v="1529" actId="20577"/>
          <ac:spMkLst>
            <pc:docMk/>
            <pc:sldMk cId="897436482" sldId="762"/>
            <ac:spMk id="3" creationId="{98CA6065-0828-439A-8904-8E6DF17F9293}"/>
          </ac:spMkLst>
        </pc:spChg>
      </pc:sldChg>
      <pc:sldChg chg="modSp new mod">
        <pc:chgData name="MarkAndrew Rogers" userId="fbd1f26338c9b5ce" providerId="LiveId" clId="{2603C9B2-1875-4E8A-914D-86454F789A0F}" dt="2022-02-03T10:04:57.090" v="1910" actId="20577"/>
        <pc:sldMkLst>
          <pc:docMk/>
          <pc:sldMk cId="494194352" sldId="763"/>
        </pc:sldMkLst>
        <pc:spChg chg="mod">
          <ac:chgData name="MarkAndrew Rogers" userId="fbd1f26338c9b5ce" providerId="LiveId" clId="{2603C9B2-1875-4E8A-914D-86454F789A0F}" dt="2022-02-03T09:59:46.030" v="1564" actId="20577"/>
          <ac:spMkLst>
            <pc:docMk/>
            <pc:sldMk cId="494194352" sldId="763"/>
            <ac:spMk id="2" creationId="{4C8A400B-3306-44BC-816F-7FF5950F158E}"/>
          </ac:spMkLst>
        </pc:spChg>
        <pc:spChg chg="mod">
          <ac:chgData name="MarkAndrew Rogers" userId="fbd1f26338c9b5ce" providerId="LiveId" clId="{2603C9B2-1875-4E8A-914D-86454F789A0F}" dt="2022-02-03T10:04:57.090" v="1910" actId="20577"/>
          <ac:spMkLst>
            <pc:docMk/>
            <pc:sldMk cId="494194352" sldId="763"/>
            <ac:spMk id="3" creationId="{F9254168-FBE7-432A-AA49-3C0D21B83248}"/>
          </ac:spMkLst>
        </pc:spChg>
      </pc:sldChg>
      <pc:sldChg chg="modSp new mod">
        <pc:chgData name="MarkAndrew Rogers" userId="fbd1f26338c9b5ce" providerId="LiveId" clId="{2603C9B2-1875-4E8A-914D-86454F789A0F}" dt="2022-02-03T10:10:41.916" v="2146" actId="20577"/>
        <pc:sldMkLst>
          <pc:docMk/>
          <pc:sldMk cId="1040241276" sldId="764"/>
        </pc:sldMkLst>
        <pc:spChg chg="mod">
          <ac:chgData name="MarkAndrew Rogers" userId="fbd1f26338c9b5ce" providerId="LiveId" clId="{2603C9B2-1875-4E8A-914D-86454F789A0F}" dt="2022-02-03T10:06:23.435" v="1925" actId="20577"/>
          <ac:spMkLst>
            <pc:docMk/>
            <pc:sldMk cId="1040241276" sldId="764"/>
            <ac:spMk id="2" creationId="{ED2050A4-F782-434C-B87A-25B2E9611D6B}"/>
          </ac:spMkLst>
        </pc:spChg>
        <pc:spChg chg="mod">
          <ac:chgData name="MarkAndrew Rogers" userId="fbd1f26338c9b5ce" providerId="LiveId" clId="{2603C9B2-1875-4E8A-914D-86454F789A0F}" dt="2022-02-03T10:10:41.916" v="2146" actId="20577"/>
          <ac:spMkLst>
            <pc:docMk/>
            <pc:sldMk cId="1040241276" sldId="764"/>
            <ac:spMk id="3" creationId="{38FB2015-C7AB-4D4A-9FF5-EDEA73C743B7}"/>
          </ac:spMkLst>
        </pc:spChg>
      </pc:sldChg>
      <pc:sldChg chg="modSp new mod">
        <pc:chgData name="MarkAndrew Rogers" userId="fbd1f26338c9b5ce" providerId="LiveId" clId="{2603C9B2-1875-4E8A-914D-86454F789A0F}" dt="2022-02-03T10:27:56.356" v="2582" actId="20577"/>
        <pc:sldMkLst>
          <pc:docMk/>
          <pc:sldMk cId="3571057002" sldId="765"/>
        </pc:sldMkLst>
        <pc:spChg chg="mod">
          <ac:chgData name="MarkAndrew Rogers" userId="fbd1f26338c9b5ce" providerId="LiveId" clId="{2603C9B2-1875-4E8A-914D-86454F789A0F}" dt="2022-02-03T10:22:48.545" v="2180" actId="20577"/>
          <ac:spMkLst>
            <pc:docMk/>
            <pc:sldMk cId="3571057002" sldId="765"/>
            <ac:spMk id="2" creationId="{23EEE7A6-FA56-4328-A916-7D16BC54A703}"/>
          </ac:spMkLst>
        </pc:spChg>
        <pc:spChg chg="mod">
          <ac:chgData name="MarkAndrew Rogers" userId="fbd1f26338c9b5ce" providerId="LiveId" clId="{2603C9B2-1875-4E8A-914D-86454F789A0F}" dt="2022-02-03T10:27:56.356" v="2582" actId="20577"/>
          <ac:spMkLst>
            <pc:docMk/>
            <pc:sldMk cId="3571057002" sldId="765"/>
            <ac:spMk id="3" creationId="{E581B694-769D-4C1A-B9D4-A0C8DA98CC7B}"/>
          </ac:spMkLst>
        </pc:spChg>
      </pc:sldChg>
      <pc:sldChg chg="addSp modSp new mod">
        <pc:chgData name="MarkAndrew Rogers" userId="fbd1f26338c9b5ce" providerId="LiveId" clId="{2603C9B2-1875-4E8A-914D-86454F789A0F}" dt="2022-02-03T11:16:01.807" v="2792" actId="1076"/>
        <pc:sldMkLst>
          <pc:docMk/>
          <pc:sldMk cId="3820352729" sldId="766"/>
        </pc:sldMkLst>
        <pc:spChg chg="mod">
          <ac:chgData name="MarkAndrew Rogers" userId="fbd1f26338c9b5ce" providerId="LiveId" clId="{2603C9B2-1875-4E8A-914D-86454F789A0F}" dt="2022-02-03T10:53:29.682" v="2684" actId="20577"/>
          <ac:spMkLst>
            <pc:docMk/>
            <pc:sldMk cId="3820352729" sldId="766"/>
            <ac:spMk id="2" creationId="{E22228DB-34E7-4B48-B0DF-AF982C44AA88}"/>
          </ac:spMkLst>
        </pc:spChg>
        <pc:spChg chg="mod">
          <ac:chgData name="MarkAndrew Rogers" userId="fbd1f26338c9b5ce" providerId="LiveId" clId="{2603C9B2-1875-4E8A-914D-86454F789A0F}" dt="2022-02-03T11:15:28.543" v="2786" actId="5793"/>
          <ac:spMkLst>
            <pc:docMk/>
            <pc:sldMk cId="3820352729" sldId="766"/>
            <ac:spMk id="3" creationId="{E033902E-B51B-4674-86DC-FBFB008DB81F}"/>
          </ac:spMkLst>
        </pc:spChg>
        <pc:picChg chg="add mod">
          <ac:chgData name="MarkAndrew Rogers" userId="fbd1f26338c9b5ce" providerId="LiveId" clId="{2603C9B2-1875-4E8A-914D-86454F789A0F}" dt="2022-02-03T11:16:01.807" v="2792" actId="1076"/>
          <ac:picMkLst>
            <pc:docMk/>
            <pc:sldMk cId="3820352729" sldId="766"/>
            <ac:picMk id="5" creationId="{D9B12E03-7A06-4467-948E-CA1F0F49E6CD}"/>
          </ac:picMkLst>
        </pc:picChg>
      </pc:sldChg>
      <pc:sldChg chg="modSp new mod">
        <pc:chgData name="MarkAndrew Rogers" userId="fbd1f26338c9b5ce" providerId="LiveId" clId="{2603C9B2-1875-4E8A-914D-86454F789A0F}" dt="2022-02-03T11:26:57.419" v="3130" actId="113"/>
        <pc:sldMkLst>
          <pc:docMk/>
          <pc:sldMk cId="1054951458" sldId="767"/>
        </pc:sldMkLst>
        <pc:spChg chg="mod">
          <ac:chgData name="MarkAndrew Rogers" userId="fbd1f26338c9b5ce" providerId="LiveId" clId="{2603C9B2-1875-4E8A-914D-86454F789A0F}" dt="2022-02-03T11:17:16.408" v="2807" actId="20577"/>
          <ac:spMkLst>
            <pc:docMk/>
            <pc:sldMk cId="1054951458" sldId="767"/>
            <ac:spMk id="2" creationId="{00371AFD-6655-4998-A1BD-2A8376B9FC8E}"/>
          </ac:spMkLst>
        </pc:spChg>
        <pc:spChg chg="mod">
          <ac:chgData name="MarkAndrew Rogers" userId="fbd1f26338c9b5ce" providerId="LiveId" clId="{2603C9B2-1875-4E8A-914D-86454F789A0F}" dt="2022-02-03T11:26:57.419" v="3130" actId="113"/>
          <ac:spMkLst>
            <pc:docMk/>
            <pc:sldMk cId="1054951458" sldId="767"/>
            <ac:spMk id="3" creationId="{DCC44AC0-56C5-47FA-A872-DA0AA089F47E}"/>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73EBF-7FD9-4AC8-86F0-9076357F00A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A22D93E-7BB7-49AD-BE1F-1558E09D6304}">
      <dgm:prSet custT="1"/>
      <dgm:spPr>
        <a:solidFill>
          <a:schemeClr val="accent1">
            <a:lumMod val="20000"/>
            <a:lumOff val="80000"/>
          </a:schemeClr>
        </a:solidFill>
      </dgm:spPr>
      <dgm:t>
        <a:bodyPr/>
        <a:lstStyle/>
        <a:p>
          <a:r>
            <a:rPr lang="en-GB" sz="2400" dirty="0"/>
            <a:t>Roles attending the Sprint Planning Meeting</a:t>
          </a:r>
          <a:r>
            <a:rPr lang="en-GB" sz="2800" dirty="0"/>
            <a:t> </a:t>
          </a:r>
          <a:endParaRPr lang="en-US" sz="2800" dirty="0"/>
        </a:p>
      </dgm:t>
    </dgm:pt>
    <dgm:pt modelId="{0DCDC82E-4AD0-4DEB-BEB9-B0EBF1DB0B84}" type="parTrans" cxnId="{B97A76BC-823A-4EB8-BCA8-A4405334C455}">
      <dgm:prSet/>
      <dgm:spPr/>
      <dgm:t>
        <a:bodyPr/>
        <a:lstStyle/>
        <a:p>
          <a:endParaRPr lang="en-US"/>
        </a:p>
      </dgm:t>
    </dgm:pt>
    <dgm:pt modelId="{A60F8F73-9975-472D-9E4E-C399E75F8FFF}" type="sibTrans" cxnId="{B97A76BC-823A-4EB8-BCA8-A4405334C455}">
      <dgm:prSet/>
      <dgm:spPr/>
      <dgm:t>
        <a:bodyPr/>
        <a:lstStyle/>
        <a:p>
          <a:endParaRPr lang="en-US"/>
        </a:p>
      </dgm:t>
    </dgm:pt>
    <dgm:pt modelId="{CF346589-239B-40F2-B601-7DD334BBAD73}">
      <dgm:prSet custT="1"/>
      <dgm:spPr/>
      <dgm:t>
        <a:bodyPr/>
        <a:lstStyle/>
        <a:p>
          <a:r>
            <a:rPr lang="en-GB" sz="2400" dirty="0"/>
            <a:t>Product Owner</a:t>
          </a:r>
          <a:endParaRPr lang="en-US" sz="2400" dirty="0"/>
        </a:p>
      </dgm:t>
    </dgm:pt>
    <dgm:pt modelId="{11F35E32-A6BA-4E5F-96B6-4735681032C5}" type="parTrans" cxnId="{C96194E3-C072-4928-9CDB-AC8A9FAF5554}">
      <dgm:prSet/>
      <dgm:spPr/>
      <dgm:t>
        <a:bodyPr/>
        <a:lstStyle/>
        <a:p>
          <a:endParaRPr lang="en-US"/>
        </a:p>
      </dgm:t>
    </dgm:pt>
    <dgm:pt modelId="{369EF397-47FD-458E-A6A9-1F8A0983A7AA}" type="sibTrans" cxnId="{C96194E3-C072-4928-9CDB-AC8A9FAF5554}">
      <dgm:prSet/>
      <dgm:spPr/>
      <dgm:t>
        <a:bodyPr/>
        <a:lstStyle/>
        <a:p>
          <a:endParaRPr lang="en-US"/>
        </a:p>
      </dgm:t>
    </dgm:pt>
    <dgm:pt modelId="{6AEE53D8-6284-4B30-9A1E-85B9D5F982BB}">
      <dgm:prSet custT="1"/>
      <dgm:spPr/>
      <dgm:t>
        <a:bodyPr/>
        <a:lstStyle/>
        <a:p>
          <a:r>
            <a:rPr lang="en-GB" sz="2400" dirty="0"/>
            <a:t>Scrum Master</a:t>
          </a:r>
          <a:endParaRPr lang="en-US" sz="2400" dirty="0"/>
        </a:p>
      </dgm:t>
    </dgm:pt>
    <dgm:pt modelId="{C961972B-E6F1-40A3-8D8B-993F811E664B}" type="parTrans" cxnId="{47D1103B-DC08-4002-BF60-6C360B414A9F}">
      <dgm:prSet/>
      <dgm:spPr/>
      <dgm:t>
        <a:bodyPr/>
        <a:lstStyle/>
        <a:p>
          <a:endParaRPr lang="en-US"/>
        </a:p>
      </dgm:t>
    </dgm:pt>
    <dgm:pt modelId="{D600F005-43D4-4E5D-9111-367484884F2F}" type="sibTrans" cxnId="{47D1103B-DC08-4002-BF60-6C360B414A9F}">
      <dgm:prSet/>
      <dgm:spPr/>
      <dgm:t>
        <a:bodyPr/>
        <a:lstStyle/>
        <a:p>
          <a:endParaRPr lang="en-US"/>
        </a:p>
      </dgm:t>
    </dgm:pt>
    <dgm:pt modelId="{571F881E-9BD4-4489-871B-8A18A42D023A}">
      <dgm:prSet custT="1"/>
      <dgm:spPr/>
      <dgm:t>
        <a:bodyPr/>
        <a:lstStyle/>
        <a:p>
          <a:r>
            <a:rPr lang="en-GB" sz="2400" dirty="0"/>
            <a:t>Development Team Members</a:t>
          </a:r>
          <a:endParaRPr lang="en-US" sz="2400" dirty="0"/>
        </a:p>
      </dgm:t>
    </dgm:pt>
    <dgm:pt modelId="{4D0992EC-87DA-4C6E-9A2A-25520FFB7A27}" type="parTrans" cxnId="{C8591118-EADB-4A54-8157-0349D0824890}">
      <dgm:prSet/>
      <dgm:spPr/>
      <dgm:t>
        <a:bodyPr/>
        <a:lstStyle/>
        <a:p>
          <a:endParaRPr lang="en-US"/>
        </a:p>
      </dgm:t>
    </dgm:pt>
    <dgm:pt modelId="{A7042235-6833-4E73-82FA-AC42B82ED2D7}" type="sibTrans" cxnId="{C8591118-EADB-4A54-8157-0349D0824890}">
      <dgm:prSet/>
      <dgm:spPr/>
      <dgm:t>
        <a:bodyPr/>
        <a:lstStyle/>
        <a:p>
          <a:endParaRPr lang="en-US"/>
        </a:p>
      </dgm:t>
    </dgm:pt>
    <dgm:pt modelId="{F3B5451C-1EA0-4F46-9683-80885B3347B9}">
      <dgm:prSet custT="1"/>
      <dgm:spPr/>
      <dgm:t>
        <a:bodyPr/>
        <a:lstStyle/>
        <a:p>
          <a:r>
            <a:rPr lang="en-GB" sz="2400" dirty="0"/>
            <a:t>Stakeholder (as required)</a:t>
          </a:r>
          <a:endParaRPr lang="en-US" sz="2400" dirty="0"/>
        </a:p>
      </dgm:t>
    </dgm:pt>
    <dgm:pt modelId="{8A44454F-B39A-4CAF-9A96-DB7CE1F5666C}" type="parTrans" cxnId="{71504EC9-1853-4E64-B0F8-20F89EF653B0}">
      <dgm:prSet/>
      <dgm:spPr/>
      <dgm:t>
        <a:bodyPr/>
        <a:lstStyle/>
        <a:p>
          <a:endParaRPr lang="en-US"/>
        </a:p>
      </dgm:t>
    </dgm:pt>
    <dgm:pt modelId="{0146796F-373A-4C20-BE6C-45C28D473358}" type="sibTrans" cxnId="{71504EC9-1853-4E64-B0F8-20F89EF653B0}">
      <dgm:prSet/>
      <dgm:spPr/>
      <dgm:t>
        <a:bodyPr/>
        <a:lstStyle/>
        <a:p>
          <a:endParaRPr lang="en-US"/>
        </a:p>
      </dgm:t>
    </dgm:pt>
    <dgm:pt modelId="{6C123116-0B99-47DC-AB00-073654564818}">
      <dgm:prSet custT="1"/>
      <dgm:spPr/>
      <dgm:t>
        <a:bodyPr/>
        <a:lstStyle/>
        <a:p>
          <a:endParaRPr lang="en-GB" sz="2400" dirty="0"/>
        </a:p>
        <a:p>
          <a:r>
            <a:rPr lang="en-GB" sz="2400" dirty="0"/>
            <a:t>The Scrum Master organises this meeting and </a:t>
          </a:r>
          <a:br>
            <a:rPr lang="en-GB" sz="2400" dirty="0"/>
          </a:br>
          <a:r>
            <a:rPr lang="en-GB" sz="2400" dirty="0"/>
            <a:t>sends out the invites.</a:t>
          </a:r>
          <a:endParaRPr lang="en-US" sz="2400" dirty="0"/>
        </a:p>
      </dgm:t>
    </dgm:pt>
    <dgm:pt modelId="{85580347-8C0D-4412-9E90-32C646FD263F}" type="parTrans" cxnId="{01AF9F66-D090-43B3-8CF2-DB5B5FB7CBA5}">
      <dgm:prSet/>
      <dgm:spPr/>
      <dgm:t>
        <a:bodyPr/>
        <a:lstStyle/>
        <a:p>
          <a:endParaRPr lang="en-US"/>
        </a:p>
      </dgm:t>
    </dgm:pt>
    <dgm:pt modelId="{08D1611C-CB6B-4CF2-9603-AF9F2A9B7272}" type="sibTrans" cxnId="{01AF9F66-D090-43B3-8CF2-DB5B5FB7CBA5}">
      <dgm:prSet/>
      <dgm:spPr/>
      <dgm:t>
        <a:bodyPr/>
        <a:lstStyle/>
        <a:p>
          <a:endParaRPr lang="en-US"/>
        </a:p>
      </dgm:t>
    </dgm:pt>
    <dgm:pt modelId="{CFEB40AC-B8A9-4DB1-984D-8DEBF4D595C6}" type="pres">
      <dgm:prSet presAssocID="{2FD73EBF-7FD9-4AC8-86F0-9076357F00AA}" presName="vert0" presStyleCnt="0">
        <dgm:presLayoutVars>
          <dgm:dir/>
          <dgm:animOne val="branch"/>
          <dgm:animLvl val="lvl"/>
        </dgm:presLayoutVars>
      </dgm:prSet>
      <dgm:spPr/>
    </dgm:pt>
    <dgm:pt modelId="{B93D1008-3A81-475D-B59A-B415570FFB95}" type="pres">
      <dgm:prSet presAssocID="{4A22D93E-7BB7-49AD-BE1F-1558E09D6304}" presName="thickLine" presStyleLbl="alignNode1" presStyleIdx="0" presStyleCnt="2"/>
      <dgm:spPr/>
    </dgm:pt>
    <dgm:pt modelId="{CF6263D1-0866-4460-9C45-10CFD901E669}" type="pres">
      <dgm:prSet presAssocID="{4A22D93E-7BB7-49AD-BE1F-1558E09D6304}" presName="horz1" presStyleCnt="0"/>
      <dgm:spPr/>
    </dgm:pt>
    <dgm:pt modelId="{3BD13360-4F7E-4E30-9024-8AE20F983CC0}" type="pres">
      <dgm:prSet presAssocID="{4A22D93E-7BB7-49AD-BE1F-1558E09D6304}" presName="tx1" presStyleLbl="revTx" presStyleIdx="0" presStyleCnt="6" custScaleX="174208"/>
      <dgm:spPr/>
    </dgm:pt>
    <dgm:pt modelId="{5D9AD614-F8AF-4805-9BD3-B482E987543F}" type="pres">
      <dgm:prSet presAssocID="{4A22D93E-7BB7-49AD-BE1F-1558E09D6304}" presName="vert1" presStyleCnt="0"/>
      <dgm:spPr/>
    </dgm:pt>
    <dgm:pt modelId="{F09C9B9A-79E6-4F6E-91F2-82B82502BD4B}" type="pres">
      <dgm:prSet presAssocID="{CF346589-239B-40F2-B601-7DD334BBAD73}" presName="vertSpace2a" presStyleCnt="0"/>
      <dgm:spPr/>
    </dgm:pt>
    <dgm:pt modelId="{1780A488-59E9-4421-943B-640385E7231B}" type="pres">
      <dgm:prSet presAssocID="{CF346589-239B-40F2-B601-7DD334BBAD73}" presName="horz2" presStyleCnt="0"/>
      <dgm:spPr/>
    </dgm:pt>
    <dgm:pt modelId="{F5739C02-AE99-45E1-9427-DA1E17034E79}" type="pres">
      <dgm:prSet presAssocID="{CF346589-239B-40F2-B601-7DD334BBAD73}" presName="horzSpace2" presStyleCnt="0"/>
      <dgm:spPr/>
    </dgm:pt>
    <dgm:pt modelId="{74EB7E99-BC11-4423-9517-AE79105C099F}" type="pres">
      <dgm:prSet presAssocID="{CF346589-239B-40F2-B601-7DD334BBAD73}" presName="tx2" presStyleLbl="revTx" presStyleIdx="1" presStyleCnt="6"/>
      <dgm:spPr/>
    </dgm:pt>
    <dgm:pt modelId="{00A4A3D8-B0CE-4AF9-9B3F-20BBBD604A9C}" type="pres">
      <dgm:prSet presAssocID="{CF346589-239B-40F2-B601-7DD334BBAD73}" presName="vert2" presStyleCnt="0"/>
      <dgm:spPr/>
    </dgm:pt>
    <dgm:pt modelId="{D13941C4-EFEF-43F7-A26B-C3ED96D2C093}" type="pres">
      <dgm:prSet presAssocID="{CF346589-239B-40F2-B601-7DD334BBAD73}" presName="thinLine2b" presStyleLbl="callout" presStyleIdx="0" presStyleCnt="4"/>
      <dgm:spPr/>
    </dgm:pt>
    <dgm:pt modelId="{DB58EFCD-EBBC-480D-8EFF-E82C71B660A0}" type="pres">
      <dgm:prSet presAssocID="{CF346589-239B-40F2-B601-7DD334BBAD73}" presName="vertSpace2b" presStyleCnt="0"/>
      <dgm:spPr/>
    </dgm:pt>
    <dgm:pt modelId="{F77570B6-9E01-4F7B-9745-3DE645C3E99A}" type="pres">
      <dgm:prSet presAssocID="{6AEE53D8-6284-4B30-9A1E-85B9D5F982BB}" presName="horz2" presStyleCnt="0"/>
      <dgm:spPr/>
    </dgm:pt>
    <dgm:pt modelId="{38EDEE22-CBC7-4D10-9B3F-D0B96D9CBA3C}" type="pres">
      <dgm:prSet presAssocID="{6AEE53D8-6284-4B30-9A1E-85B9D5F982BB}" presName="horzSpace2" presStyleCnt="0"/>
      <dgm:spPr/>
    </dgm:pt>
    <dgm:pt modelId="{6BC79F4E-7509-4589-9A4E-443131B28A89}" type="pres">
      <dgm:prSet presAssocID="{6AEE53D8-6284-4B30-9A1E-85B9D5F982BB}" presName="tx2" presStyleLbl="revTx" presStyleIdx="2" presStyleCnt="6"/>
      <dgm:spPr/>
    </dgm:pt>
    <dgm:pt modelId="{A60FA240-C765-445B-AD10-F584910ABCC5}" type="pres">
      <dgm:prSet presAssocID="{6AEE53D8-6284-4B30-9A1E-85B9D5F982BB}" presName="vert2" presStyleCnt="0"/>
      <dgm:spPr/>
    </dgm:pt>
    <dgm:pt modelId="{8087592E-1522-4E9B-8B22-633523C4DA95}" type="pres">
      <dgm:prSet presAssocID="{6AEE53D8-6284-4B30-9A1E-85B9D5F982BB}" presName="thinLine2b" presStyleLbl="callout" presStyleIdx="1" presStyleCnt="4"/>
      <dgm:spPr/>
    </dgm:pt>
    <dgm:pt modelId="{EAF06510-F07B-4B57-BA72-3C40E9BB2352}" type="pres">
      <dgm:prSet presAssocID="{6AEE53D8-6284-4B30-9A1E-85B9D5F982BB}" presName="vertSpace2b" presStyleCnt="0"/>
      <dgm:spPr/>
    </dgm:pt>
    <dgm:pt modelId="{94D84150-A644-4014-9FE0-B6569F99B837}" type="pres">
      <dgm:prSet presAssocID="{571F881E-9BD4-4489-871B-8A18A42D023A}" presName="horz2" presStyleCnt="0"/>
      <dgm:spPr/>
    </dgm:pt>
    <dgm:pt modelId="{BD2E3E22-32CB-40E1-83EA-491828D138FB}" type="pres">
      <dgm:prSet presAssocID="{571F881E-9BD4-4489-871B-8A18A42D023A}" presName="horzSpace2" presStyleCnt="0"/>
      <dgm:spPr/>
    </dgm:pt>
    <dgm:pt modelId="{D214B693-8466-47B2-AA5A-5BA9A9FBAC8E}" type="pres">
      <dgm:prSet presAssocID="{571F881E-9BD4-4489-871B-8A18A42D023A}" presName="tx2" presStyleLbl="revTx" presStyleIdx="3" presStyleCnt="6"/>
      <dgm:spPr/>
    </dgm:pt>
    <dgm:pt modelId="{B9C82D34-A0C1-4E96-AF86-F5266F0E34F4}" type="pres">
      <dgm:prSet presAssocID="{571F881E-9BD4-4489-871B-8A18A42D023A}" presName="vert2" presStyleCnt="0"/>
      <dgm:spPr/>
    </dgm:pt>
    <dgm:pt modelId="{F5A37620-925D-4CAF-B23F-819EF3E31B32}" type="pres">
      <dgm:prSet presAssocID="{571F881E-9BD4-4489-871B-8A18A42D023A}" presName="thinLine2b" presStyleLbl="callout" presStyleIdx="2" presStyleCnt="4"/>
      <dgm:spPr/>
    </dgm:pt>
    <dgm:pt modelId="{A5D5239D-317A-4134-93D6-6F50F0D79ECB}" type="pres">
      <dgm:prSet presAssocID="{571F881E-9BD4-4489-871B-8A18A42D023A}" presName="vertSpace2b" presStyleCnt="0"/>
      <dgm:spPr/>
    </dgm:pt>
    <dgm:pt modelId="{7F796DEA-69E3-4AB3-BE05-3EB11BBC090B}" type="pres">
      <dgm:prSet presAssocID="{F3B5451C-1EA0-4F46-9683-80885B3347B9}" presName="horz2" presStyleCnt="0"/>
      <dgm:spPr/>
    </dgm:pt>
    <dgm:pt modelId="{E4DA308A-2069-41A0-80EA-1766EC8B4053}" type="pres">
      <dgm:prSet presAssocID="{F3B5451C-1EA0-4F46-9683-80885B3347B9}" presName="horzSpace2" presStyleCnt="0"/>
      <dgm:spPr/>
    </dgm:pt>
    <dgm:pt modelId="{46E067DB-6805-43ED-9DC2-7798A53B641B}" type="pres">
      <dgm:prSet presAssocID="{F3B5451C-1EA0-4F46-9683-80885B3347B9}" presName="tx2" presStyleLbl="revTx" presStyleIdx="4" presStyleCnt="6"/>
      <dgm:spPr/>
    </dgm:pt>
    <dgm:pt modelId="{23D541AA-F748-4BE0-91CD-434C05F195BC}" type="pres">
      <dgm:prSet presAssocID="{F3B5451C-1EA0-4F46-9683-80885B3347B9}" presName="vert2" presStyleCnt="0"/>
      <dgm:spPr/>
    </dgm:pt>
    <dgm:pt modelId="{83BBC55B-D278-48AD-9152-6A3AF6435998}" type="pres">
      <dgm:prSet presAssocID="{F3B5451C-1EA0-4F46-9683-80885B3347B9}" presName="thinLine2b" presStyleLbl="callout" presStyleIdx="3" presStyleCnt="4"/>
      <dgm:spPr/>
    </dgm:pt>
    <dgm:pt modelId="{D7D2BA0A-9067-4F79-B59A-37ECC8139329}" type="pres">
      <dgm:prSet presAssocID="{F3B5451C-1EA0-4F46-9683-80885B3347B9}" presName="vertSpace2b" presStyleCnt="0"/>
      <dgm:spPr/>
    </dgm:pt>
    <dgm:pt modelId="{7EE9A7DC-72C1-4079-9F5C-8E584EB1BE01}" type="pres">
      <dgm:prSet presAssocID="{6C123116-0B99-47DC-AB00-073654564818}" presName="thickLine" presStyleLbl="alignNode1" presStyleIdx="1" presStyleCnt="2"/>
      <dgm:spPr/>
    </dgm:pt>
    <dgm:pt modelId="{81A74905-5FC9-4AB2-AF29-6167584A622A}" type="pres">
      <dgm:prSet presAssocID="{6C123116-0B99-47DC-AB00-073654564818}" presName="horz1" presStyleCnt="0"/>
      <dgm:spPr/>
    </dgm:pt>
    <dgm:pt modelId="{FBE836A5-A46D-4C5C-8C18-15C0C54BBA63}" type="pres">
      <dgm:prSet presAssocID="{6C123116-0B99-47DC-AB00-073654564818}" presName="tx1" presStyleLbl="revTx" presStyleIdx="5" presStyleCnt="6" custScaleX="500000" custScaleY="61172"/>
      <dgm:spPr/>
    </dgm:pt>
    <dgm:pt modelId="{4E1CAE96-A409-483A-8A2C-977D1E058D28}" type="pres">
      <dgm:prSet presAssocID="{6C123116-0B99-47DC-AB00-073654564818}" presName="vert1" presStyleCnt="0"/>
      <dgm:spPr/>
    </dgm:pt>
  </dgm:ptLst>
  <dgm:cxnLst>
    <dgm:cxn modelId="{C8591118-EADB-4A54-8157-0349D0824890}" srcId="{4A22D93E-7BB7-49AD-BE1F-1558E09D6304}" destId="{571F881E-9BD4-4489-871B-8A18A42D023A}" srcOrd="2" destOrd="0" parTransId="{4D0992EC-87DA-4C6E-9A2A-25520FFB7A27}" sibTransId="{A7042235-6833-4E73-82FA-AC42B82ED2D7}"/>
    <dgm:cxn modelId="{29B53F36-FABE-4A42-99FF-FD03B0F91BD8}" type="presOf" srcId="{6AEE53D8-6284-4B30-9A1E-85B9D5F982BB}" destId="{6BC79F4E-7509-4589-9A4E-443131B28A89}" srcOrd="0" destOrd="0" presId="urn:microsoft.com/office/officeart/2008/layout/LinedList"/>
    <dgm:cxn modelId="{47D1103B-DC08-4002-BF60-6C360B414A9F}" srcId="{4A22D93E-7BB7-49AD-BE1F-1558E09D6304}" destId="{6AEE53D8-6284-4B30-9A1E-85B9D5F982BB}" srcOrd="1" destOrd="0" parTransId="{C961972B-E6F1-40A3-8D8B-993F811E664B}" sibTransId="{D600F005-43D4-4E5D-9111-367484884F2F}"/>
    <dgm:cxn modelId="{F4C16C44-01BE-4DB8-B779-6519933317A2}" type="presOf" srcId="{6C123116-0B99-47DC-AB00-073654564818}" destId="{FBE836A5-A46D-4C5C-8C18-15C0C54BBA63}" srcOrd="0" destOrd="0" presId="urn:microsoft.com/office/officeart/2008/layout/LinedList"/>
    <dgm:cxn modelId="{01AF9F66-D090-43B3-8CF2-DB5B5FB7CBA5}" srcId="{2FD73EBF-7FD9-4AC8-86F0-9076357F00AA}" destId="{6C123116-0B99-47DC-AB00-073654564818}" srcOrd="1" destOrd="0" parTransId="{85580347-8C0D-4412-9E90-32C646FD263F}" sibTransId="{08D1611C-CB6B-4CF2-9603-AF9F2A9B7272}"/>
    <dgm:cxn modelId="{0A2F4C6C-4273-4FC5-AA70-7206311623E0}" type="presOf" srcId="{571F881E-9BD4-4489-871B-8A18A42D023A}" destId="{D214B693-8466-47B2-AA5A-5BA9A9FBAC8E}" srcOrd="0" destOrd="0" presId="urn:microsoft.com/office/officeart/2008/layout/LinedList"/>
    <dgm:cxn modelId="{21A6DD86-AD11-4434-84E0-5CB17CF29AF5}" type="presOf" srcId="{CF346589-239B-40F2-B601-7DD334BBAD73}" destId="{74EB7E99-BC11-4423-9517-AE79105C099F}" srcOrd="0" destOrd="0" presId="urn:microsoft.com/office/officeart/2008/layout/LinedList"/>
    <dgm:cxn modelId="{EB8FE2B5-A85E-4367-8530-2B36593AD7B9}" type="presOf" srcId="{4A22D93E-7BB7-49AD-BE1F-1558E09D6304}" destId="{3BD13360-4F7E-4E30-9024-8AE20F983CC0}" srcOrd="0" destOrd="0" presId="urn:microsoft.com/office/officeart/2008/layout/LinedList"/>
    <dgm:cxn modelId="{B97A76BC-823A-4EB8-BCA8-A4405334C455}" srcId="{2FD73EBF-7FD9-4AC8-86F0-9076357F00AA}" destId="{4A22D93E-7BB7-49AD-BE1F-1558E09D6304}" srcOrd="0" destOrd="0" parTransId="{0DCDC82E-4AD0-4DEB-BEB9-B0EBF1DB0B84}" sibTransId="{A60F8F73-9975-472D-9E4E-C399E75F8FFF}"/>
    <dgm:cxn modelId="{71504EC9-1853-4E64-B0F8-20F89EF653B0}" srcId="{4A22D93E-7BB7-49AD-BE1F-1558E09D6304}" destId="{F3B5451C-1EA0-4F46-9683-80885B3347B9}" srcOrd="3" destOrd="0" parTransId="{8A44454F-B39A-4CAF-9A96-DB7CE1F5666C}" sibTransId="{0146796F-373A-4C20-BE6C-45C28D473358}"/>
    <dgm:cxn modelId="{C96194E3-C072-4928-9CDB-AC8A9FAF5554}" srcId="{4A22D93E-7BB7-49AD-BE1F-1558E09D6304}" destId="{CF346589-239B-40F2-B601-7DD334BBAD73}" srcOrd="0" destOrd="0" parTransId="{11F35E32-A6BA-4E5F-96B6-4735681032C5}" sibTransId="{369EF397-47FD-458E-A6A9-1F8A0983A7AA}"/>
    <dgm:cxn modelId="{0AA5DDE7-3494-4EE1-B32E-8DF3F542FDBE}" type="presOf" srcId="{F3B5451C-1EA0-4F46-9683-80885B3347B9}" destId="{46E067DB-6805-43ED-9DC2-7798A53B641B}" srcOrd="0" destOrd="0" presId="urn:microsoft.com/office/officeart/2008/layout/LinedList"/>
    <dgm:cxn modelId="{895BBDFF-B7C5-4D41-AC1D-049BEAF56FFC}" type="presOf" srcId="{2FD73EBF-7FD9-4AC8-86F0-9076357F00AA}" destId="{CFEB40AC-B8A9-4DB1-984D-8DEBF4D595C6}" srcOrd="0" destOrd="0" presId="urn:microsoft.com/office/officeart/2008/layout/LinedList"/>
    <dgm:cxn modelId="{2C83FF46-3E75-4733-B9B3-7FBBD6F55ADE}" type="presParOf" srcId="{CFEB40AC-B8A9-4DB1-984D-8DEBF4D595C6}" destId="{B93D1008-3A81-475D-B59A-B415570FFB95}" srcOrd="0" destOrd="0" presId="urn:microsoft.com/office/officeart/2008/layout/LinedList"/>
    <dgm:cxn modelId="{F93D5BD5-BA68-40CA-BD0B-4F7B785B2926}" type="presParOf" srcId="{CFEB40AC-B8A9-4DB1-984D-8DEBF4D595C6}" destId="{CF6263D1-0866-4460-9C45-10CFD901E669}" srcOrd="1" destOrd="0" presId="urn:microsoft.com/office/officeart/2008/layout/LinedList"/>
    <dgm:cxn modelId="{263AA388-7990-40AF-8F0D-08FF587EF198}" type="presParOf" srcId="{CF6263D1-0866-4460-9C45-10CFD901E669}" destId="{3BD13360-4F7E-4E30-9024-8AE20F983CC0}" srcOrd="0" destOrd="0" presId="urn:microsoft.com/office/officeart/2008/layout/LinedList"/>
    <dgm:cxn modelId="{4082DA33-F142-4C15-BE3D-12B7D9692262}" type="presParOf" srcId="{CF6263D1-0866-4460-9C45-10CFD901E669}" destId="{5D9AD614-F8AF-4805-9BD3-B482E987543F}" srcOrd="1" destOrd="0" presId="urn:microsoft.com/office/officeart/2008/layout/LinedList"/>
    <dgm:cxn modelId="{C8720606-89CD-4DA0-B297-2CC0FAA1AC73}" type="presParOf" srcId="{5D9AD614-F8AF-4805-9BD3-B482E987543F}" destId="{F09C9B9A-79E6-4F6E-91F2-82B82502BD4B}" srcOrd="0" destOrd="0" presId="urn:microsoft.com/office/officeart/2008/layout/LinedList"/>
    <dgm:cxn modelId="{ACCA8261-A1C4-4C88-B500-B59C1AF11485}" type="presParOf" srcId="{5D9AD614-F8AF-4805-9BD3-B482E987543F}" destId="{1780A488-59E9-4421-943B-640385E7231B}" srcOrd="1" destOrd="0" presId="urn:microsoft.com/office/officeart/2008/layout/LinedList"/>
    <dgm:cxn modelId="{99650C3F-9EBC-4EC5-ACD5-5DFC7A968EDF}" type="presParOf" srcId="{1780A488-59E9-4421-943B-640385E7231B}" destId="{F5739C02-AE99-45E1-9427-DA1E17034E79}" srcOrd="0" destOrd="0" presId="urn:microsoft.com/office/officeart/2008/layout/LinedList"/>
    <dgm:cxn modelId="{B1B4B07D-E903-4D61-8B95-22E566D339D1}" type="presParOf" srcId="{1780A488-59E9-4421-943B-640385E7231B}" destId="{74EB7E99-BC11-4423-9517-AE79105C099F}" srcOrd="1" destOrd="0" presId="urn:microsoft.com/office/officeart/2008/layout/LinedList"/>
    <dgm:cxn modelId="{1F8DC896-CCF2-415E-864A-F38A021F585E}" type="presParOf" srcId="{1780A488-59E9-4421-943B-640385E7231B}" destId="{00A4A3D8-B0CE-4AF9-9B3F-20BBBD604A9C}" srcOrd="2" destOrd="0" presId="urn:microsoft.com/office/officeart/2008/layout/LinedList"/>
    <dgm:cxn modelId="{17507A31-E411-4781-BA65-169F175CCE62}" type="presParOf" srcId="{5D9AD614-F8AF-4805-9BD3-B482E987543F}" destId="{D13941C4-EFEF-43F7-A26B-C3ED96D2C093}" srcOrd="2" destOrd="0" presId="urn:microsoft.com/office/officeart/2008/layout/LinedList"/>
    <dgm:cxn modelId="{7D06BAE8-885E-4495-8819-FB491010379F}" type="presParOf" srcId="{5D9AD614-F8AF-4805-9BD3-B482E987543F}" destId="{DB58EFCD-EBBC-480D-8EFF-E82C71B660A0}" srcOrd="3" destOrd="0" presId="urn:microsoft.com/office/officeart/2008/layout/LinedList"/>
    <dgm:cxn modelId="{46E90327-3D83-4A80-983D-CFF6D0C86C06}" type="presParOf" srcId="{5D9AD614-F8AF-4805-9BD3-B482E987543F}" destId="{F77570B6-9E01-4F7B-9745-3DE645C3E99A}" srcOrd="4" destOrd="0" presId="urn:microsoft.com/office/officeart/2008/layout/LinedList"/>
    <dgm:cxn modelId="{6BE1AA55-7D5D-408E-BA01-2152622C57C3}" type="presParOf" srcId="{F77570B6-9E01-4F7B-9745-3DE645C3E99A}" destId="{38EDEE22-CBC7-4D10-9B3F-D0B96D9CBA3C}" srcOrd="0" destOrd="0" presId="urn:microsoft.com/office/officeart/2008/layout/LinedList"/>
    <dgm:cxn modelId="{F7FA5BC1-B682-44DF-A04D-517646DDA1A7}" type="presParOf" srcId="{F77570B6-9E01-4F7B-9745-3DE645C3E99A}" destId="{6BC79F4E-7509-4589-9A4E-443131B28A89}" srcOrd="1" destOrd="0" presId="urn:microsoft.com/office/officeart/2008/layout/LinedList"/>
    <dgm:cxn modelId="{DA68F93B-0E90-4577-8159-BD10F35A5978}" type="presParOf" srcId="{F77570B6-9E01-4F7B-9745-3DE645C3E99A}" destId="{A60FA240-C765-445B-AD10-F584910ABCC5}" srcOrd="2" destOrd="0" presId="urn:microsoft.com/office/officeart/2008/layout/LinedList"/>
    <dgm:cxn modelId="{43DDBE17-0C66-4522-81A3-7F4B2916DB9A}" type="presParOf" srcId="{5D9AD614-F8AF-4805-9BD3-B482E987543F}" destId="{8087592E-1522-4E9B-8B22-633523C4DA95}" srcOrd="5" destOrd="0" presId="urn:microsoft.com/office/officeart/2008/layout/LinedList"/>
    <dgm:cxn modelId="{6ABFE4B9-96F1-4BA8-B773-B3C4E2161F71}" type="presParOf" srcId="{5D9AD614-F8AF-4805-9BD3-B482E987543F}" destId="{EAF06510-F07B-4B57-BA72-3C40E9BB2352}" srcOrd="6" destOrd="0" presId="urn:microsoft.com/office/officeart/2008/layout/LinedList"/>
    <dgm:cxn modelId="{8A21BE83-9838-4FAD-99B7-A0A6497BB4B0}" type="presParOf" srcId="{5D9AD614-F8AF-4805-9BD3-B482E987543F}" destId="{94D84150-A644-4014-9FE0-B6569F99B837}" srcOrd="7" destOrd="0" presId="urn:microsoft.com/office/officeart/2008/layout/LinedList"/>
    <dgm:cxn modelId="{4845BFFD-EFA8-44CD-A0A6-060B5D05EF0C}" type="presParOf" srcId="{94D84150-A644-4014-9FE0-B6569F99B837}" destId="{BD2E3E22-32CB-40E1-83EA-491828D138FB}" srcOrd="0" destOrd="0" presId="urn:microsoft.com/office/officeart/2008/layout/LinedList"/>
    <dgm:cxn modelId="{49F86F92-D919-4BA2-AD3D-66ABDCA43FCE}" type="presParOf" srcId="{94D84150-A644-4014-9FE0-B6569F99B837}" destId="{D214B693-8466-47B2-AA5A-5BA9A9FBAC8E}" srcOrd="1" destOrd="0" presId="urn:microsoft.com/office/officeart/2008/layout/LinedList"/>
    <dgm:cxn modelId="{C47CBDBD-740D-41BC-9C81-56248075208F}" type="presParOf" srcId="{94D84150-A644-4014-9FE0-B6569F99B837}" destId="{B9C82D34-A0C1-4E96-AF86-F5266F0E34F4}" srcOrd="2" destOrd="0" presId="urn:microsoft.com/office/officeart/2008/layout/LinedList"/>
    <dgm:cxn modelId="{1E92433B-8B8F-44C0-B3B2-5BFBFE33F5B6}" type="presParOf" srcId="{5D9AD614-F8AF-4805-9BD3-B482E987543F}" destId="{F5A37620-925D-4CAF-B23F-819EF3E31B32}" srcOrd="8" destOrd="0" presId="urn:microsoft.com/office/officeart/2008/layout/LinedList"/>
    <dgm:cxn modelId="{8D32F7CB-EC27-41F0-95DA-FCA3C37AF0CF}" type="presParOf" srcId="{5D9AD614-F8AF-4805-9BD3-B482E987543F}" destId="{A5D5239D-317A-4134-93D6-6F50F0D79ECB}" srcOrd="9" destOrd="0" presId="urn:microsoft.com/office/officeart/2008/layout/LinedList"/>
    <dgm:cxn modelId="{7D8E8A80-5D72-48F3-A17B-62DBEEFA27E0}" type="presParOf" srcId="{5D9AD614-F8AF-4805-9BD3-B482E987543F}" destId="{7F796DEA-69E3-4AB3-BE05-3EB11BBC090B}" srcOrd="10" destOrd="0" presId="urn:microsoft.com/office/officeart/2008/layout/LinedList"/>
    <dgm:cxn modelId="{D65BB249-B1A7-45F4-81EB-4FEBEB5ECCBA}" type="presParOf" srcId="{7F796DEA-69E3-4AB3-BE05-3EB11BBC090B}" destId="{E4DA308A-2069-41A0-80EA-1766EC8B4053}" srcOrd="0" destOrd="0" presId="urn:microsoft.com/office/officeart/2008/layout/LinedList"/>
    <dgm:cxn modelId="{DEC22497-409E-4AF7-ADFE-E60E9B72EB3B}" type="presParOf" srcId="{7F796DEA-69E3-4AB3-BE05-3EB11BBC090B}" destId="{46E067DB-6805-43ED-9DC2-7798A53B641B}" srcOrd="1" destOrd="0" presId="urn:microsoft.com/office/officeart/2008/layout/LinedList"/>
    <dgm:cxn modelId="{4B74D756-23D2-4037-B6F8-9BFD9B96EFE7}" type="presParOf" srcId="{7F796DEA-69E3-4AB3-BE05-3EB11BBC090B}" destId="{23D541AA-F748-4BE0-91CD-434C05F195BC}" srcOrd="2" destOrd="0" presId="urn:microsoft.com/office/officeart/2008/layout/LinedList"/>
    <dgm:cxn modelId="{77D9174D-CE5E-4F1C-973E-73FD87E683F2}" type="presParOf" srcId="{5D9AD614-F8AF-4805-9BD3-B482E987543F}" destId="{83BBC55B-D278-48AD-9152-6A3AF6435998}" srcOrd="11" destOrd="0" presId="urn:microsoft.com/office/officeart/2008/layout/LinedList"/>
    <dgm:cxn modelId="{E2FCFB39-EEB6-4F0A-83F4-745EEA682D94}" type="presParOf" srcId="{5D9AD614-F8AF-4805-9BD3-B482E987543F}" destId="{D7D2BA0A-9067-4F79-B59A-37ECC8139329}" srcOrd="12" destOrd="0" presId="urn:microsoft.com/office/officeart/2008/layout/LinedList"/>
    <dgm:cxn modelId="{2159902C-577A-4326-B708-DE28B739B9CA}" type="presParOf" srcId="{CFEB40AC-B8A9-4DB1-984D-8DEBF4D595C6}" destId="{7EE9A7DC-72C1-4079-9F5C-8E584EB1BE01}" srcOrd="2" destOrd="0" presId="urn:microsoft.com/office/officeart/2008/layout/LinedList"/>
    <dgm:cxn modelId="{499A35E4-A6CE-4F74-B4B7-F9FE2EB17C3C}" type="presParOf" srcId="{CFEB40AC-B8A9-4DB1-984D-8DEBF4D595C6}" destId="{81A74905-5FC9-4AB2-AF29-6167584A622A}" srcOrd="3" destOrd="0" presId="urn:microsoft.com/office/officeart/2008/layout/LinedList"/>
    <dgm:cxn modelId="{78354CD9-3E36-4D95-8B3A-A138D5F4476C}" type="presParOf" srcId="{81A74905-5FC9-4AB2-AF29-6167584A622A}" destId="{FBE836A5-A46D-4C5C-8C18-15C0C54BBA63}" srcOrd="0" destOrd="0" presId="urn:microsoft.com/office/officeart/2008/layout/LinedList"/>
    <dgm:cxn modelId="{39A1A1D7-9645-4D54-B5D5-9AF54DDA833E}" type="presParOf" srcId="{81A74905-5FC9-4AB2-AF29-6167584A622A}" destId="{4E1CAE96-A409-483A-8A2C-977D1E058D2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0B22F7-9738-4F27-87FD-201919BC2CC0}" type="doc">
      <dgm:prSet loTypeId="urn:microsoft.com/office/officeart/2016/7/layout/VerticalHollowActionList" loCatId="List" qsTypeId="urn:microsoft.com/office/officeart/2005/8/quickstyle/simple1" qsCatId="simple" csTypeId="urn:microsoft.com/office/officeart/2005/8/colors/accent1_2" csCatId="accent1" phldr="1"/>
      <dgm:spPr/>
      <dgm:t>
        <a:bodyPr/>
        <a:lstStyle/>
        <a:p>
          <a:endParaRPr lang="en-US"/>
        </a:p>
      </dgm:t>
    </dgm:pt>
    <dgm:pt modelId="{DCDC2A97-2ACF-4F04-8412-C8E7FF78D565}">
      <dgm:prSet/>
      <dgm:spPr/>
      <dgm:t>
        <a:bodyPr/>
        <a:lstStyle/>
        <a:p>
          <a:r>
            <a:rPr lang="en-US" dirty="0"/>
            <a:t>Time</a:t>
          </a:r>
        </a:p>
      </dgm:t>
    </dgm:pt>
    <dgm:pt modelId="{6F6F20F8-FC8D-411C-9E3A-657141628446}" type="parTrans" cxnId="{9F3C575E-6018-4532-B999-7C3DECD1DE8C}">
      <dgm:prSet/>
      <dgm:spPr/>
      <dgm:t>
        <a:bodyPr/>
        <a:lstStyle/>
        <a:p>
          <a:endParaRPr lang="en-US"/>
        </a:p>
      </dgm:t>
    </dgm:pt>
    <dgm:pt modelId="{FC5624BD-9CA7-4789-BFC3-DFCFE08BE301}" type="sibTrans" cxnId="{9F3C575E-6018-4532-B999-7C3DECD1DE8C}">
      <dgm:prSet/>
      <dgm:spPr/>
      <dgm:t>
        <a:bodyPr/>
        <a:lstStyle/>
        <a:p>
          <a:endParaRPr lang="en-US"/>
        </a:p>
      </dgm:t>
    </dgm:pt>
    <dgm:pt modelId="{C60FAED5-4EDE-478F-B07C-D30DAC6A7DD5}">
      <dgm:prSet/>
      <dgm:spPr/>
      <dgm:t>
        <a:bodyPr/>
        <a:lstStyle/>
        <a:p>
          <a:r>
            <a:rPr lang="en-US"/>
            <a:t>How long does it take to</a:t>
          </a:r>
        </a:p>
      </dgm:t>
    </dgm:pt>
    <dgm:pt modelId="{7E3255F1-B9E2-4DBE-8D41-2766312F711E}" type="parTrans" cxnId="{296BA42B-7D90-480B-B6DD-845933FEC889}">
      <dgm:prSet/>
      <dgm:spPr/>
      <dgm:t>
        <a:bodyPr/>
        <a:lstStyle/>
        <a:p>
          <a:endParaRPr lang="en-US"/>
        </a:p>
      </dgm:t>
    </dgm:pt>
    <dgm:pt modelId="{0B7C9A48-40D4-4B46-8CB5-B466420BF338}" type="sibTrans" cxnId="{296BA42B-7D90-480B-B6DD-845933FEC889}">
      <dgm:prSet/>
      <dgm:spPr/>
      <dgm:t>
        <a:bodyPr/>
        <a:lstStyle/>
        <a:p>
          <a:endParaRPr lang="en-US"/>
        </a:p>
      </dgm:t>
    </dgm:pt>
    <dgm:pt modelId="{D2D79484-520A-4557-86A4-B6AEB27F9C2D}">
      <dgm:prSet/>
      <dgm:spPr/>
      <dgm:t>
        <a:bodyPr/>
        <a:lstStyle/>
        <a:p>
          <a:r>
            <a:rPr lang="en-US"/>
            <a:t>Importance</a:t>
          </a:r>
          <a:endParaRPr lang="en-US" dirty="0"/>
        </a:p>
      </dgm:t>
    </dgm:pt>
    <dgm:pt modelId="{0C102F56-13FB-4390-B7BD-5A8A44475583}" type="parTrans" cxnId="{5D2505B1-4FC2-4980-BE13-BF6FECC6E18A}">
      <dgm:prSet/>
      <dgm:spPr/>
      <dgm:t>
        <a:bodyPr/>
        <a:lstStyle/>
        <a:p>
          <a:endParaRPr lang="en-US"/>
        </a:p>
      </dgm:t>
    </dgm:pt>
    <dgm:pt modelId="{C306D1D8-BAAE-45BD-A25E-A51C7C53DE72}" type="sibTrans" cxnId="{5D2505B1-4FC2-4980-BE13-BF6FECC6E18A}">
      <dgm:prSet/>
      <dgm:spPr/>
      <dgm:t>
        <a:bodyPr/>
        <a:lstStyle/>
        <a:p>
          <a:endParaRPr lang="en-US"/>
        </a:p>
      </dgm:t>
    </dgm:pt>
    <dgm:pt modelId="{B5FA2696-D295-4D27-991A-B8754689E0B0}">
      <dgm:prSet/>
      <dgm:spPr/>
      <dgm:t>
        <a:bodyPr/>
        <a:lstStyle/>
        <a:p>
          <a:r>
            <a:rPr lang="en-US"/>
            <a:t>Set the Priority </a:t>
          </a:r>
        </a:p>
      </dgm:t>
    </dgm:pt>
    <dgm:pt modelId="{DAF44207-0F65-43F9-8BCC-E522A7C6C95E}" type="parTrans" cxnId="{F25AEB7C-06D6-46EE-AEC5-7FB908D45E41}">
      <dgm:prSet/>
      <dgm:spPr/>
      <dgm:t>
        <a:bodyPr/>
        <a:lstStyle/>
        <a:p>
          <a:endParaRPr lang="en-US"/>
        </a:p>
      </dgm:t>
    </dgm:pt>
    <dgm:pt modelId="{94A26A67-C8B2-4D14-B577-950F26FEFA35}" type="sibTrans" cxnId="{F25AEB7C-06D6-46EE-AEC5-7FB908D45E41}">
      <dgm:prSet/>
      <dgm:spPr/>
      <dgm:t>
        <a:bodyPr/>
        <a:lstStyle/>
        <a:p>
          <a:endParaRPr lang="en-US"/>
        </a:p>
      </dgm:t>
    </dgm:pt>
    <dgm:pt modelId="{1EBEC2A1-AEBC-4FAF-83F2-3220D2A377D6}">
      <dgm:prSet/>
      <dgm:spPr/>
      <dgm:t>
        <a:bodyPr/>
        <a:lstStyle/>
        <a:p>
          <a:r>
            <a:rPr lang="en-US" dirty="0"/>
            <a:t>Understand</a:t>
          </a:r>
        </a:p>
      </dgm:t>
    </dgm:pt>
    <dgm:pt modelId="{57FAC896-E932-43D9-80B9-C17ED1D81F29}" type="parTrans" cxnId="{E5808686-3C99-4216-BB60-DABCE44AD58B}">
      <dgm:prSet/>
      <dgm:spPr/>
      <dgm:t>
        <a:bodyPr/>
        <a:lstStyle/>
        <a:p>
          <a:endParaRPr lang="en-US"/>
        </a:p>
      </dgm:t>
    </dgm:pt>
    <dgm:pt modelId="{5E3BF2BE-75F9-4D12-B577-47A1F96F7157}" type="sibTrans" cxnId="{E5808686-3C99-4216-BB60-DABCE44AD58B}">
      <dgm:prSet/>
      <dgm:spPr/>
      <dgm:t>
        <a:bodyPr/>
        <a:lstStyle/>
        <a:p>
          <a:endParaRPr lang="en-US"/>
        </a:p>
      </dgm:t>
    </dgm:pt>
    <dgm:pt modelId="{FAFDAB73-7943-4E44-83EB-D45CF034442E}">
      <dgm:prSet/>
      <dgm:spPr/>
      <dgm:t>
        <a:bodyPr/>
        <a:lstStyle/>
        <a:p>
          <a:r>
            <a:rPr lang="en-US"/>
            <a:t>Read through the User story and understand it completely</a:t>
          </a:r>
        </a:p>
      </dgm:t>
    </dgm:pt>
    <dgm:pt modelId="{6886B175-8B0C-4DF2-A687-580970F9160B}" type="parTrans" cxnId="{525D9791-C48F-48D7-BBA7-6F5F41E59219}">
      <dgm:prSet/>
      <dgm:spPr/>
      <dgm:t>
        <a:bodyPr/>
        <a:lstStyle/>
        <a:p>
          <a:endParaRPr lang="en-US"/>
        </a:p>
      </dgm:t>
    </dgm:pt>
    <dgm:pt modelId="{0ACA2C81-D9A3-4124-8808-6A5F4C51FAE3}" type="sibTrans" cxnId="{525D9791-C48F-48D7-BBA7-6F5F41E59219}">
      <dgm:prSet/>
      <dgm:spPr/>
      <dgm:t>
        <a:bodyPr/>
        <a:lstStyle/>
        <a:p>
          <a:endParaRPr lang="en-US"/>
        </a:p>
      </dgm:t>
    </dgm:pt>
    <dgm:pt modelId="{FE649F91-963E-4CC6-8CBD-D069C609BBA5}">
      <dgm:prSet/>
      <dgm:spPr/>
      <dgm:t>
        <a:bodyPr/>
        <a:lstStyle/>
        <a:p>
          <a:r>
            <a:rPr lang="en-US" dirty="0"/>
            <a:t>Plan</a:t>
          </a:r>
        </a:p>
      </dgm:t>
    </dgm:pt>
    <dgm:pt modelId="{2AE21CB0-7E51-45FE-BFDF-5C2AC2F565B0}" type="parTrans" cxnId="{5F2FCCCB-39E6-4E41-AC65-9E16D0FDF15C}">
      <dgm:prSet/>
      <dgm:spPr/>
      <dgm:t>
        <a:bodyPr/>
        <a:lstStyle/>
        <a:p>
          <a:endParaRPr lang="en-US"/>
        </a:p>
      </dgm:t>
    </dgm:pt>
    <dgm:pt modelId="{D713DB76-6C8D-407C-BF87-4F638323BFFC}" type="sibTrans" cxnId="{5F2FCCCB-39E6-4E41-AC65-9E16D0FDF15C}">
      <dgm:prSet/>
      <dgm:spPr/>
      <dgm:t>
        <a:bodyPr/>
        <a:lstStyle/>
        <a:p>
          <a:endParaRPr lang="en-US"/>
        </a:p>
      </dgm:t>
    </dgm:pt>
    <dgm:pt modelId="{64A7B971-227D-4036-B738-C393B9E406BC}">
      <dgm:prSet/>
      <dgm:spPr/>
      <dgm:t>
        <a:bodyPr/>
        <a:lstStyle/>
        <a:p>
          <a:r>
            <a:rPr lang="en-US"/>
            <a:t>Produce a plan of action (use existing modules, how to test...)</a:t>
          </a:r>
        </a:p>
      </dgm:t>
    </dgm:pt>
    <dgm:pt modelId="{4C038DFE-BEEE-414A-AAA3-22D9D2ACD18C}" type="parTrans" cxnId="{42B5494F-0A4A-41E6-A1D4-CBB79A78430C}">
      <dgm:prSet/>
      <dgm:spPr/>
      <dgm:t>
        <a:bodyPr/>
        <a:lstStyle/>
        <a:p>
          <a:endParaRPr lang="en-US"/>
        </a:p>
      </dgm:t>
    </dgm:pt>
    <dgm:pt modelId="{C9E028EC-D4D5-46CE-9ED9-542B9E22AB3A}" type="sibTrans" cxnId="{42B5494F-0A4A-41E6-A1D4-CBB79A78430C}">
      <dgm:prSet/>
      <dgm:spPr/>
      <dgm:t>
        <a:bodyPr/>
        <a:lstStyle/>
        <a:p>
          <a:endParaRPr lang="en-US"/>
        </a:p>
      </dgm:t>
    </dgm:pt>
    <dgm:pt modelId="{DAC6E939-6F00-49DE-B50C-F260BE109D76}">
      <dgm:prSet/>
      <dgm:spPr/>
      <dgm:t>
        <a:bodyPr/>
        <a:lstStyle/>
        <a:p>
          <a:r>
            <a:rPr lang="en-US" dirty="0"/>
            <a:t>Code</a:t>
          </a:r>
        </a:p>
      </dgm:t>
    </dgm:pt>
    <dgm:pt modelId="{204AB733-49BF-4229-B195-87A8D111FF3C}" type="parTrans" cxnId="{DDAC9A89-67F7-4523-80DA-B6D437F02442}">
      <dgm:prSet/>
      <dgm:spPr/>
      <dgm:t>
        <a:bodyPr/>
        <a:lstStyle/>
        <a:p>
          <a:endParaRPr lang="en-US"/>
        </a:p>
      </dgm:t>
    </dgm:pt>
    <dgm:pt modelId="{B28DC40E-12B4-4660-BFF3-5CBD1AE07B11}" type="sibTrans" cxnId="{DDAC9A89-67F7-4523-80DA-B6D437F02442}">
      <dgm:prSet/>
      <dgm:spPr/>
      <dgm:t>
        <a:bodyPr/>
        <a:lstStyle/>
        <a:p>
          <a:endParaRPr lang="en-US"/>
        </a:p>
      </dgm:t>
    </dgm:pt>
    <dgm:pt modelId="{6FB98F03-8DE4-491B-8DB4-2B15BC9981EE}">
      <dgm:prSet/>
      <dgm:spPr/>
      <dgm:t>
        <a:bodyPr/>
        <a:lstStyle/>
        <a:p>
          <a:r>
            <a:rPr lang="en-US"/>
            <a:t>Write the code</a:t>
          </a:r>
        </a:p>
      </dgm:t>
    </dgm:pt>
    <dgm:pt modelId="{7B02F0AD-1C69-4751-A19B-5101532FA7C0}" type="parTrans" cxnId="{2A112F7E-9BCF-4735-A820-D4514AE080C5}">
      <dgm:prSet/>
      <dgm:spPr/>
      <dgm:t>
        <a:bodyPr/>
        <a:lstStyle/>
        <a:p>
          <a:endParaRPr lang="en-US"/>
        </a:p>
      </dgm:t>
    </dgm:pt>
    <dgm:pt modelId="{011A66BB-8734-4A34-BDA0-0C16129274AB}" type="sibTrans" cxnId="{2A112F7E-9BCF-4735-A820-D4514AE080C5}">
      <dgm:prSet/>
      <dgm:spPr/>
      <dgm:t>
        <a:bodyPr/>
        <a:lstStyle/>
        <a:p>
          <a:endParaRPr lang="en-US"/>
        </a:p>
      </dgm:t>
    </dgm:pt>
    <dgm:pt modelId="{03DDBBF2-AD2F-4269-8584-5CD6D423E980}">
      <dgm:prSet/>
      <dgm:spPr/>
      <dgm:t>
        <a:bodyPr/>
        <a:lstStyle/>
        <a:p>
          <a:r>
            <a:rPr lang="en-US" dirty="0"/>
            <a:t>Test</a:t>
          </a:r>
        </a:p>
      </dgm:t>
    </dgm:pt>
    <dgm:pt modelId="{A8A90045-280B-4FFE-83F7-C5F7972F1E10}" type="parTrans" cxnId="{18552498-229A-4CE1-A662-C1503716CE13}">
      <dgm:prSet/>
      <dgm:spPr/>
      <dgm:t>
        <a:bodyPr/>
        <a:lstStyle/>
        <a:p>
          <a:endParaRPr lang="en-US"/>
        </a:p>
      </dgm:t>
    </dgm:pt>
    <dgm:pt modelId="{F945DEEE-4AEB-473E-8B1C-34FED471CDB6}" type="sibTrans" cxnId="{18552498-229A-4CE1-A662-C1503716CE13}">
      <dgm:prSet/>
      <dgm:spPr/>
      <dgm:t>
        <a:bodyPr/>
        <a:lstStyle/>
        <a:p>
          <a:endParaRPr lang="en-US"/>
        </a:p>
      </dgm:t>
    </dgm:pt>
    <dgm:pt modelId="{ABE99E16-921E-49F4-AB79-5E1B7E15C19E}">
      <dgm:prSet/>
      <dgm:spPr/>
      <dgm:t>
        <a:bodyPr/>
        <a:lstStyle/>
        <a:p>
          <a:r>
            <a:rPr lang="en-US"/>
            <a:t>Write Unit tests for the code</a:t>
          </a:r>
        </a:p>
      </dgm:t>
    </dgm:pt>
    <dgm:pt modelId="{ECC726F8-C990-47C3-8A23-2C4143921F7D}" type="parTrans" cxnId="{596A83E0-8763-467B-A125-026133278F77}">
      <dgm:prSet/>
      <dgm:spPr/>
      <dgm:t>
        <a:bodyPr/>
        <a:lstStyle/>
        <a:p>
          <a:endParaRPr lang="en-US"/>
        </a:p>
      </dgm:t>
    </dgm:pt>
    <dgm:pt modelId="{294AF293-40BA-43B1-9BFF-F73B91345009}" type="sibTrans" cxnId="{596A83E0-8763-467B-A125-026133278F77}">
      <dgm:prSet/>
      <dgm:spPr/>
      <dgm:t>
        <a:bodyPr/>
        <a:lstStyle/>
        <a:p>
          <a:endParaRPr lang="en-US"/>
        </a:p>
      </dgm:t>
    </dgm:pt>
    <dgm:pt modelId="{E248AA2C-4F6F-43EC-BD15-66548218F4E2}">
      <dgm:prSet/>
      <dgm:spPr/>
      <dgm:t>
        <a:bodyPr/>
        <a:lstStyle/>
        <a:p>
          <a:r>
            <a:rPr lang="en-US"/>
            <a:t>Integrate</a:t>
          </a:r>
        </a:p>
      </dgm:t>
    </dgm:pt>
    <dgm:pt modelId="{57FF29FD-C271-49DB-9B79-60CBE0695166}" type="parTrans" cxnId="{29100E9D-9907-4726-BD63-32454FB6C0C5}">
      <dgm:prSet/>
      <dgm:spPr/>
      <dgm:t>
        <a:bodyPr/>
        <a:lstStyle/>
        <a:p>
          <a:endParaRPr lang="en-US"/>
        </a:p>
      </dgm:t>
    </dgm:pt>
    <dgm:pt modelId="{88716EEF-3BB0-4D0F-9E7C-FF03362E9473}" type="sibTrans" cxnId="{29100E9D-9907-4726-BD63-32454FB6C0C5}">
      <dgm:prSet/>
      <dgm:spPr/>
      <dgm:t>
        <a:bodyPr/>
        <a:lstStyle/>
        <a:p>
          <a:endParaRPr lang="en-US"/>
        </a:p>
      </dgm:t>
    </dgm:pt>
    <dgm:pt modelId="{E2D93AE4-6CB6-46A7-A743-88BDCA57F737}">
      <dgm:prSet/>
      <dgm:spPr/>
      <dgm:t>
        <a:bodyPr/>
        <a:lstStyle/>
        <a:p>
          <a:r>
            <a:rPr lang="en-US"/>
            <a:t>Integrate (merge) it with the rest of the project code (GIT)</a:t>
          </a:r>
        </a:p>
      </dgm:t>
    </dgm:pt>
    <dgm:pt modelId="{E63A3C7E-2276-4446-9F50-09B1D798F472}" type="parTrans" cxnId="{C99A0C32-14DA-44BC-8CC9-08CD3AA19DA0}">
      <dgm:prSet/>
      <dgm:spPr/>
      <dgm:t>
        <a:bodyPr/>
        <a:lstStyle/>
        <a:p>
          <a:endParaRPr lang="en-US"/>
        </a:p>
      </dgm:t>
    </dgm:pt>
    <dgm:pt modelId="{820ED85F-F868-4A84-83CB-D6CFFD4A9DEE}" type="sibTrans" cxnId="{C99A0C32-14DA-44BC-8CC9-08CD3AA19DA0}">
      <dgm:prSet/>
      <dgm:spPr/>
      <dgm:t>
        <a:bodyPr/>
        <a:lstStyle/>
        <a:p>
          <a:endParaRPr lang="en-US"/>
        </a:p>
      </dgm:t>
    </dgm:pt>
    <dgm:pt modelId="{6A745A18-1C90-44EE-B521-D1A450FE0BA1}">
      <dgm:prSet/>
      <dgm:spPr/>
      <dgm:t>
        <a:bodyPr/>
        <a:lstStyle/>
        <a:p>
          <a:r>
            <a:rPr lang="en-US" dirty="0"/>
            <a:t>System Test</a:t>
          </a:r>
        </a:p>
      </dgm:t>
    </dgm:pt>
    <dgm:pt modelId="{24B133AB-B1BA-4827-B0A7-7BE15FE56F53}" type="parTrans" cxnId="{76CC1467-ED4B-4F91-B881-1A16D2719945}">
      <dgm:prSet/>
      <dgm:spPr/>
      <dgm:t>
        <a:bodyPr/>
        <a:lstStyle/>
        <a:p>
          <a:endParaRPr lang="en-US"/>
        </a:p>
      </dgm:t>
    </dgm:pt>
    <dgm:pt modelId="{7442E483-F3FD-4495-9D26-E394EBC2882C}" type="sibTrans" cxnId="{76CC1467-ED4B-4F91-B881-1A16D2719945}">
      <dgm:prSet/>
      <dgm:spPr/>
      <dgm:t>
        <a:bodyPr/>
        <a:lstStyle/>
        <a:p>
          <a:endParaRPr lang="en-US"/>
        </a:p>
      </dgm:t>
    </dgm:pt>
    <dgm:pt modelId="{06D97B08-95CA-4CE5-B522-CC9F465A4A6B}">
      <dgm:prSet/>
      <dgm:spPr/>
      <dgm:t>
        <a:bodyPr/>
        <a:lstStyle/>
        <a:p>
          <a:r>
            <a:rPr lang="en-US"/>
            <a:t>Deployment: locally, test server, on company server, cloud</a:t>
          </a:r>
        </a:p>
      </dgm:t>
    </dgm:pt>
    <dgm:pt modelId="{B7706975-C375-4B54-9C00-D7FFD169A237}" type="parTrans" cxnId="{770FEC22-5EF9-4705-9F8D-94349E10BE0F}">
      <dgm:prSet/>
      <dgm:spPr/>
      <dgm:t>
        <a:bodyPr/>
        <a:lstStyle/>
        <a:p>
          <a:endParaRPr lang="en-US"/>
        </a:p>
      </dgm:t>
    </dgm:pt>
    <dgm:pt modelId="{86A53DC0-65A2-4268-A11C-3306D686ADD8}" type="sibTrans" cxnId="{770FEC22-5EF9-4705-9F8D-94349E10BE0F}">
      <dgm:prSet/>
      <dgm:spPr/>
      <dgm:t>
        <a:bodyPr/>
        <a:lstStyle/>
        <a:p>
          <a:endParaRPr lang="en-US"/>
        </a:p>
      </dgm:t>
    </dgm:pt>
    <dgm:pt modelId="{DE613AE7-CA3A-4835-B0D3-C145DCFACB93}" type="pres">
      <dgm:prSet presAssocID="{700B22F7-9738-4F27-87FD-201919BC2CC0}" presName="Name0" presStyleCnt="0">
        <dgm:presLayoutVars>
          <dgm:dir/>
          <dgm:animLvl val="lvl"/>
          <dgm:resizeHandles val="exact"/>
        </dgm:presLayoutVars>
      </dgm:prSet>
      <dgm:spPr/>
    </dgm:pt>
    <dgm:pt modelId="{A9235CEC-97FD-42B1-9BD2-5A15C04608C5}" type="pres">
      <dgm:prSet presAssocID="{DCDC2A97-2ACF-4F04-8412-C8E7FF78D565}" presName="linNode" presStyleCnt="0"/>
      <dgm:spPr/>
    </dgm:pt>
    <dgm:pt modelId="{0364B547-80D9-4A6E-8F07-049C34BA69AD}" type="pres">
      <dgm:prSet presAssocID="{DCDC2A97-2ACF-4F04-8412-C8E7FF78D565}" presName="parentText" presStyleLbl="solidFgAcc1" presStyleIdx="0" presStyleCnt="8">
        <dgm:presLayoutVars>
          <dgm:chMax val="1"/>
          <dgm:bulletEnabled/>
        </dgm:presLayoutVars>
      </dgm:prSet>
      <dgm:spPr/>
    </dgm:pt>
    <dgm:pt modelId="{82ADE380-1F3D-4638-8D78-10ADC66F56B5}" type="pres">
      <dgm:prSet presAssocID="{DCDC2A97-2ACF-4F04-8412-C8E7FF78D565}" presName="descendantText" presStyleLbl="alignNode1" presStyleIdx="0" presStyleCnt="8">
        <dgm:presLayoutVars>
          <dgm:bulletEnabled/>
        </dgm:presLayoutVars>
      </dgm:prSet>
      <dgm:spPr/>
    </dgm:pt>
    <dgm:pt modelId="{875801F5-E823-47C8-88B6-7CC9AA118F37}" type="pres">
      <dgm:prSet presAssocID="{FC5624BD-9CA7-4789-BFC3-DFCFE08BE301}" presName="sp" presStyleCnt="0"/>
      <dgm:spPr/>
    </dgm:pt>
    <dgm:pt modelId="{2DEEA92B-B766-415F-90BC-0A7CF5709695}" type="pres">
      <dgm:prSet presAssocID="{D2D79484-520A-4557-86A4-B6AEB27F9C2D}" presName="linNode" presStyleCnt="0"/>
      <dgm:spPr/>
    </dgm:pt>
    <dgm:pt modelId="{FD067365-30AD-4C78-ACC8-D51073B06E91}" type="pres">
      <dgm:prSet presAssocID="{D2D79484-520A-4557-86A4-B6AEB27F9C2D}" presName="parentText" presStyleLbl="solidFgAcc1" presStyleIdx="1" presStyleCnt="8">
        <dgm:presLayoutVars>
          <dgm:chMax val="1"/>
          <dgm:bulletEnabled/>
        </dgm:presLayoutVars>
      </dgm:prSet>
      <dgm:spPr/>
    </dgm:pt>
    <dgm:pt modelId="{1ADC8302-F0AA-49DA-9268-954720F9D37C}" type="pres">
      <dgm:prSet presAssocID="{D2D79484-520A-4557-86A4-B6AEB27F9C2D}" presName="descendantText" presStyleLbl="alignNode1" presStyleIdx="1" presStyleCnt="8">
        <dgm:presLayoutVars>
          <dgm:bulletEnabled/>
        </dgm:presLayoutVars>
      </dgm:prSet>
      <dgm:spPr/>
    </dgm:pt>
    <dgm:pt modelId="{EFFECEBC-D50C-4132-BC4A-C29F5C804878}" type="pres">
      <dgm:prSet presAssocID="{C306D1D8-BAAE-45BD-A25E-A51C7C53DE72}" presName="sp" presStyleCnt="0"/>
      <dgm:spPr/>
    </dgm:pt>
    <dgm:pt modelId="{A8C131EB-3248-4862-BEE8-317105E0BCB7}" type="pres">
      <dgm:prSet presAssocID="{1EBEC2A1-AEBC-4FAF-83F2-3220D2A377D6}" presName="linNode" presStyleCnt="0"/>
      <dgm:spPr/>
    </dgm:pt>
    <dgm:pt modelId="{CF338837-9F53-40ED-A99F-010C1C237D9B}" type="pres">
      <dgm:prSet presAssocID="{1EBEC2A1-AEBC-4FAF-83F2-3220D2A377D6}" presName="parentText" presStyleLbl="solidFgAcc1" presStyleIdx="2" presStyleCnt="8">
        <dgm:presLayoutVars>
          <dgm:chMax val="1"/>
          <dgm:bulletEnabled/>
        </dgm:presLayoutVars>
      </dgm:prSet>
      <dgm:spPr/>
    </dgm:pt>
    <dgm:pt modelId="{F267293E-3755-4302-94EF-9631DD71EA2D}" type="pres">
      <dgm:prSet presAssocID="{1EBEC2A1-AEBC-4FAF-83F2-3220D2A377D6}" presName="descendantText" presStyleLbl="alignNode1" presStyleIdx="2" presStyleCnt="8">
        <dgm:presLayoutVars>
          <dgm:bulletEnabled/>
        </dgm:presLayoutVars>
      </dgm:prSet>
      <dgm:spPr/>
    </dgm:pt>
    <dgm:pt modelId="{F06774DC-8477-472B-81CE-6DAE2ED346A5}" type="pres">
      <dgm:prSet presAssocID="{5E3BF2BE-75F9-4D12-B577-47A1F96F7157}" presName="sp" presStyleCnt="0"/>
      <dgm:spPr/>
    </dgm:pt>
    <dgm:pt modelId="{65DFB536-0DF0-4382-BB7C-EF03E12E1420}" type="pres">
      <dgm:prSet presAssocID="{FE649F91-963E-4CC6-8CBD-D069C609BBA5}" presName="linNode" presStyleCnt="0"/>
      <dgm:spPr/>
    </dgm:pt>
    <dgm:pt modelId="{D204A1ED-3F02-4574-9D2C-EBC7B4ABC90E}" type="pres">
      <dgm:prSet presAssocID="{FE649F91-963E-4CC6-8CBD-D069C609BBA5}" presName="parentText" presStyleLbl="solidFgAcc1" presStyleIdx="3" presStyleCnt="8">
        <dgm:presLayoutVars>
          <dgm:chMax val="1"/>
          <dgm:bulletEnabled/>
        </dgm:presLayoutVars>
      </dgm:prSet>
      <dgm:spPr/>
    </dgm:pt>
    <dgm:pt modelId="{B44A5456-2FB5-448D-B146-9F1F56DC3CB1}" type="pres">
      <dgm:prSet presAssocID="{FE649F91-963E-4CC6-8CBD-D069C609BBA5}" presName="descendantText" presStyleLbl="alignNode1" presStyleIdx="3" presStyleCnt="8">
        <dgm:presLayoutVars>
          <dgm:bulletEnabled/>
        </dgm:presLayoutVars>
      </dgm:prSet>
      <dgm:spPr/>
    </dgm:pt>
    <dgm:pt modelId="{37FAEFDB-2B7C-47BD-90CC-30E9F1A96A33}" type="pres">
      <dgm:prSet presAssocID="{D713DB76-6C8D-407C-BF87-4F638323BFFC}" presName="sp" presStyleCnt="0"/>
      <dgm:spPr/>
    </dgm:pt>
    <dgm:pt modelId="{CB559AE8-7586-414A-827E-32C76D3F3179}" type="pres">
      <dgm:prSet presAssocID="{DAC6E939-6F00-49DE-B50C-F260BE109D76}" presName="linNode" presStyleCnt="0"/>
      <dgm:spPr/>
    </dgm:pt>
    <dgm:pt modelId="{A30EB760-5D25-45C5-82AE-68F08EF7D946}" type="pres">
      <dgm:prSet presAssocID="{DAC6E939-6F00-49DE-B50C-F260BE109D76}" presName="parentText" presStyleLbl="solidFgAcc1" presStyleIdx="4" presStyleCnt="8">
        <dgm:presLayoutVars>
          <dgm:chMax val="1"/>
          <dgm:bulletEnabled/>
        </dgm:presLayoutVars>
      </dgm:prSet>
      <dgm:spPr/>
    </dgm:pt>
    <dgm:pt modelId="{1D98E451-A0A3-43AB-AB96-1C0CCB4A6EB5}" type="pres">
      <dgm:prSet presAssocID="{DAC6E939-6F00-49DE-B50C-F260BE109D76}" presName="descendantText" presStyleLbl="alignNode1" presStyleIdx="4" presStyleCnt="8">
        <dgm:presLayoutVars>
          <dgm:bulletEnabled/>
        </dgm:presLayoutVars>
      </dgm:prSet>
      <dgm:spPr/>
    </dgm:pt>
    <dgm:pt modelId="{AB6EBC1B-7457-4B01-B0DC-32A1B8663828}" type="pres">
      <dgm:prSet presAssocID="{B28DC40E-12B4-4660-BFF3-5CBD1AE07B11}" presName="sp" presStyleCnt="0"/>
      <dgm:spPr/>
    </dgm:pt>
    <dgm:pt modelId="{A619C9BA-47FE-4925-9D10-FBDA9AAE378C}" type="pres">
      <dgm:prSet presAssocID="{03DDBBF2-AD2F-4269-8584-5CD6D423E980}" presName="linNode" presStyleCnt="0"/>
      <dgm:spPr/>
    </dgm:pt>
    <dgm:pt modelId="{40FA1B72-F463-4725-99B8-2D2CED0DA04F}" type="pres">
      <dgm:prSet presAssocID="{03DDBBF2-AD2F-4269-8584-5CD6D423E980}" presName="parentText" presStyleLbl="solidFgAcc1" presStyleIdx="5" presStyleCnt="8">
        <dgm:presLayoutVars>
          <dgm:chMax val="1"/>
          <dgm:bulletEnabled/>
        </dgm:presLayoutVars>
      </dgm:prSet>
      <dgm:spPr/>
    </dgm:pt>
    <dgm:pt modelId="{20DF7BE6-7AA8-4806-A342-FDF89A5A4B72}" type="pres">
      <dgm:prSet presAssocID="{03DDBBF2-AD2F-4269-8584-5CD6D423E980}" presName="descendantText" presStyleLbl="alignNode1" presStyleIdx="5" presStyleCnt="8">
        <dgm:presLayoutVars>
          <dgm:bulletEnabled/>
        </dgm:presLayoutVars>
      </dgm:prSet>
      <dgm:spPr/>
    </dgm:pt>
    <dgm:pt modelId="{2AC77613-AAB9-49A1-8359-CD3973C68E8F}" type="pres">
      <dgm:prSet presAssocID="{F945DEEE-4AEB-473E-8B1C-34FED471CDB6}" presName="sp" presStyleCnt="0"/>
      <dgm:spPr/>
    </dgm:pt>
    <dgm:pt modelId="{6E4126D2-9356-4FAA-973A-A0765BF1CF59}" type="pres">
      <dgm:prSet presAssocID="{E248AA2C-4F6F-43EC-BD15-66548218F4E2}" presName="linNode" presStyleCnt="0"/>
      <dgm:spPr/>
    </dgm:pt>
    <dgm:pt modelId="{48E13173-5D30-42C0-A431-E2F4C61E7BEB}" type="pres">
      <dgm:prSet presAssocID="{E248AA2C-4F6F-43EC-BD15-66548218F4E2}" presName="parentText" presStyleLbl="solidFgAcc1" presStyleIdx="6" presStyleCnt="8">
        <dgm:presLayoutVars>
          <dgm:chMax val="1"/>
          <dgm:bulletEnabled/>
        </dgm:presLayoutVars>
      </dgm:prSet>
      <dgm:spPr/>
    </dgm:pt>
    <dgm:pt modelId="{C530BBB8-906C-478D-B69F-2EBE531F8400}" type="pres">
      <dgm:prSet presAssocID="{E248AA2C-4F6F-43EC-BD15-66548218F4E2}" presName="descendantText" presStyleLbl="alignNode1" presStyleIdx="6" presStyleCnt="8">
        <dgm:presLayoutVars>
          <dgm:bulletEnabled/>
        </dgm:presLayoutVars>
      </dgm:prSet>
      <dgm:spPr/>
    </dgm:pt>
    <dgm:pt modelId="{D254C083-94A6-48D9-9FD7-5FA485003F34}" type="pres">
      <dgm:prSet presAssocID="{88716EEF-3BB0-4D0F-9E7C-FF03362E9473}" presName="sp" presStyleCnt="0"/>
      <dgm:spPr/>
    </dgm:pt>
    <dgm:pt modelId="{44C82308-2347-44DE-9620-D26DDBEFFADB}" type="pres">
      <dgm:prSet presAssocID="{6A745A18-1C90-44EE-B521-D1A450FE0BA1}" presName="linNode" presStyleCnt="0"/>
      <dgm:spPr/>
    </dgm:pt>
    <dgm:pt modelId="{253835ED-3939-457A-A2D2-68F6371D357B}" type="pres">
      <dgm:prSet presAssocID="{6A745A18-1C90-44EE-B521-D1A450FE0BA1}" presName="parentText" presStyleLbl="solidFgAcc1" presStyleIdx="7" presStyleCnt="8">
        <dgm:presLayoutVars>
          <dgm:chMax val="1"/>
          <dgm:bulletEnabled/>
        </dgm:presLayoutVars>
      </dgm:prSet>
      <dgm:spPr/>
    </dgm:pt>
    <dgm:pt modelId="{3ACF3827-271F-4235-B6E4-251E1F29A7DB}" type="pres">
      <dgm:prSet presAssocID="{6A745A18-1C90-44EE-B521-D1A450FE0BA1}" presName="descendantText" presStyleLbl="alignNode1" presStyleIdx="7" presStyleCnt="8">
        <dgm:presLayoutVars>
          <dgm:bulletEnabled/>
        </dgm:presLayoutVars>
      </dgm:prSet>
      <dgm:spPr/>
    </dgm:pt>
  </dgm:ptLst>
  <dgm:cxnLst>
    <dgm:cxn modelId="{442E2312-5D89-47AB-9809-5C5FB5F5D83A}" type="presOf" srcId="{E248AA2C-4F6F-43EC-BD15-66548218F4E2}" destId="{48E13173-5D30-42C0-A431-E2F4C61E7BEB}" srcOrd="0" destOrd="0" presId="urn:microsoft.com/office/officeart/2016/7/layout/VerticalHollowActionList"/>
    <dgm:cxn modelId="{3FB5A713-4D96-435C-A50A-C32222B0E303}" type="presOf" srcId="{6FB98F03-8DE4-491B-8DB4-2B15BC9981EE}" destId="{1D98E451-A0A3-43AB-AB96-1C0CCB4A6EB5}" srcOrd="0" destOrd="0" presId="urn:microsoft.com/office/officeart/2016/7/layout/VerticalHollowActionList"/>
    <dgm:cxn modelId="{770FEC22-5EF9-4705-9F8D-94349E10BE0F}" srcId="{6A745A18-1C90-44EE-B521-D1A450FE0BA1}" destId="{06D97B08-95CA-4CE5-B522-CC9F465A4A6B}" srcOrd="0" destOrd="0" parTransId="{B7706975-C375-4B54-9C00-D7FFD169A237}" sibTransId="{86A53DC0-65A2-4268-A11C-3306D686ADD8}"/>
    <dgm:cxn modelId="{296BA42B-7D90-480B-B6DD-845933FEC889}" srcId="{DCDC2A97-2ACF-4F04-8412-C8E7FF78D565}" destId="{C60FAED5-4EDE-478F-B07C-D30DAC6A7DD5}" srcOrd="0" destOrd="0" parTransId="{7E3255F1-B9E2-4DBE-8D41-2766312F711E}" sibTransId="{0B7C9A48-40D4-4B46-8CB5-B466420BF338}"/>
    <dgm:cxn modelId="{C99A0C32-14DA-44BC-8CC9-08CD3AA19DA0}" srcId="{E248AA2C-4F6F-43EC-BD15-66548218F4E2}" destId="{E2D93AE4-6CB6-46A7-A743-88BDCA57F737}" srcOrd="0" destOrd="0" parTransId="{E63A3C7E-2276-4446-9F50-09B1D798F472}" sibTransId="{820ED85F-F868-4A84-83CB-D6CFFD4A9DEE}"/>
    <dgm:cxn modelId="{9F3C3437-C996-4E84-862E-D845EE7D8353}" type="presOf" srcId="{D2D79484-520A-4557-86A4-B6AEB27F9C2D}" destId="{FD067365-30AD-4C78-ACC8-D51073B06E91}" srcOrd="0" destOrd="0" presId="urn:microsoft.com/office/officeart/2016/7/layout/VerticalHollowActionList"/>
    <dgm:cxn modelId="{8489325D-F626-4FD5-B538-2D2BAE60D03B}" type="presOf" srcId="{1EBEC2A1-AEBC-4FAF-83F2-3220D2A377D6}" destId="{CF338837-9F53-40ED-A99F-010C1C237D9B}" srcOrd="0" destOrd="0" presId="urn:microsoft.com/office/officeart/2016/7/layout/VerticalHollowActionList"/>
    <dgm:cxn modelId="{9F3C575E-6018-4532-B999-7C3DECD1DE8C}" srcId="{700B22F7-9738-4F27-87FD-201919BC2CC0}" destId="{DCDC2A97-2ACF-4F04-8412-C8E7FF78D565}" srcOrd="0" destOrd="0" parTransId="{6F6F20F8-FC8D-411C-9E3A-657141628446}" sibTransId="{FC5624BD-9CA7-4789-BFC3-DFCFE08BE301}"/>
    <dgm:cxn modelId="{76CC1467-ED4B-4F91-B881-1A16D2719945}" srcId="{700B22F7-9738-4F27-87FD-201919BC2CC0}" destId="{6A745A18-1C90-44EE-B521-D1A450FE0BA1}" srcOrd="7" destOrd="0" parTransId="{24B133AB-B1BA-4827-B0A7-7BE15FE56F53}" sibTransId="{7442E483-F3FD-4495-9D26-E394EBC2882C}"/>
    <dgm:cxn modelId="{8C463B6F-5926-4855-B186-2E432DBAD1E0}" type="presOf" srcId="{6A745A18-1C90-44EE-B521-D1A450FE0BA1}" destId="{253835ED-3939-457A-A2D2-68F6371D357B}" srcOrd="0" destOrd="0" presId="urn:microsoft.com/office/officeart/2016/7/layout/VerticalHollowActionList"/>
    <dgm:cxn modelId="{42B5494F-0A4A-41E6-A1D4-CBB79A78430C}" srcId="{FE649F91-963E-4CC6-8CBD-D069C609BBA5}" destId="{64A7B971-227D-4036-B738-C393B9E406BC}" srcOrd="0" destOrd="0" parTransId="{4C038DFE-BEEE-414A-AAA3-22D9D2ACD18C}" sibTransId="{C9E028EC-D4D5-46CE-9ED9-542B9E22AB3A}"/>
    <dgm:cxn modelId="{02E5E26F-983C-4C51-99F9-68AD18B933A1}" type="presOf" srcId="{B5FA2696-D295-4D27-991A-B8754689E0B0}" destId="{1ADC8302-F0AA-49DA-9268-954720F9D37C}" srcOrd="0" destOrd="0" presId="urn:microsoft.com/office/officeart/2016/7/layout/VerticalHollowActionList"/>
    <dgm:cxn modelId="{94DC1F72-FAD6-47E5-8188-263C2E4D453A}" type="presOf" srcId="{E2D93AE4-6CB6-46A7-A743-88BDCA57F737}" destId="{C530BBB8-906C-478D-B69F-2EBE531F8400}" srcOrd="0" destOrd="0" presId="urn:microsoft.com/office/officeart/2016/7/layout/VerticalHollowActionList"/>
    <dgm:cxn modelId="{A4769D52-3FF6-43F9-A2E6-7E44FE5D9EFB}" type="presOf" srcId="{ABE99E16-921E-49F4-AB79-5E1B7E15C19E}" destId="{20DF7BE6-7AA8-4806-A342-FDF89A5A4B72}" srcOrd="0" destOrd="0" presId="urn:microsoft.com/office/officeart/2016/7/layout/VerticalHollowActionList"/>
    <dgm:cxn modelId="{74E61358-9DA3-4886-9BE9-EB7636666571}" type="presOf" srcId="{06D97B08-95CA-4CE5-B522-CC9F465A4A6B}" destId="{3ACF3827-271F-4235-B6E4-251E1F29A7DB}" srcOrd="0" destOrd="0" presId="urn:microsoft.com/office/officeart/2016/7/layout/VerticalHollowActionList"/>
    <dgm:cxn modelId="{F25AEB7C-06D6-46EE-AEC5-7FB908D45E41}" srcId="{D2D79484-520A-4557-86A4-B6AEB27F9C2D}" destId="{B5FA2696-D295-4D27-991A-B8754689E0B0}" srcOrd="0" destOrd="0" parTransId="{DAF44207-0F65-43F9-8BCC-E522A7C6C95E}" sibTransId="{94A26A67-C8B2-4D14-B577-950F26FEFA35}"/>
    <dgm:cxn modelId="{2A112F7E-9BCF-4735-A820-D4514AE080C5}" srcId="{DAC6E939-6F00-49DE-B50C-F260BE109D76}" destId="{6FB98F03-8DE4-491B-8DB4-2B15BC9981EE}" srcOrd="0" destOrd="0" parTransId="{7B02F0AD-1C69-4751-A19B-5101532FA7C0}" sibTransId="{011A66BB-8734-4A34-BDA0-0C16129274AB}"/>
    <dgm:cxn modelId="{E5808686-3C99-4216-BB60-DABCE44AD58B}" srcId="{700B22F7-9738-4F27-87FD-201919BC2CC0}" destId="{1EBEC2A1-AEBC-4FAF-83F2-3220D2A377D6}" srcOrd="2" destOrd="0" parTransId="{57FAC896-E932-43D9-80B9-C17ED1D81F29}" sibTransId="{5E3BF2BE-75F9-4D12-B577-47A1F96F7157}"/>
    <dgm:cxn modelId="{DDAC9A89-67F7-4523-80DA-B6D437F02442}" srcId="{700B22F7-9738-4F27-87FD-201919BC2CC0}" destId="{DAC6E939-6F00-49DE-B50C-F260BE109D76}" srcOrd="4" destOrd="0" parTransId="{204AB733-49BF-4229-B195-87A8D111FF3C}" sibTransId="{B28DC40E-12B4-4660-BFF3-5CBD1AE07B11}"/>
    <dgm:cxn modelId="{D1CBFF8C-BFA6-4D21-8CD0-EB33E9674324}" type="presOf" srcId="{FAFDAB73-7943-4E44-83EB-D45CF034442E}" destId="{F267293E-3755-4302-94EF-9631DD71EA2D}" srcOrd="0" destOrd="0" presId="urn:microsoft.com/office/officeart/2016/7/layout/VerticalHollowActionList"/>
    <dgm:cxn modelId="{525D9791-C48F-48D7-BBA7-6F5F41E59219}" srcId="{1EBEC2A1-AEBC-4FAF-83F2-3220D2A377D6}" destId="{FAFDAB73-7943-4E44-83EB-D45CF034442E}" srcOrd="0" destOrd="0" parTransId="{6886B175-8B0C-4DF2-A687-580970F9160B}" sibTransId="{0ACA2C81-D9A3-4124-8808-6A5F4C51FAE3}"/>
    <dgm:cxn modelId="{18552498-229A-4CE1-A662-C1503716CE13}" srcId="{700B22F7-9738-4F27-87FD-201919BC2CC0}" destId="{03DDBBF2-AD2F-4269-8584-5CD6D423E980}" srcOrd="5" destOrd="0" parTransId="{A8A90045-280B-4FFE-83F7-C5F7972F1E10}" sibTransId="{F945DEEE-4AEB-473E-8B1C-34FED471CDB6}"/>
    <dgm:cxn modelId="{29100E9D-9907-4726-BD63-32454FB6C0C5}" srcId="{700B22F7-9738-4F27-87FD-201919BC2CC0}" destId="{E248AA2C-4F6F-43EC-BD15-66548218F4E2}" srcOrd="6" destOrd="0" parTransId="{57FF29FD-C271-49DB-9B79-60CBE0695166}" sibTransId="{88716EEF-3BB0-4D0F-9E7C-FF03362E9473}"/>
    <dgm:cxn modelId="{5D2505B1-4FC2-4980-BE13-BF6FECC6E18A}" srcId="{700B22F7-9738-4F27-87FD-201919BC2CC0}" destId="{D2D79484-520A-4557-86A4-B6AEB27F9C2D}" srcOrd="1" destOrd="0" parTransId="{0C102F56-13FB-4390-B7BD-5A8A44475583}" sibTransId="{C306D1D8-BAAE-45BD-A25E-A51C7C53DE72}"/>
    <dgm:cxn modelId="{2F4806BF-B6C5-4C7B-98D0-5DBA46D35807}" type="presOf" srcId="{DCDC2A97-2ACF-4F04-8412-C8E7FF78D565}" destId="{0364B547-80D9-4A6E-8F07-049C34BA69AD}" srcOrd="0" destOrd="0" presId="urn:microsoft.com/office/officeart/2016/7/layout/VerticalHollowActionList"/>
    <dgm:cxn modelId="{8063F8C2-BD79-44E1-B76E-ED0D3B5CACAD}" type="presOf" srcId="{03DDBBF2-AD2F-4269-8584-5CD6D423E980}" destId="{40FA1B72-F463-4725-99B8-2D2CED0DA04F}" srcOrd="0" destOrd="0" presId="urn:microsoft.com/office/officeart/2016/7/layout/VerticalHollowActionList"/>
    <dgm:cxn modelId="{5F2FCCCB-39E6-4E41-AC65-9E16D0FDF15C}" srcId="{700B22F7-9738-4F27-87FD-201919BC2CC0}" destId="{FE649F91-963E-4CC6-8CBD-D069C609BBA5}" srcOrd="3" destOrd="0" parTransId="{2AE21CB0-7E51-45FE-BFDF-5C2AC2F565B0}" sibTransId="{D713DB76-6C8D-407C-BF87-4F638323BFFC}"/>
    <dgm:cxn modelId="{47D67CCF-516E-4A9A-80FE-0BA1B5CFB63E}" type="presOf" srcId="{DAC6E939-6F00-49DE-B50C-F260BE109D76}" destId="{A30EB760-5D25-45C5-82AE-68F08EF7D946}" srcOrd="0" destOrd="0" presId="urn:microsoft.com/office/officeart/2016/7/layout/VerticalHollowActionList"/>
    <dgm:cxn modelId="{1095B1D3-18B9-4DD5-A26F-3B8DB708704B}" type="presOf" srcId="{700B22F7-9738-4F27-87FD-201919BC2CC0}" destId="{DE613AE7-CA3A-4835-B0D3-C145DCFACB93}" srcOrd="0" destOrd="0" presId="urn:microsoft.com/office/officeart/2016/7/layout/VerticalHollowActionList"/>
    <dgm:cxn modelId="{596A83E0-8763-467B-A125-026133278F77}" srcId="{03DDBBF2-AD2F-4269-8584-5CD6D423E980}" destId="{ABE99E16-921E-49F4-AB79-5E1B7E15C19E}" srcOrd="0" destOrd="0" parTransId="{ECC726F8-C990-47C3-8A23-2C4143921F7D}" sibTransId="{294AF293-40BA-43B1-9BFF-F73B91345009}"/>
    <dgm:cxn modelId="{5F5D99E1-24A2-475A-96C0-55305A657E60}" type="presOf" srcId="{FE649F91-963E-4CC6-8CBD-D069C609BBA5}" destId="{D204A1ED-3F02-4574-9D2C-EBC7B4ABC90E}" srcOrd="0" destOrd="0" presId="urn:microsoft.com/office/officeart/2016/7/layout/VerticalHollowActionList"/>
    <dgm:cxn modelId="{F9C8D4F5-348F-498A-BE6C-0B2A9F76C40A}" type="presOf" srcId="{C60FAED5-4EDE-478F-B07C-D30DAC6A7DD5}" destId="{82ADE380-1F3D-4638-8D78-10ADC66F56B5}" srcOrd="0" destOrd="0" presId="urn:microsoft.com/office/officeart/2016/7/layout/VerticalHollowActionList"/>
    <dgm:cxn modelId="{E32BC1F8-5285-4518-A98E-EBBC042F8793}" type="presOf" srcId="{64A7B971-227D-4036-B738-C393B9E406BC}" destId="{B44A5456-2FB5-448D-B146-9F1F56DC3CB1}" srcOrd="0" destOrd="0" presId="urn:microsoft.com/office/officeart/2016/7/layout/VerticalHollowActionList"/>
    <dgm:cxn modelId="{3C286852-DE86-4C5B-B951-8EA001BC1F96}" type="presParOf" srcId="{DE613AE7-CA3A-4835-B0D3-C145DCFACB93}" destId="{A9235CEC-97FD-42B1-9BD2-5A15C04608C5}" srcOrd="0" destOrd="0" presId="urn:microsoft.com/office/officeart/2016/7/layout/VerticalHollowActionList"/>
    <dgm:cxn modelId="{6767CF11-1C96-4FB8-8929-AB7D68641704}" type="presParOf" srcId="{A9235CEC-97FD-42B1-9BD2-5A15C04608C5}" destId="{0364B547-80D9-4A6E-8F07-049C34BA69AD}" srcOrd="0" destOrd="0" presId="urn:microsoft.com/office/officeart/2016/7/layout/VerticalHollowActionList"/>
    <dgm:cxn modelId="{BEEB9D8E-B6B7-4FDF-8E32-772A4727D222}" type="presParOf" srcId="{A9235CEC-97FD-42B1-9BD2-5A15C04608C5}" destId="{82ADE380-1F3D-4638-8D78-10ADC66F56B5}" srcOrd="1" destOrd="0" presId="urn:microsoft.com/office/officeart/2016/7/layout/VerticalHollowActionList"/>
    <dgm:cxn modelId="{783FD4C5-197B-43A4-BEC6-2935C8956824}" type="presParOf" srcId="{DE613AE7-CA3A-4835-B0D3-C145DCFACB93}" destId="{875801F5-E823-47C8-88B6-7CC9AA118F37}" srcOrd="1" destOrd="0" presId="urn:microsoft.com/office/officeart/2016/7/layout/VerticalHollowActionList"/>
    <dgm:cxn modelId="{EEB28B09-FEAA-4B90-96BA-0C92CB0F67B7}" type="presParOf" srcId="{DE613AE7-CA3A-4835-B0D3-C145DCFACB93}" destId="{2DEEA92B-B766-415F-90BC-0A7CF5709695}" srcOrd="2" destOrd="0" presId="urn:microsoft.com/office/officeart/2016/7/layout/VerticalHollowActionList"/>
    <dgm:cxn modelId="{3F115420-942D-47D6-B71A-C1138F4A6927}" type="presParOf" srcId="{2DEEA92B-B766-415F-90BC-0A7CF5709695}" destId="{FD067365-30AD-4C78-ACC8-D51073B06E91}" srcOrd="0" destOrd="0" presId="urn:microsoft.com/office/officeart/2016/7/layout/VerticalHollowActionList"/>
    <dgm:cxn modelId="{CF12CD73-892D-4E72-B67B-F5377A255BBA}" type="presParOf" srcId="{2DEEA92B-B766-415F-90BC-0A7CF5709695}" destId="{1ADC8302-F0AA-49DA-9268-954720F9D37C}" srcOrd="1" destOrd="0" presId="urn:microsoft.com/office/officeart/2016/7/layout/VerticalHollowActionList"/>
    <dgm:cxn modelId="{47BA21AE-D388-4146-925D-45598643DB51}" type="presParOf" srcId="{DE613AE7-CA3A-4835-B0D3-C145DCFACB93}" destId="{EFFECEBC-D50C-4132-BC4A-C29F5C804878}" srcOrd="3" destOrd="0" presId="urn:microsoft.com/office/officeart/2016/7/layout/VerticalHollowActionList"/>
    <dgm:cxn modelId="{75B6713C-1521-4F17-A6FD-3B05D7A9FBE1}" type="presParOf" srcId="{DE613AE7-CA3A-4835-B0D3-C145DCFACB93}" destId="{A8C131EB-3248-4862-BEE8-317105E0BCB7}" srcOrd="4" destOrd="0" presId="urn:microsoft.com/office/officeart/2016/7/layout/VerticalHollowActionList"/>
    <dgm:cxn modelId="{B0BACA99-91ED-40CA-8EAD-C0A30BAA6A81}" type="presParOf" srcId="{A8C131EB-3248-4862-BEE8-317105E0BCB7}" destId="{CF338837-9F53-40ED-A99F-010C1C237D9B}" srcOrd="0" destOrd="0" presId="urn:microsoft.com/office/officeart/2016/7/layout/VerticalHollowActionList"/>
    <dgm:cxn modelId="{0C55A2EA-F4FD-4876-9D41-8FE159B4C3DD}" type="presParOf" srcId="{A8C131EB-3248-4862-BEE8-317105E0BCB7}" destId="{F267293E-3755-4302-94EF-9631DD71EA2D}" srcOrd="1" destOrd="0" presId="urn:microsoft.com/office/officeart/2016/7/layout/VerticalHollowActionList"/>
    <dgm:cxn modelId="{46600CB4-19FC-490D-8F22-903D66CF00D3}" type="presParOf" srcId="{DE613AE7-CA3A-4835-B0D3-C145DCFACB93}" destId="{F06774DC-8477-472B-81CE-6DAE2ED346A5}" srcOrd="5" destOrd="0" presId="urn:microsoft.com/office/officeart/2016/7/layout/VerticalHollowActionList"/>
    <dgm:cxn modelId="{F66E99E3-799D-4C38-B900-8A5AA7934FB4}" type="presParOf" srcId="{DE613AE7-CA3A-4835-B0D3-C145DCFACB93}" destId="{65DFB536-0DF0-4382-BB7C-EF03E12E1420}" srcOrd="6" destOrd="0" presId="urn:microsoft.com/office/officeart/2016/7/layout/VerticalHollowActionList"/>
    <dgm:cxn modelId="{7843629C-3B50-41CF-B67F-8D325A34C290}" type="presParOf" srcId="{65DFB536-0DF0-4382-BB7C-EF03E12E1420}" destId="{D204A1ED-3F02-4574-9D2C-EBC7B4ABC90E}" srcOrd="0" destOrd="0" presId="urn:microsoft.com/office/officeart/2016/7/layout/VerticalHollowActionList"/>
    <dgm:cxn modelId="{EB9343AA-9D75-4583-B008-1167DB91FC31}" type="presParOf" srcId="{65DFB536-0DF0-4382-BB7C-EF03E12E1420}" destId="{B44A5456-2FB5-448D-B146-9F1F56DC3CB1}" srcOrd="1" destOrd="0" presId="urn:microsoft.com/office/officeart/2016/7/layout/VerticalHollowActionList"/>
    <dgm:cxn modelId="{86FDA790-FFC8-4107-8479-6C91DD5A6398}" type="presParOf" srcId="{DE613AE7-CA3A-4835-B0D3-C145DCFACB93}" destId="{37FAEFDB-2B7C-47BD-90CC-30E9F1A96A33}" srcOrd="7" destOrd="0" presId="urn:microsoft.com/office/officeart/2016/7/layout/VerticalHollowActionList"/>
    <dgm:cxn modelId="{164ABF3C-2907-4057-BA20-61B12BFACE47}" type="presParOf" srcId="{DE613AE7-CA3A-4835-B0D3-C145DCFACB93}" destId="{CB559AE8-7586-414A-827E-32C76D3F3179}" srcOrd="8" destOrd="0" presId="urn:microsoft.com/office/officeart/2016/7/layout/VerticalHollowActionList"/>
    <dgm:cxn modelId="{670A8B86-E83F-405D-8278-DDB74C47861A}" type="presParOf" srcId="{CB559AE8-7586-414A-827E-32C76D3F3179}" destId="{A30EB760-5D25-45C5-82AE-68F08EF7D946}" srcOrd="0" destOrd="0" presId="urn:microsoft.com/office/officeart/2016/7/layout/VerticalHollowActionList"/>
    <dgm:cxn modelId="{6E622931-7194-4823-9808-960789BAEE0E}" type="presParOf" srcId="{CB559AE8-7586-414A-827E-32C76D3F3179}" destId="{1D98E451-A0A3-43AB-AB96-1C0CCB4A6EB5}" srcOrd="1" destOrd="0" presId="urn:microsoft.com/office/officeart/2016/7/layout/VerticalHollowActionList"/>
    <dgm:cxn modelId="{19CBB903-9452-4727-9BA7-DCECD5362A63}" type="presParOf" srcId="{DE613AE7-CA3A-4835-B0D3-C145DCFACB93}" destId="{AB6EBC1B-7457-4B01-B0DC-32A1B8663828}" srcOrd="9" destOrd="0" presId="urn:microsoft.com/office/officeart/2016/7/layout/VerticalHollowActionList"/>
    <dgm:cxn modelId="{BB11E4DF-E84D-4529-BF8D-B6828486CBD7}" type="presParOf" srcId="{DE613AE7-CA3A-4835-B0D3-C145DCFACB93}" destId="{A619C9BA-47FE-4925-9D10-FBDA9AAE378C}" srcOrd="10" destOrd="0" presId="urn:microsoft.com/office/officeart/2016/7/layout/VerticalHollowActionList"/>
    <dgm:cxn modelId="{0492DE9A-5AF8-4549-8ADB-52CD2D6B64D7}" type="presParOf" srcId="{A619C9BA-47FE-4925-9D10-FBDA9AAE378C}" destId="{40FA1B72-F463-4725-99B8-2D2CED0DA04F}" srcOrd="0" destOrd="0" presId="urn:microsoft.com/office/officeart/2016/7/layout/VerticalHollowActionList"/>
    <dgm:cxn modelId="{850611CF-68B5-4AFF-ACA7-3CCECB66BE55}" type="presParOf" srcId="{A619C9BA-47FE-4925-9D10-FBDA9AAE378C}" destId="{20DF7BE6-7AA8-4806-A342-FDF89A5A4B72}" srcOrd="1" destOrd="0" presId="urn:microsoft.com/office/officeart/2016/7/layout/VerticalHollowActionList"/>
    <dgm:cxn modelId="{66DD473E-3AF2-434F-9DF7-BB712F9519AC}" type="presParOf" srcId="{DE613AE7-CA3A-4835-B0D3-C145DCFACB93}" destId="{2AC77613-AAB9-49A1-8359-CD3973C68E8F}" srcOrd="11" destOrd="0" presId="urn:microsoft.com/office/officeart/2016/7/layout/VerticalHollowActionList"/>
    <dgm:cxn modelId="{8675FE9B-D6FC-49E9-ABDB-180100A5135B}" type="presParOf" srcId="{DE613AE7-CA3A-4835-B0D3-C145DCFACB93}" destId="{6E4126D2-9356-4FAA-973A-A0765BF1CF59}" srcOrd="12" destOrd="0" presId="urn:microsoft.com/office/officeart/2016/7/layout/VerticalHollowActionList"/>
    <dgm:cxn modelId="{652B0A4A-F3B8-4CE8-8440-B223BEA21B18}" type="presParOf" srcId="{6E4126D2-9356-4FAA-973A-A0765BF1CF59}" destId="{48E13173-5D30-42C0-A431-E2F4C61E7BEB}" srcOrd="0" destOrd="0" presId="urn:microsoft.com/office/officeart/2016/7/layout/VerticalHollowActionList"/>
    <dgm:cxn modelId="{AEC0FEFD-CF2D-4F04-B371-AE90BEF37284}" type="presParOf" srcId="{6E4126D2-9356-4FAA-973A-A0765BF1CF59}" destId="{C530BBB8-906C-478D-B69F-2EBE531F8400}" srcOrd="1" destOrd="0" presId="urn:microsoft.com/office/officeart/2016/7/layout/VerticalHollowActionList"/>
    <dgm:cxn modelId="{80FE9611-360F-4039-9796-03F29B24DBBD}" type="presParOf" srcId="{DE613AE7-CA3A-4835-B0D3-C145DCFACB93}" destId="{D254C083-94A6-48D9-9FD7-5FA485003F34}" srcOrd="13" destOrd="0" presId="urn:microsoft.com/office/officeart/2016/7/layout/VerticalHollowActionList"/>
    <dgm:cxn modelId="{FDE16EDE-045F-4ADF-95A4-7792368917FB}" type="presParOf" srcId="{DE613AE7-CA3A-4835-B0D3-C145DCFACB93}" destId="{44C82308-2347-44DE-9620-D26DDBEFFADB}" srcOrd="14" destOrd="0" presId="urn:microsoft.com/office/officeart/2016/7/layout/VerticalHollowActionList"/>
    <dgm:cxn modelId="{DF4985C4-9CE2-4902-9372-7907FE5D7484}" type="presParOf" srcId="{44C82308-2347-44DE-9620-D26DDBEFFADB}" destId="{253835ED-3939-457A-A2D2-68F6371D357B}" srcOrd="0" destOrd="0" presId="urn:microsoft.com/office/officeart/2016/7/layout/VerticalHollowActionList"/>
    <dgm:cxn modelId="{ACA7D36F-67BF-43DD-AC45-3300593BA912}" type="presParOf" srcId="{44C82308-2347-44DE-9620-D26DDBEFFADB}" destId="{3ACF3827-271F-4235-B6E4-251E1F29A7DB}"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F2E511-F011-4E19-BE37-8F87BF65D8A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E8E89EB-122F-4BBA-9026-5BFA7A1B75E8}">
      <dgm:prSet/>
      <dgm:spPr/>
      <dgm:t>
        <a:bodyPr/>
        <a:lstStyle/>
        <a:p>
          <a:pPr>
            <a:lnSpc>
              <a:spcPct val="100000"/>
            </a:lnSpc>
          </a:pPr>
          <a:r>
            <a:rPr lang="en-GB" b="1" dirty="0"/>
            <a:t>Complete Lab8</a:t>
          </a:r>
          <a:endParaRPr lang="en-US" dirty="0"/>
        </a:p>
      </dgm:t>
    </dgm:pt>
    <dgm:pt modelId="{0A3331E4-CDE4-4240-A7FC-E4BDEC6F0112}" type="parTrans" cxnId="{9C4523C0-EAC6-4F84-8BA4-D7E5E4942B8E}">
      <dgm:prSet/>
      <dgm:spPr/>
      <dgm:t>
        <a:bodyPr/>
        <a:lstStyle/>
        <a:p>
          <a:endParaRPr lang="en-US"/>
        </a:p>
      </dgm:t>
    </dgm:pt>
    <dgm:pt modelId="{4DD90F7C-5D68-4A05-93F4-821F8F9B4855}" type="sibTrans" cxnId="{9C4523C0-EAC6-4F84-8BA4-D7E5E4942B8E}">
      <dgm:prSet/>
      <dgm:spPr/>
      <dgm:t>
        <a:bodyPr/>
        <a:lstStyle/>
        <a:p>
          <a:pPr>
            <a:lnSpc>
              <a:spcPct val="100000"/>
            </a:lnSpc>
          </a:pPr>
          <a:endParaRPr lang="en-US"/>
        </a:p>
      </dgm:t>
    </dgm:pt>
    <dgm:pt modelId="{D100A093-7AF0-4B55-A0B6-E7E8543D1781}">
      <dgm:prSet/>
      <dgm:spPr/>
      <dgm:t>
        <a:bodyPr/>
        <a:lstStyle/>
        <a:p>
          <a:pPr>
            <a:lnSpc>
              <a:spcPct val="100000"/>
            </a:lnSpc>
          </a:pPr>
          <a:r>
            <a:rPr lang="en-GB" b="1"/>
            <a:t>Duration 60 minutes</a:t>
          </a:r>
          <a:endParaRPr lang="en-US"/>
        </a:p>
      </dgm:t>
    </dgm:pt>
    <dgm:pt modelId="{E613EBDD-6750-4E66-9A89-E06AFF628DEF}" type="parTrans" cxnId="{070AC89D-BEA9-481B-87A4-684153012AC0}">
      <dgm:prSet/>
      <dgm:spPr/>
      <dgm:t>
        <a:bodyPr/>
        <a:lstStyle/>
        <a:p>
          <a:endParaRPr lang="en-US"/>
        </a:p>
      </dgm:t>
    </dgm:pt>
    <dgm:pt modelId="{1920BBC1-5339-4CEF-BF47-4291C5C43E14}" type="sibTrans" cxnId="{070AC89D-BEA9-481B-87A4-684153012AC0}">
      <dgm:prSet/>
      <dgm:spPr/>
      <dgm:t>
        <a:bodyPr/>
        <a:lstStyle/>
        <a:p>
          <a:endParaRPr lang="en-US"/>
        </a:p>
      </dgm:t>
    </dgm:pt>
    <dgm:pt modelId="{81B8870A-FF55-41D5-86AD-81222099FB2D}" type="pres">
      <dgm:prSet presAssocID="{0FF2E511-F011-4E19-BE37-8F87BF65D8AE}" presName="root" presStyleCnt="0">
        <dgm:presLayoutVars>
          <dgm:dir/>
          <dgm:resizeHandles val="exact"/>
        </dgm:presLayoutVars>
      </dgm:prSet>
      <dgm:spPr/>
    </dgm:pt>
    <dgm:pt modelId="{BF4666F0-9FBB-4938-8791-CDFAB26BEDAE}" type="pres">
      <dgm:prSet presAssocID="{0FF2E511-F011-4E19-BE37-8F87BF65D8AE}" presName="container" presStyleCnt="0">
        <dgm:presLayoutVars>
          <dgm:dir/>
          <dgm:resizeHandles val="exact"/>
        </dgm:presLayoutVars>
      </dgm:prSet>
      <dgm:spPr/>
    </dgm:pt>
    <dgm:pt modelId="{19FDCD1B-1EC3-49B2-9E29-44BD3224C1F9}" type="pres">
      <dgm:prSet presAssocID="{9E8E89EB-122F-4BBA-9026-5BFA7A1B75E8}" presName="compNode" presStyleCnt="0"/>
      <dgm:spPr/>
    </dgm:pt>
    <dgm:pt modelId="{55253B88-11B2-4FFC-B0D0-79C53B358DB6}" type="pres">
      <dgm:prSet presAssocID="{9E8E89EB-122F-4BBA-9026-5BFA7A1B75E8}" presName="iconBgRect" presStyleLbl="bgShp" presStyleIdx="0" presStyleCnt="2"/>
      <dgm:spPr/>
    </dgm:pt>
    <dgm:pt modelId="{BDC667B8-37FC-4156-A853-E2D9061FE76E}" type="pres">
      <dgm:prSet presAssocID="{9E8E89EB-122F-4BBA-9026-5BFA7A1B75E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82B3E64F-51D1-4F8A-8E13-91F52B353F2A}" type="pres">
      <dgm:prSet presAssocID="{9E8E89EB-122F-4BBA-9026-5BFA7A1B75E8}" presName="spaceRect" presStyleCnt="0"/>
      <dgm:spPr/>
    </dgm:pt>
    <dgm:pt modelId="{84E1C8A0-5F72-4D99-80BD-B4C61DE9A566}" type="pres">
      <dgm:prSet presAssocID="{9E8E89EB-122F-4BBA-9026-5BFA7A1B75E8}" presName="textRect" presStyleLbl="revTx" presStyleIdx="0" presStyleCnt="2">
        <dgm:presLayoutVars>
          <dgm:chMax val="1"/>
          <dgm:chPref val="1"/>
        </dgm:presLayoutVars>
      </dgm:prSet>
      <dgm:spPr/>
    </dgm:pt>
    <dgm:pt modelId="{46E48C1F-EFC0-4EFE-B4FF-529FD4E2E311}" type="pres">
      <dgm:prSet presAssocID="{4DD90F7C-5D68-4A05-93F4-821F8F9B4855}" presName="sibTrans" presStyleLbl="sibTrans2D1" presStyleIdx="0" presStyleCnt="0"/>
      <dgm:spPr/>
    </dgm:pt>
    <dgm:pt modelId="{56A995DD-4649-4A34-B35E-D566C2389384}" type="pres">
      <dgm:prSet presAssocID="{D100A093-7AF0-4B55-A0B6-E7E8543D1781}" presName="compNode" presStyleCnt="0"/>
      <dgm:spPr/>
    </dgm:pt>
    <dgm:pt modelId="{E53569A0-CEE1-4300-97E4-12949D94E8EC}" type="pres">
      <dgm:prSet presAssocID="{D100A093-7AF0-4B55-A0B6-E7E8543D1781}" presName="iconBgRect" presStyleLbl="bgShp" presStyleIdx="1" presStyleCnt="2"/>
      <dgm:spPr/>
    </dgm:pt>
    <dgm:pt modelId="{971A118B-ADC1-4F11-BEBC-79F95FA8DA53}" type="pres">
      <dgm:prSet presAssocID="{D100A093-7AF0-4B55-A0B6-E7E8543D178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pwatch"/>
        </a:ext>
      </dgm:extLst>
    </dgm:pt>
    <dgm:pt modelId="{1F5633B3-B1E8-453E-8051-946593EB5335}" type="pres">
      <dgm:prSet presAssocID="{D100A093-7AF0-4B55-A0B6-E7E8543D1781}" presName="spaceRect" presStyleCnt="0"/>
      <dgm:spPr/>
    </dgm:pt>
    <dgm:pt modelId="{D5CED254-74D4-4BC7-963D-ADE709BA7DD8}" type="pres">
      <dgm:prSet presAssocID="{D100A093-7AF0-4B55-A0B6-E7E8543D1781}" presName="textRect" presStyleLbl="revTx" presStyleIdx="1" presStyleCnt="2">
        <dgm:presLayoutVars>
          <dgm:chMax val="1"/>
          <dgm:chPref val="1"/>
        </dgm:presLayoutVars>
      </dgm:prSet>
      <dgm:spPr/>
    </dgm:pt>
  </dgm:ptLst>
  <dgm:cxnLst>
    <dgm:cxn modelId="{EAF75604-82E6-48F2-AECB-CA9CF7FB772E}" type="presOf" srcId="{9E8E89EB-122F-4BBA-9026-5BFA7A1B75E8}" destId="{84E1C8A0-5F72-4D99-80BD-B4C61DE9A566}" srcOrd="0" destOrd="0" presId="urn:microsoft.com/office/officeart/2018/2/layout/IconCircleList"/>
    <dgm:cxn modelId="{5A5CD52B-CA31-4C99-AE4F-C836B6592E94}" type="presOf" srcId="{4DD90F7C-5D68-4A05-93F4-821F8F9B4855}" destId="{46E48C1F-EFC0-4EFE-B4FF-529FD4E2E311}" srcOrd="0" destOrd="0" presId="urn:microsoft.com/office/officeart/2018/2/layout/IconCircleList"/>
    <dgm:cxn modelId="{82713094-61A6-4730-B6BA-B631F487F214}" type="presOf" srcId="{D100A093-7AF0-4B55-A0B6-E7E8543D1781}" destId="{D5CED254-74D4-4BC7-963D-ADE709BA7DD8}" srcOrd="0" destOrd="0" presId="urn:microsoft.com/office/officeart/2018/2/layout/IconCircleList"/>
    <dgm:cxn modelId="{070AC89D-BEA9-481B-87A4-684153012AC0}" srcId="{0FF2E511-F011-4E19-BE37-8F87BF65D8AE}" destId="{D100A093-7AF0-4B55-A0B6-E7E8543D1781}" srcOrd="1" destOrd="0" parTransId="{E613EBDD-6750-4E66-9A89-E06AFF628DEF}" sibTransId="{1920BBC1-5339-4CEF-BF47-4291C5C43E14}"/>
    <dgm:cxn modelId="{10C4CCAD-A4AA-406F-B3FC-6D4A661A5497}" type="presOf" srcId="{0FF2E511-F011-4E19-BE37-8F87BF65D8AE}" destId="{81B8870A-FF55-41D5-86AD-81222099FB2D}" srcOrd="0" destOrd="0" presId="urn:microsoft.com/office/officeart/2018/2/layout/IconCircleList"/>
    <dgm:cxn modelId="{9C4523C0-EAC6-4F84-8BA4-D7E5E4942B8E}" srcId="{0FF2E511-F011-4E19-BE37-8F87BF65D8AE}" destId="{9E8E89EB-122F-4BBA-9026-5BFA7A1B75E8}" srcOrd="0" destOrd="0" parTransId="{0A3331E4-CDE4-4240-A7FC-E4BDEC6F0112}" sibTransId="{4DD90F7C-5D68-4A05-93F4-821F8F9B4855}"/>
    <dgm:cxn modelId="{04439224-2A0F-4692-BD44-EC416CF5D5FB}" type="presParOf" srcId="{81B8870A-FF55-41D5-86AD-81222099FB2D}" destId="{BF4666F0-9FBB-4938-8791-CDFAB26BEDAE}" srcOrd="0" destOrd="0" presId="urn:microsoft.com/office/officeart/2018/2/layout/IconCircleList"/>
    <dgm:cxn modelId="{63AE444F-59D1-4334-A545-68134DBAD202}" type="presParOf" srcId="{BF4666F0-9FBB-4938-8791-CDFAB26BEDAE}" destId="{19FDCD1B-1EC3-49B2-9E29-44BD3224C1F9}" srcOrd="0" destOrd="0" presId="urn:microsoft.com/office/officeart/2018/2/layout/IconCircleList"/>
    <dgm:cxn modelId="{8C7C227E-FC8B-4BF2-99BC-1A8FA035A17D}" type="presParOf" srcId="{19FDCD1B-1EC3-49B2-9E29-44BD3224C1F9}" destId="{55253B88-11B2-4FFC-B0D0-79C53B358DB6}" srcOrd="0" destOrd="0" presId="urn:microsoft.com/office/officeart/2018/2/layout/IconCircleList"/>
    <dgm:cxn modelId="{516F7967-A76E-4400-BAC2-1B17E2ED0C01}" type="presParOf" srcId="{19FDCD1B-1EC3-49B2-9E29-44BD3224C1F9}" destId="{BDC667B8-37FC-4156-A853-E2D9061FE76E}" srcOrd="1" destOrd="0" presId="urn:microsoft.com/office/officeart/2018/2/layout/IconCircleList"/>
    <dgm:cxn modelId="{A33DFBFD-30C9-4261-B14E-B978959A09EC}" type="presParOf" srcId="{19FDCD1B-1EC3-49B2-9E29-44BD3224C1F9}" destId="{82B3E64F-51D1-4F8A-8E13-91F52B353F2A}" srcOrd="2" destOrd="0" presId="urn:microsoft.com/office/officeart/2018/2/layout/IconCircleList"/>
    <dgm:cxn modelId="{4A6130F8-04C9-4BA6-9CFD-381217E7891C}" type="presParOf" srcId="{19FDCD1B-1EC3-49B2-9E29-44BD3224C1F9}" destId="{84E1C8A0-5F72-4D99-80BD-B4C61DE9A566}" srcOrd="3" destOrd="0" presId="urn:microsoft.com/office/officeart/2018/2/layout/IconCircleList"/>
    <dgm:cxn modelId="{889622EE-1E01-4A59-AE8A-FAB186C72718}" type="presParOf" srcId="{BF4666F0-9FBB-4938-8791-CDFAB26BEDAE}" destId="{46E48C1F-EFC0-4EFE-B4FF-529FD4E2E311}" srcOrd="1" destOrd="0" presId="urn:microsoft.com/office/officeart/2018/2/layout/IconCircleList"/>
    <dgm:cxn modelId="{DCC6D3F2-9BBF-4168-B2C3-EDB9AAAA40A1}" type="presParOf" srcId="{BF4666F0-9FBB-4938-8791-CDFAB26BEDAE}" destId="{56A995DD-4649-4A34-B35E-D566C2389384}" srcOrd="2" destOrd="0" presId="urn:microsoft.com/office/officeart/2018/2/layout/IconCircleList"/>
    <dgm:cxn modelId="{87BA594C-7D61-4142-9458-A53418F07D1A}" type="presParOf" srcId="{56A995DD-4649-4A34-B35E-D566C2389384}" destId="{E53569A0-CEE1-4300-97E4-12949D94E8EC}" srcOrd="0" destOrd="0" presId="urn:microsoft.com/office/officeart/2018/2/layout/IconCircleList"/>
    <dgm:cxn modelId="{38566325-75BD-4EDB-BA6A-BCF06C95999E}" type="presParOf" srcId="{56A995DD-4649-4A34-B35E-D566C2389384}" destId="{971A118B-ADC1-4F11-BEBC-79F95FA8DA53}" srcOrd="1" destOrd="0" presId="urn:microsoft.com/office/officeart/2018/2/layout/IconCircleList"/>
    <dgm:cxn modelId="{96157355-5BFC-42AA-93D7-97D2B674E58B}" type="presParOf" srcId="{56A995DD-4649-4A34-B35E-D566C2389384}" destId="{1F5633B3-B1E8-453E-8051-946593EB5335}" srcOrd="2" destOrd="0" presId="urn:microsoft.com/office/officeart/2018/2/layout/IconCircleList"/>
    <dgm:cxn modelId="{7067EB94-50AD-446A-B1B0-47E047CC15E9}" type="presParOf" srcId="{56A995DD-4649-4A34-B35E-D566C2389384}" destId="{D5CED254-74D4-4BC7-963D-ADE709BA7DD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3D1008-3A81-475D-B59A-B415570FFB95}">
      <dsp:nvSpPr>
        <dsp:cNvPr id="0" name=""/>
        <dsp:cNvSpPr/>
      </dsp:nvSpPr>
      <dsp:spPr>
        <a:xfrm>
          <a:off x="0" y="1394"/>
          <a:ext cx="700908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D13360-4F7E-4E30-9024-8AE20F983CC0}">
      <dsp:nvSpPr>
        <dsp:cNvPr id="0" name=""/>
        <dsp:cNvSpPr/>
      </dsp:nvSpPr>
      <dsp:spPr>
        <a:xfrm>
          <a:off x="0" y="1394"/>
          <a:ext cx="2124894" cy="3174632"/>
        </a:xfrm>
        <a:prstGeom prst="rect">
          <a:avLst/>
        </a:prstGeom>
        <a:solidFill>
          <a:schemeClr val="accent1">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dirty="0"/>
            <a:t>Roles attending the Sprint Planning Meeting</a:t>
          </a:r>
          <a:r>
            <a:rPr lang="en-GB" sz="2800" kern="1200" dirty="0"/>
            <a:t> </a:t>
          </a:r>
          <a:endParaRPr lang="en-US" sz="2800" kern="1200" dirty="0"/>
        </a:p>
      </dsp:txBody>
      <dsp:txXfrm>
        <a:off x="0" y="1394"/>
        <a:ext cx="2124894" cy="3174632"/>
      </dsp:txXfrm>
    </dsp:sp>
    <dsp:sp modelId="{74EB7E99-BC11-4423-9517-AE79105C099F}">
      <dsp:nvSpPr>
        <dsp:cNvPr id="0" name=""/>
        <dsp:cNvSpPr/>
      </dsp:nvSpPr>
      <dsp:spPr>
        <a:xfrm>
          <a:off x="2216375" y="38713"/>
          <a:ext cx="4787502" cy="746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dirty="0"/>
            <a:t>Product Owner</a:t>
          </a:r>
          <a:endParaRPr lang="en-US" sz="2400" kern="1200" dirty="0"/>
        </a:p>
      </dsp:txBody>
      <dsp:txXfrm>
        <a:off x="2216375" y="38713"/>
        <a:ext cx="4787502" cy="746379"/>
      </dsp:txXfrm>
    </dsp:sp>
    <dsp:sp modelId="{D13941C4-EFEF-43F7-A26B-C3ED96D2C093}">
      <dsp:nvSpPr>
        <dsp:cNvPr id="0" name=""/>
        <dsp:cNvSpPr/>
      </dsp:nvSpPr>
      <dsp:spPr>
        <a:xfrm>
          <a:off x="2124894" y="785092"/>
          <a:ext cx="487898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C79F4E-7509-4589-9A4E-443131B28A89}">
      <dsp:nvSpPr>
        <dsp:cNvPr id="0" name=""/>
        <dsp:cNvSpPr/>
      </dsp:nvSpPr>
      <dsp:spPr>
        <a:xfrm>
          <a:off x="2216375" y="822411"/>
          <a:ext cx="4787502" cy="746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dirty="0"/>
            <a:t>Scrum Master</a:t>
          </a:r>
          <a:endParaRPr lang="en-US" sz="2400" kern="1200" dirty="0"/>
        </a:p>
      </dsp:txBody>
      <dsp:txXfrm>
        <a:off x="2216375" y="822411"/>
        <a:ext cx="4787502" cy="746379"/>
      </dsp:txXfrm>
    </dsp:sp>
    <dsp:sp modelId="{8087592E-1522-4E9B-8B22-633523C4DA95}">
      <dsp:nvSpPr>
        <dsp:cNvPr id="0" name=""/>
        <dsp:cNvSpPr/>
      </dsp:nvSpPr>
      <dsp:spPr>
        <a:xfrm>
          <a:off x="2124894" y="1568791"/>
          <a:ext cx="487898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14B693-8466-47B2-AA5A-5BA9A9FBAC8E}">
      <dsp:nvSpPr>
        <dsp:cNvPr id="0" name=""/>
        <dsp:cNvSpPr/>
      </dsp:nvSpPr>
      <dsp:spPr>
        <a:xfrm>
          <a:off x="2216375" y="1606110"/>
          <a:ext cx="4787502" cy="746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dirty="0"/>
            <a:t>Development Team Members</a:t>
          </a:r>
          <a:endParaRPr lang="en-US" sz="2400" kern="1200" dirty="0"/>
        </a:p>
      </dsp:txBody>
      <dsp:txXfrm>
        <a:off x="2216375" y="1606110"/>
        <a:ext cx="4787502" cy="746379"/>
      </dsp:txXfrm>
    </dsp:sp>
    <dsp:sp modelId="{F5A37620-925D-4CAF-B23F-819EF3E31B32}">
      <dsp:nvSpPr>
        <dsp:cNvPr id="0" name=""/>
        <dsp:cNvSpPr/>
      </dsp:nvSpPr>
      <dsp:spPr>
        <a:xfrm>
          <a:off x="2124894" y="2352490"/>
          <a:ext cx="487898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E067DB-6805-43ED-9DC2-7798A53B641B}">
      <dsp:nvSpPr>
        <dsp:cNvPr id="0" name=""/>
        <dsp:cNvSpPr/>
      </dsp:nvSpPr>
      <dsp:spPr>
        <a:xfrm>
          <a:off x="2216375" y="2389809"/>
          <a:ext cx="4787502" cy="746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dirty="0"/>
            <a:t>Stakeholder (as required)</a:t>
          </a:r>
          <a:endParaRPr lang="en-US" sz="2400" kern="1200" dirty="0"/>
        </a:p>
      </dsp:txBody>
      <dsp:txXfrm>
        <a:off x="2216375" y="2389809"/>
        <a:ext cx="4787502" cy="746379"/>
      </dsp:txXfrm>
    </dsp:sp>
    <dsp:sp modelId="{83BBC55B-D278-48AD-9152-6A3AF6435998}">
      <dsp:nvSpPr>
        <dsp:cNvPr id="0" name=""/>
        <dsp:cNvSpPr/>
      </dsp:nvSpPr>
      <dsp:spPr>
        <a:xfrm>
          <a:off x="2124894" y="3136188"/>
          <a:ext cx="487898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E9A7DC-72C1-4079-9F5C-8E584EB1BE01}">
      <dsp:nvSpPr>
        <dsp:cNvPr id="0" name=""/>
        <dsp:cNvSpPr/>
      </dsp:nvSpPr>
      <dsp:spPr>
        <a:xfrm>
          <a:off x="0" y="3176026"/>
          <a:ext cx="700908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E836A5-A46D-4C5C-8C18-15C0C54BBA63}">
      <dsp:nvSpPr>
        <dsp:cNvPr id="0" name=""/>
        <dsp:cNvSpPr/>
      </dsp:nvSpPr>
      <dsp:spPr>
        <a:xfrm>
          <a:off x="0" y="3176026"/>
          <a:ext cx="7009089" cy="1941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endParaRPr lang="en-GB" sz="2400" kern="1200" dirty="0"/>
        </a:p>
        <a:p>
          <a:pPr marL="0" lvl="0" indent="0" algn="l" defTabSz="1066800">
            <a:lnSpc>
              <a:spcPct val="90000"/>
            </a:lnSpc>
            <a:spcBef>
              <a:spcPct val="0"/>
            </a:spcBef>
            <a:spcAft>
              <a:spcPct val="35000"/>
            </a:spcAft>
            <a:buNone/>
          </a:pPr>
          <a:r>
            <a:rPr lang="en-GB" sz="2400" kern="1200" dirty="0"/>
            <a:t>The Scrum Master organises this meeting and </a:t>
          </a:r>
          <a:br>
            <a:rPr lang="en-GB" sz="2400" kern="1200" dirty="0"/>
          </a:br>
          <a:r>
            <a:rPr lang="en-GB" sz="2400" kern="1200" dirty="0"/>
            <a:t>sends out the invites.</a:t>
          </a:r>
          <a:endParaRPr lang="en-US" sz="2400" kern="1200" dirty="0"/>
        </a:p>
      </dsp:txBody>
      <dsp:txXfrm>
        <a:off x="0" y="3176026"/>
        <a:ext cx="7009089" cy="19419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DE380-1F3D-4638-8D78-10ADC66F56B5}">
      <dsp:nvSpPr>
        <dsp:cNvPr id="0" name=""/>
        <dsp:cNvSpPr/>
      </dsp:nvSpPr>
      <dsp:spPr>
        <a:xfrm>
          <a:off x="1531492" y="1939"/>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How long does it take to</a:t>
          </a:r>
        </a:p>
      </dsp:txBody>
      <dsp:txXfrm>
        <a:off x="1531492" y="1939"/>
        <a:ext cx="6125969" cy="485782"/>
      </dsp:txXfrm>
    </dsp:sp>
    <dsp:sp modelId="{0364B547-80D9-4A6E-8F07-049C34BA69AD}">
      <dsp:nvSpPr>
        <dsp:cNvPr id="0" name=""/>
        <dsp:cNvSpPr/>
      </dsp:nvSpPr>
      <dsp:spPr>
        <a:xfrm>
          <a:off x="0" y="1939"/>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dirty="0"/>
            <a:t>Time</a:t>
          </a:r>
        </a:p>
      </dsp:txBody>
      <dsp:txXfrm>
        <a:off x="0" y="1939"/>
        <a:ext cx="1531492" cy="485782"/>
      </dsp:txXfrm>
    </dsp:sp>
    <dsp:sp modelId="{1ADC8302-F0AA-49DA-9268-954720F9D37C}">
      <dsp:nvSpPr>
        <dsp:cNvPr id="0" name=""/>
        <dsp:cNvSpPr/>
      </dsp:nvSpPr>
      <dsp:spPr>
        <a:xfrm>
          <a:off x="1531492" y="516868"/>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Set the Priority </a:t>
          </a:r>
        </a:p>
      </dsp:txBody>
      <dsp:txXfrm>
        <a:off x="1531492" y="516868"/>
        <a:ext cx="6125969" cy="485782"/>
      </dsp:txXfrm>
    </dsp:sp>
    <dsp:sp modelId="{FD067365-30AD-4C78-ACC8-D51073B06E91}">
      <dsp:nvSpPr>
        <dsp:cNvPr id="0" name=""/>
        <dsp:cNvSpPr/>
      </dsp:nvSpPr>
      <dsp:spPr>
        <a:xfrm>
          <a:off x="0" y="516868"/>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a:t>Importance</a:t>
          </a:r>
          <a:endParaRPr lang="en-US" sz="2200" kern="1200" dirty="0"/>
        </a:p>
      </dsp:txBody>
      <dsp:txXfrm>
        <a:off x="0" y="516868"/>
        <a:ext cx="1531492" cy="485782"/>
      </dsp:txXfrm>
    </dsp:sp>
    <dsp:sp modelId="{F267293E-3755-4302-94EF-9631DD71EA2D}">
      <dsp:nvSpPr>
        <dsp:cNvPr id="0" name=""/>
        <dsp:cNvSpPr/>
      </dsp:nvSpPr>
      <dsp:spPr>
        <a:xfrm>
          <a:off x="1531492" y="1031797"/>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Read through the User story and understand it completely</a:t>
          </a:r>
        </a:p>
      </dsp:txBody>
      <dsp:txXfrm>
        <a:off x="1531492" y="1031797"/>
        <a:ext cx="6125969" cy="485782"/>
      </dsp:txXfrm>
    </dsp:sp>
    <dsp:sp modelId="{CF338837-9F53-40ED-A99F-010C1C237D9B}">
      <dsp:nvSpPr>
        <dsp:cNvPr id="0" name=""/>
        <dsp:cNvSpPr/>
      </dsp:nvSpPr>
      <dsp:spPr>
        <a:xfrm>
          <a:off x="0" y="1031797"/>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dirty="0"/>
            <a:t>Understand</a:t>
          </a:r>
        </a:p>
      </dsp:txBody>
      <dsp:txXfrm>
        <a:off x="0" y="1031797"/>
        <a:ext cx="1531492" cy="485782"/>
      </dsp:txXfrm>
    </dsp:sp>
    <dsp:sp modelId="{B44A5456-2FB5-448D-B146-9F1F56DC3CB1}">
      <dsp:nvSpPr>
        <dsp:cNvPr id="0" name=""/>
        <dsp:cNvSpPr/>
      </dsp:nvSpPr>
      <dsp:spPr>
        <a:xfrm>
          <a:off x="1531492" y="1546726"/>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Produce a plan of action (use existing modules, how to test...)</a:t>
          </a:r>
        </a:p>
      </dsp:txBody>
      <dsp:txXfrm>
        <a:off x="1531492" y="1546726"/>
        <a:ext cx="6125969" cy="485782"/>
      </dsp:txXfrm>
    </dsp:sp>
    <dsp:sp modelId="{D204A1ED-3F02-4574-9D2C-EBC7B4ABC90E}">
      <dsp:nvSpPr>
        <dsp:cNvPr id="0" name=""/>
        <dsp:cNvSpPr/>
      </dsp:nvSpPr>
      <dsp:spPr>
        <a:xfrm>
          <a:off x="0" y="1546726"/>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dirty="0"/>
            <a:t>Plan</a:t>
          </a:r>
        </a:p>
      </dsp:txBody>
      <dsp:txXfrm>
        <a:off x="0" y="1546726"/>
        <a:ext cx="1531492" cy="485782"/>
      </dsp:txXfrm>
    </dsp:sp>
    <dsp:sp modelId="{1D98E451-A0A3-43AB-AB96-1C0CCB4A6EB5}">
      <dsp:nvSpPr>
        <dsp:cNvPr id="0" name=""/>
        <dsp:cNvSpPr/>
      </dsp:nvSpPr>
      <dsp:spPr>
        <a:xfrm>
          <a:off x="1531492" y="2061654"/>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Write the code</a:t>
          </a:r>
        </a:p>
      </dsp:txBody>
      <dsp:txXfrm>
        <a:off x="1531492" y="2061654"/>
        <a:ext cx="6125969" cy="485782"/>
      </dsp:txXfrm>
    </dsp:sp>
    <dsp:sp modelId="{A30EB760-5D25-45C5-82AE-68F08EF7D946}">
      <dsp:nvSpPr>
        <dsp:cNvPr id="0" name=""/>
        <dsp:cNvSpPr/>
      </dsp:nvSpPr>
      <dsp:spPr>
        <a:xfrm>
          <a:off x="0" y="2061654"/>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dirty="0"/>
            <a:t>Code</a:t>
          </a:r>
        </a:p>
      </dsp:txBody>
      <dsp:txXfrm>
        <a:off x="0" y="2061654"/>
        <a:ext cx="1531492" cy="485782"/>
      </dsp:txXfrm>
    </dsp:sp>
    <dsp:sp modelId="{20DF7BE6-7AA8-4806-A342-FDF89A5A4B72}">
      <dsp:nvSpPr>
        <dsp:cNvPr id="0" name=""/>
        <dsp:cNvSpPr/>
      </dsp:nvSpPr>
      <dsp:spPr>
        <a:xfrm>
          <a:off x="1531492" y="2576583"/>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Write Unit tests for the code</a:t>
          </a:r>
        </a:p>
      </dsp:txBody>
      <dsp:txXfrm>
        <a:off x="1531492" y="2576583"/>
        <a:ext cx="6125969" cy="485782"/>
      </dsp:txXfrm>
    </dsp:sp>
    <dsp:sp modelId="{40FA1B72-F463-4725-99B8-2D2CED0DA04F}">
      <dsp:nvSpPr>
        <dsp:cNvPr id="0" name=""/>
        <dsp:cNvSpPr/>
      </dsp:nvSpPr>
      <dsp:spPr>
        <a:xfrm>
          <a:off x="0" y="2576583"/>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dirty="0"/>
            <a:t>Test</a:t>
          </a:r>
        </a:p>
      </dsp:txBody>
      <dsp:txXfrm>
        <a:off x="0" y="2576583"/>
        <a:ext cx="1531492" cy="485782"/>
      </dsp:txXfrm>
    </dsp:sp>
    <dsp:sp modelId="{C530BBB8-906C-478D-B69F-2EBE531F8400}">
      <dsp:nvSpPr>
        <dsp:cNvPr id="0" name=""/>
        <dsp:cNvSpPr/>
      </dsp:nvSpPr>
      <dsp:spPr>
        <a:xfrm>
          <a:off x="1531492" y="3091512"/>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Integrate (merge) it with the rest of the project code (GIT)</a:t>
          </a:r>
        </a:p>
      </dsp:txBody>
      <dsp:txXfrm>
        <a:off x="1531492" y="3091512"/>
        <a:ext cx="6125969" cy="485782"/>
      </dsp:txXfrm>
    </dsp:sp>
    <dsp:sp modelId="{48E13173-5D30-42C0-A431-E2F4C61E7BEB}">
      <dsp:nvSpPr>
        <dsp:cNvPr id="0" name=""/>
        <dsp:cNvSpPr/>
      </dsp:nvSpPr>
      <dsp:spPr>
        <a:xfrm>
          <a:off x="0" y="3091512"/>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a:t>Integrate</a:t>
          </a:r>
        </a:p>
      </dsp:txBody>
      <dsp:txXfrm>
        <a:off x="0" y="3091512"/>
        <a:ext cx="1531492" cy="485782"/>
      </dsp:txXfrm>
    </dsp:sp>
    <dsp:sp modelId="{3ACF3827-271F-4235-B6E4-251E1F29A7DB}">
      <dsp:nvSpPr>
        <dsp:cNvPr id="0" name=""/>
        <dsp:cNvSpPr/>
      </dsp:nvSpPr>
      <dsp:spPr>
        <a:xfrm>
          <a:off x="1531492" y="3606441"/>
          <a:ext cx="6125969" cy="48578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861" tIns="123389" rIns="118861" bIns="123389" numCol="1" spcCol="1270" anchor="ctr" anchorCtr="0">
          <a:noAutofit/>
        </a:bodyPr>
        <a:lstStyle/>
        <a:p>
          <a:pPr marL="0" lvl="0" indent="0" algn="l" defTabSz="755650">
            <a:lnSpc>
              <a:spcPct val="90000"/>
            </a:lnSpc>
            <a:spcBef>
              <a:spcPct val="0"/>
            </a:spcBef>
            <a:spcAft>
              <a:spcPct val="35000"/>
            </a:spcAft>
            <a:buNone/>
          </a:pPr>
          <a:r>
            <a:rPr lang="en-US" sz="1700" kern="1200"/>
            <a:t>Deployment: locally, test server, on company server, cloud</a:t>
          </a:r>
        </a:p>
      </dsp:txBody>
      <dsp:txXfrm>
        <a:off x="1531492" y="3606441"/>
        <a:ext cx="6125969" cy="485782"/>
      </dsp:txXfrm>
    </dsp:sp>
    <dsp:sp modelId="{253835ED-3939-457A-A2D2-68F6371D357B}">
      <dsp:nvSpPr>
        <dsp:cNvPr id="0" name=""/>
        <dsp:cNvSpPr/>
      </dsp:nvSpPr>
      <dsp:spPr>
        <a:xfrm>
          <a:off x="0" y="3606441"/>
          <a:ext cx="1531492" cy="48578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041" tIns="47984" rIns="81041" bIns="47984" numCol="1" spcCol="1270" anchor="ctr" anchorCtr="0">
          <a:noAutofit/>
        </a:bodyPr>
        <a:lstStyle/>
        <a:p>
          <a:pPr marL="0" lvl="0" indent="0" algn="ctr" defTabSz="977900">
            <a:lnSpc>
              <a:spcPct val="90000"/>
            </a:lnSpc>
            <a:spcBef>
              <a:spcPct val="0"/>
            </a:spcBef>
            <a:spcAft>
              <a:spcPct val="35000"/>
            </a:spcAft>
            <a:buNone/>
          </a:pPr>
          <a:r>
            <a:rPr lang="en-US" sz="2200" kern="1200" dirty="0"/>
            <a:t>System Test</a:t>
          </a:r>
        </a:p>
      </dsp:txBody>
      <dsp:txXfrm>
        <a:off x="0" y="3606441"/>
        <a:ext cx="1531492" cy="4857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53B88-11B2-4FFC-B0D0-79C53B358DB6}">
      <dsp:nvSpPr>
        <dsp:cNvPr id="0" name=""/>
        <dsp:cNvSpPr/>
      </dsp:nvSpPr>
      <dsp:spPr>
        <a:xfrm>
          <a:off x="65763" y="1661696"/>
          <a:ext cx="770769" cy="7707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C667B8-37FC-4156-A853-E2D9061FE76E}">
      <dsp:nvSpPr>
        <dsp:cNvPr id="0" name=""/>
        <dsp:cNvSpPr/>
      </dsp:nvSpPr>
      <dsp:spPr>
        <a:xfrm>
          <a:off x="227625" y="1823558"/>
          <a:ext cx="447046" cy="4470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1C8A0-5F72-4D99-80BD-B4C61DE9A566}">
      <dsp:nvSpPr>
        <dsp:cNvPr id="0" name=""/>
        <dsp:cNvSpPr/>
      </dsp:nvSpPr>
      <dsp:spPr>
        <a:xfrm>
          <a:off x="1001698" y="1661696"/>
          <a:ext cx="1816814" cy="770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kern="1200" dirty="0"/>
            <a:t>Complete Lab8</a:t>
          </a:r>
          <a:endParaRPr lang="en-US" sz="2400" kern="1200" dirty="0"/>
        </a:p>
      </dsp:txBody>
      <dsp:txXfrm>
        <a:off x="1001698" y="1661696"/>
        <a:ext cx="1816814" cy="770769"/>
      </dsp:txXfrm>
    </dsp:sp>
    <dsp:sp modelId="{E53569A0-CEE1-4300-97E4-12949D94E8EC}">
      <dsp:nvSpPr>
        <dsp:cNvPr id="0" name=""/>
        <dsp:cNvSpPr/>
      </dsp:nvSpPr>
      <dsp:spPr>
        <a:xfrm>
          <a:off x="3135078" y="1661696"/>
          <a:ext cx="770769" cy="7707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1A118B-ADC1-4F11-BEBC-79F95FA8DA53}">
      <dsp:nvSpPr>
        <dsp:cNvPr id="0" name=""/>
        <dsp:cNvSpPr/>
      </dsp:nvSpPr>
      <dsp:spPr>
        <a:xfrm>
          <a:off x="3296940" y="1823558"/>
          <a:ext cx="447046" cy="4470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CED254-74D4-4BC7-963D-ADE709BA7DD8}">
      <dsp:nvSpPr>
        <dsp:cNvPr id="0" name=""/>
        <dsp:cNvSpPr/>
      </dsp:nvSpPr>
      <dsp:spPr>
        <a:xfrm>
          <a:off x="4071013" y="1661696"/>
          <a:ext cx="1816814" cy="770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kern="1200"/>
            <a:t>Duration 60 minutes</a:t>
          </a:r>
          <a:endParaRPr lang="en-US" sz="2400" kern="1200"/>
        </a:p>
      </dsp:txBody>
      <dsp:txXfrm>
        <a:off x="4071013" y="1661696"/>
        <a:ext cx="1816814" cy="7707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CF1C5-1530-415E-A6FC-3E161D34E3E3}" type="datetimeFigureOut">
              <a:rPr lang="en-GB" smtClean="0"/>
              <a:t>30/11/2023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270F27-5FCE-4725-A3E4-F5013B5BDB05}" type="slidenum">
              <a:rPr lang="en-GB" smtClean="0"/>
              <a:t>‹#›</a:t>
            </a:fld>
            <a:endParaRPr lang="en-GB"/>
          </a:p>
        </p:txBody>
      </p:sp>
    </p:spTree>
    <p:extLst>
      <p:ext uri="{BB962C8B-B14F-4D97-AF65-F5344CB8AC3E}">
        <p14:creationId xmlns:p14="http://schemas.microsoft.com/office/powerpoint/2010/main" val="1885166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1054707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31F20"/>
                </a:solidFill>
                <a:effectLst/>
                <a:latin typeface="Open Sans" panose="020B0606030504020204" pitchFamily="34" charset="0"/>
              </a:rPr>
              <a:t>https://www.knowledgehut.com/blog/agile/fibonacci-series-for-estimation</a:t>
            </a:r>
          </a:p>
          <a:p>
            <a:r>
              <a:rPr lang="en-GB" b="0" i="0" dirty="0">
                <a:solidFill>
                  <a:srgbClr val="231F20"/>
                </a:solidFill>
                <a:effectLst/>
                <a:latin typeface="Open Sans" panose="020B0606030504020204" pitchFamily="34" charset="0"/>
              </a:rPr>
              <a:t>A general practice from matured Agile teams is that the Fibonacci sequence is restricted up to 21 (0,1,1,2,3,5,8,13,21) and any story which is of size beyond 21 will have to be broken down further. This ensures that the team is not giving any room for greater uncertainty and good practice for the team to write better stories under the INVEST guidelines. </a:t>
            </a:r>
          </a:p>
          <a:p>
            <a:endParaRPr lang="en-GB" b="0" i="0" dirty="0">
              <a:solidFill>
                <a:srgbClr val="231F20"/>
              </a:solidFill>
              <a:effectLst/>
              <a:latin typeface="Open Sans" panose="020B0606030504020204" pitchFamily="34" charset="0"/>
            </a:endParaRPr>
          </a:p>
          <a:p>
            <a:r>
              <a:rPr lang="en-IN" b="0" i="0" dirty="0">
                <a:solidFill>
                  <a:srgbClr val="231F20"/>
                </a:solidFill>
                <a:effectLst/>
                <a:latin typeface="Open Sans" panose="020B0606030504020204" pitchFamily="34" charset="0"/>
              </a:rPr>
              <a:t>It becomes increasingly difficult to discriminate between two numbers as the difference between them decreases. </a:t>
            </a:r>
            <a:endParaRPr lang="en-GB" b="0" i="0" dirty="0">
              <a:solidFill>
                <a:srgbClr val="231F20"/>
              </a:solidFill>
              <a:effectLst/>
              <a:latin typeface="Open Sans" panose="020B0606030504020204" pitchFamily="34" charset="0"/>
            </a:endParaRPr>
          </a:p>
          <a:p>
            <a:endParaRPr lang="en-GB" b="0" i="0" dirty="0">
              <a:solidFill>
                <a:srgbClr val="231F20"/>
              </a:solidFill>
              <a:effectLst/>
              <a:latin typeface="Open Sans" panose="020B0606030504020204" pitchFamily="34" charset="0"/>
            </a:endParaRPr>
          </a:p>
          <a:p>
            <a:r>
              <a:rPr lang="en-GB" b="0" i="0" dirty="0">
                <a:solidFill>
                  <a:srgbClr val="231F20"/>
                </a:solidFill>
                <a:effectLst/>
                <a:latin typeface="Open Sans" panose="020B0606030504020204" pitchFamily="34" charset="0"/>
              </a:rPr>
              <a:t>The smaller value assigned from the Fibonacci sequence to a user story usually means that the story is well understood, and the user story follows INVEST (Independent, Negotiable, Valuable, Estimable, Small and Testable) guidelines. Whereas the largest value denotes the story is not well understood or it needs to be broken down further. Smaller stories can be confidently estimated by the team in detail. </a:t>
            </a:r>
          </a:p>
          <a:p>
            <a:endParaRPr lang="en-GB" dirty="0"/>
          </a:p>
        </p:txBody>
      </p:sp>
      <p:sp>
        <p:nvSpPr>
          <p:cNvPr id="4" name="Slide Number Placeholder 3"/>
          <p:cNvSpPr>
            <a:spLocks noGrp="1"/>
          </p:cNvSpPr>
          <p:nvPr>
            <p:ph type="sldNum" sz="quarter" idx="5"/>
          </p:nvPr>
        </p:nvSpPr>
        <p:spPr/>
        <p:txBody>
          <a:bodyPr/>
          <a:lstStyle/>
          <a:p>
            <a:fld id="{4B270F27-5FCE-4725-A3E4-F5013B5BDB05}" type="slidenum">
              <a:rPr lang="en-GB" smtClean="0"/>
              <a:t>10</a:t>
            </a:fld>
            <a:endParaRPr lang="en-GB"/>
          </a:p>
        </p:txBody>
      </p:sp>
    </p:spTree>
    <p:extLst>
      <p:ext uri="{BB962C8B-B14F-4D97-AF65-F5344CB8AC3E}">
        <p14:creationId xmlns:p14="http://schemas.microsoft.com/office/powerpoint/2010/main" val="2701798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324482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6F8E4-0F98-40A9-BB0E-88C071EEC3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6FC05E7-59E7-4AAE-AE38-93644563E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24A1498-7359-4C22-B5DC-A5FB0BAA77AC}"/>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5" name="Footer Placeholder 4">
            <a:extLst>
              <a:ext uri="{FF2B5EF4-FFF2-40B4-BE49-F238E27FC236}">
                <a16:creationId xmlns:a16="http://schemas.microsoft.com/office/drawing/2014/main" id="{8E1B0CB6-98C3-42B0-8FFE-89F455A2A2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B6ECBB-400A-4A39-885C-5D3803CF7C49}"/>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2531832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F1FFA-A166-43F8-B841-3726213143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984CEF-0470-4B4E-8AAB-B78610DEEB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D31E2E-25D9-475F-B41B-394807C9762D}"/>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5" name="Footer Placeholder 4">
            <a:extLst>
              <a:ext uri="{FF2B5EF4-FFF2-40B4-BE49-F238E27FC236}">
                <a16:creationId xmlns:a16="http://schemas.microsoft.com/office/drawing/2014/main" id="{0A8F8E74-E760-473C-84D8-1F7CB86261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13B72A-61E8-4353-9CCC-7D13A8FF4D07}"/>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3808422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1B92F-1066-498D-A860-127141DD81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43453BB-8EF5-413E-AD39-CE37B430C7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77EA5F-0A8F-42F7-A3A8-494459DF3122}"/>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5" name="Footer Placeholder 4">
            <a:extLst>
              <a:ext uri="{FF2B5EF4-FFF2-40B4-BE49-F238E27FC236}">
                <a16:creationId xmlns:a16="http://schemas.microsoft.com/office/drawing/2014/main" id="{82D595C3-7488-4495-BE02-F4A99FA12C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6953A8-3FA5-41E3-AD43-B401A6E1516D}"/>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173505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D3A4-1F2B-4A25-B088-D6A6D135696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029768-EB40-4987-A916-F4172D02F5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38D9D30-CBBE-4E82-87AB-1354CA5F06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203B0BF-1400-4073-9544-1A6C74F8AB47}"/>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6" name="Footer Placeholder 5">
            <a:extLst>
              <a:ext uri="{FF2B5EF4-FFF2-40B4-BE49-F238E27FC236}">
                <a16:creationId xmlns:a16="http://schemas.microsoft.com/office/drawing/2014/main" id="{4E27447B-9785-4E27-953D-0A629E0EDD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24DF0B-53C5-4765-93A4-4A017FFF6511}"/>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191564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C05ED-0217-49CD-B7B7-C50786B6616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2BBB9F0-AD05-42B4-B251-18582422CA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198D3C-0009-4541-85F0-8CCB7E38C7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45D2818-7C5F-4206-B111-6006FBC176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0C65CD-CACB-4EE7-89C3-AAA8B2AB5B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8C7F567-5963-4A60-AB9C-C91BB4AEE1D8}"/>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8" name="Footer Placeholder 7">
            <a:extLst>
              <a:ext uri="{FF2B5EF4-FFF2-40B4-BE49-F238E27FC236}">
                <a16:creationId xmlns:a16="http://schemas.microsoft.com/office/drawing/2014/main" id="{20ABCF53-0A78-4921-89B4-AC108A0DE06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829A574-1358-4107-9EFB-FD90B1A2875A}"/>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361281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3526-C9ED-4781-B010-A993D73D023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D59A564-A071-412B-904C-D7BA010A233E}"/>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4" name="Footer Placeholder 3">
            <a:extLst>
              <a:ext uri="{FF2B5EF4-FFF2-40B4-BE49-F238E27FC236}">
                <a16:creationId xmlns:a16="http://schemas.microsoft.com/office/drawing/2014/main" id="{D6BA2028-5C58-457A-B3AE-8E2A507E39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488BA33-F211-4AD8-BFCA-E080408D90D4}"/>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267817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54329E-61A0-48A0-A8F8-91AB7A6BACF2}"/>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3" name="Footer Placeholder 2">
            <a:extLst>
              <a:ext uri="{FF2B5EF4-FFF2-40B4-BE49-F238E27FC236}">
                <a16:creationId xmlns:a16="http://schemas.microsoft.com/office/drawing/2014/main" id="{FC209007-C4CD-41A6-9D42-21EED74C11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3435535-4A4F-409E-8F5D-8A4CC6BA5E1F}"/>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2425791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7050-22C4-4212-9C00-F6A6B997A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EF9F474-1EDA-44E7-83B1-430E23263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D546904-4AC6-4839-A860-3844089A96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84E6B9-5109-438B-B315-2D7D16CBA629}"/>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6" name="Footer Placeholder 5">
            <a:extLst>
              <a:ext uri="{FF2B5EF4-FFF2-40B4-BE49-F238E27FC236}">
                <a16:creationId xmlns:a16="http://schemas.microsoft.com/office/drawing/2014/main" id="{3A102BB6-EB96-4026-B8A4-084EA0663F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91B55D-9962-428A-BE53-A8259A737942}"/>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2017248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76942-B5D0-4FAA-995F-E5659FA4B4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DE1007A-48A3-4714-B54E-CF2BD7757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04B660F-282B-4287-8343-D6C3F138C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3E0C9-9A4E-4DC1-9878-1712FAF53231}"/>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6" name="Footer Placeholder 5">
            <a:extLst>
              <a:ext uri="{FF2B5EF4-FFF2-40B4-BE49-F238E27FC236}">
                <a16:creationId xmlns:a16="http://schemas.microsoft.com/office/drawing/2014/main" id="{40E29C6D-396E-40C9-B7B0-9A24D5B7F6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884EE2-2A22-4D6F-8055-1B0F904A4903}"/>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802465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4F2FE-0E0C-43F1-AF15-4D6C17105A4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5A872E-044E-441B-816A-0A503B7E23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023C9F-695E-49BE-94E2-945300675F1F}"/>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5" name="Footer Placeholder 4">
            <a:extLst>
              <a:ext uri="{FF2B5EF4-FFF2-40B4-BE49-F238E27FC236}">
                <a16:creationId xmlns:a16="http://schemas.microsoft.com/office/drawing/2014/main" id="{D92D9788-08AA-4908-9063-BB9D6FB667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75B94D1-5167-49A5-A7D0-AC94A19DEBC5}"/>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2041051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3E3E02-075E-4638-959F-A9DA0A2EC5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A1E1070-BDC6-4FF9-854D-62EBE122C8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6BBC05-1511-4AA6-8841-464C9B5DC3CD}"/>
              </a:ext>
            </a:extLst>
          </p:cNvPr>
          <p:cNvSpPr>
            <a:spLocks noGrp="1"/>
          </p:cNvSpPr>
          <p:nvPr>
            <p:ph type="dt" sz="half" idx="10"/>
          </p:nvPr>
        </p:nvSpPr>
        <p:spPr/>
        <p:txBody>
          <a:bodyPr/>
          <a:lstStyle/>
          <a:p>
            <a:fld id="{926A688C-1D41-4E0E-90C6-095C882497A3}" type="datetimeFigureOut">
              <a:rPr lang="en-GB" smtClean="0"/>
              <a:t>30/11/2023</a:t>
            </a:fld>
            <a:endParaRPr lang="en-GB"/>
          </a:p>
        </p:txBody>
      </p:sp>
      <p:sp>
        <p:nvSpPr>
          <p:cNvPr id="5" name="Footer Placeholder 4">
            <a:extLst>
              <a:ext uri="{FF2B5EF4-FFF2-40B4-BE49-F238E27FC236}">
                <a16:creationId xmlns:a16="http://schemas.microsoft.com/office/drawing/2014/main" id="{14CA2D25-F005-4B2B-91EC-A960F343C3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1A76B5-7FDE-4F5F-B85A-6D4351A47022}"/>
              </a:ext>
            </a:extLst>
          </p:cNvPr>
          <p:cNvSpPr>
            <a:spLocks noGrp="1"/>
          </p:cNvSpPr>
          <p:nvPr>
            <p:ph type="sldNum" sz="quarter" idx="12"/>
          </p:nvPr>
        </p:nvSpPr>
        <p:spPr/>
        <p:txBody>
          <a:bodyPr/>
          <a:lstStyle/>
          <a:p>
            <a:fld id="{7E0FEBEC-A5A5-40C2-BF83-D7561E432753}" type="slidenum">
              <a:rPr lang="en-GB" smtClean="0"/>
              <a:t>‹#›</a:t>
            </a:fld>
            <a:endParaRPr lang="en-GB"/>
          </a:p>
        </p:txBody>
      </p:sp>
    </p:spTree>
    <p:extLst>
      <p:ext uri="{BB962C8B-B14F-4D97-AF65-F5344CB8AC3E}">
        <p14:creationId xmlns:p14="http://schemas.microsoft.com/office/powerpoint/2010/main" val="3820371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1">
    <p:bg>
      <p:bgPr>
        <a:solidFill>
          <a:srgbClr val="03EA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978A22-79ED-C346-B050-A5F64C0ACAA5}"/>
              </a:ext>
            </a:extLst>
          </p:cNvPr>
          <p:cNvPicPr>
            <a:picLocks noChangeAspect="1"/>
          </p:cNvPicPr>
          <p:nvPr userDrawn="1"/>
        </p:nvPicPr>
        <p:blipFill rotWithShape="1">
          <a:blip r:embed="rId2"/>
          <a:srcRect l="2329" t="3699" r="30729" b="22632"/>
          <a:stretch/>
        </p:blipFill>
        <p:spPr>
          <a:xfrm>
            <a:off x="2848191" y="0"/>
            <a:ext cx="9343809"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919999"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3919999" cy="2277604"/>
          </a:xfrm>
        </p:spPr>
        <p:txBody>
          <a:bodyPr anchor="b" anchorCtr="0">
            <a:noAutofit/>
          </a:bodyPr>
          <a:lstStyle>
            <a:lvl1pPr algn="l">
              <a:lnSpc>
                <a:spcPct val="100000"/>
              </a:lnSpc>
              <a:defRPr sz="3600" cap="all" baseline="0"/>
            </a:lvl1pPr>
          </a:lstStyle>
          <a:p>
            <a:r>
              <a:rPr lang="en-US" noProof="0"/>
              <a:t>CLICK TO EDIT TITLE</a:t>
            </a:r>
            <a:endParaRPr lang="en-GB" noProof="0"/>
          </a:p>
        </p:txBody>
      </p:sp>
      <p:grpSp>
        <p:nvGrpSpPr>
          <p:cNvPr id="16" name="Group 15"/>
          <p:cNvGrpSpPr/>
          <p:nvPr userDrawn="1"/>
        </p:nvGrpSpPr>
        <p:grpSpPr>
          <a:xfrm>
            <a:off x="509568"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
        <p:nvSpPr>
          <p:cNvPr id="11" name="Rectangle 10">
            <a:extLst>
              <a:ext uri="{FF2B5EF4-FFF2-40B4-BE49-F238E27FC236}">
                <a16:creationId xmlns:a16="http://schemas.microsoft.com/office/drawing/2014/main" id="{2FEF35C1-44BF-B94B-A048-96124C64D190}"/>
              </a:ext>
            </a:extLst>
          </p:cNvPr>
          <p:cNvSpPr/>
          <p:nvPr userDrawn="1"/>
        </p:nvSpPr>
        <p:spPr>
          <a:xfrm>
            <a:off x="0" y="4310243"/>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78654564-8AAA-2B4B-A7F2-A093E969C4FB}"/>
              </a:ext>
            </a:extLst>
          </p:cNvPr>
          <p:cNvSpPr/>
          <p:nvPr userDrawn="1"/>
        </p:nvSpPr>
        <p:spPr>
          <a:xfrm>
            <a:off x="0" y="4903556"/>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Tree>
    <p:extLst>
      <p:ext uri="{BB962C8B-B14F-4D97-AF65-F5344CB8AC3E}">
        <p14:creationId xmlns:p14="http://schemas.microsoft.com/office/powerpoint/2010/main" val="637998137"/>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7618988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25628130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285758-0C77-401E-B599-4960E3B9F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6B2DF9E-826F-4ADD-A6D3-63019A52C8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5691A7-5DDC-4C49-9335-3704275636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A688C-1D41-4E0E-90C6-095C882497A3}" type="datetimeFigureOut">
              <a:rPr lang="en-GB" smtClean="0"/>
              <a:t>30/11/2023</a:t>
            </a:fld>
            <a:endParaRPr lang="en-GB"/>
          </a:p>
        </p:txBody>
      </p:sp>
      <p:sp>
        <p:nvSpPr>
          <p:cNvPr id="5" name="Footer Placeholder 4">
            <a:extLst>
              <a:ext uri="{FF2B5EF4-FFF2-40B4-BE49-F238E27FC236}">
                <a16:creationId xmlns:a16="http://schemas.microsoft.com/office/drawing/2014/main" id="{584802D1-3F19-45D1-8B46-45AB74BCA8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124DE22-789E-41A9-800C-AF12B46C34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0FEBEC-A5A5-40C2-BF83-D7561E432753}" type="slidenum">
              <a:rPr lang="en-GB" smtClean="0"/>
              <a:t>‹#›</a:t>
            </a:fld>
            <a:endParaRPr lang="en-GB"/>
          </a:p>
        </p:txBody>
      </p:sp>
    </p:spTree>
    <p:extLst>
      <p:ext uri="{BB962C8B-B14F-4D97-AF65-F5344CB8AC3E}">
        <p14:creationId xmlns:p14="http://schemas.microsoft.com/office/powerpoint/2010/main" val="627802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hyperlink" Target="https://creativecommons.org/licenses/by/3.0/" TargetMode="External"/><Relationship Id="rId4" Type="http://schemas.openxmlformats.org/officeDocument/2006/relationships/hyperlink" Target="https://www.flickr.com/photos/jitze1942/3114723951/"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ww.computersciencemaster.com.br/como-usar-o-planning-poker-no-desenvolvimento-de-softwares/" TargetMode="External"/><Relationship Id="rId2" Type="http://schemas.openxmlformats.org/officeDocument/2006/relationships/image" Target="../media/image8.jpg"/><Relationship Id="rId1" Type="http://schemas.openxmlformats.org/officeDocument/2006/relationships/slideLayout" Target="../slideLayouts/slideLayout13.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pPr algn="ctr" defTabSz="762000"/>
            <a:endParaRPr lang="en-GB" sz="3600" b="1" baseline="30000">
              <a:cs typeface="Arial" charset="0"/>
            </a:endParaRPr>
          </a:p>
          <a:p>
            <a:endParaRPr lang="en-GB" sz="3200"/>
          </a:p>
          <a:p>
            <a:endParaRPr lang="en-GB" sz="1400"/>
          </a:p>
        </p:txBody>
      </p:sp>
      <p:sp>
        <p:nvSpPr>
          <p:cNvPr id="3" name="Title 2"/>
          <p:cNvSpPr>
            <a:spLocks noGrp="1"/>
          </p:cNvSpPr>
          <p:nvPr>
            <p:ph type="ctrTitle"/>
          </p:nvPr>
        </p:nvSpPr>
        <p:spPr/>
        <p:txBody>
          <a:bodyPr/>
          <a:lstStyle/>
          <a:p>
            <a:br>
              <a:rPr lang="en" dirty="0">
                <a:latin typeface="+mj-lt"/>
              </a:rPr>
            </a:br>
            <a:r>
              <a:rPr lang="en" dirty="0"/>
              <a:t>Sprint Planning meeting</a:t>
            </a:r>
            <a:endParaRPr lang="en-GB" dirty="0">
              <a:latin typeface="+mj-lt"/>
            </a:endParaRP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a:p>
        </p:txBody>
      </p:sp>
    </p:spTree>
    <p:extLst>
      <p:ext uri="{BB962C8B-B14F-4D97-AF65-F5344CB8AC3E}">
        <p14:creationId xmlns:p14="http://schemas.microsoft.com/office/powerpoint/2010/main" val="111260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B8B528-8902-4E1E-AEA6-85452EC63540}"/>
              </a:ext>
            </a:extLst>
          </p:cNvPr>
          <p:cNvSpPr>
            <a:spLocks noGrp="1"/>
          </p:cNvSpPr>
          <p:nvPr>
            <p:ph type="body" sz="quarter" idx="10"/>
          </p:nvPr>
        </p:nvSpPr>
        <p:spPr/>
        <p:txBody>
          <a:bodyPr/>
          <a:lstStyle/>
          <a:p>
            <a:r>
              <a:rPr lang="en-GB" dirty="0"/>
              <a:t>Objectives</a:t>
            </a:r>
          </a:p>
        </p:txBody>
      </p:sp>
      <p:sp>
        <p:nvSpPr>
          <p:cNvPr id="3" name="Text Placeholder 2">
            <a:extLst>
              <a:ext uri="{FF2B5EF4-FFF2-40B4-BE49-F238E27FC236}">
                <a16:creationId xmlns:a16="http://schemas.microsoft.com/office/drawing/2014/main" id="{31F2E46C-A09C-4D8F-8B86-51C97198AA44}"/>
              </a:ext>
            </a:extLst>
          </p:cNvPr>
          <p:cNvSpPr>
            <a:spLocks noGrp="1"/>
          </p:cNvSpPr>
          <p:nvPr>
            <p:ph type="body" sz="quarter" idx="15"/>
          </p:nvPr>
        </p:nvSpPr>
        <p:spPr/>
        <p:txBody>
          <a:bodyPr/>
          <a:lstStyle/>
          <a:p>
            <a:r>
              <a:rPr lang="en-GB" sz="2800" dirty="0"/>
              <a:t>To Understand </a:t>
            </a:r>
          </a:p>
          <a:p>
            <a:pPr marL="285750" indent="-285750">
              <a:buFont typeface="Arial" panose="020B0604020202020204" pitchFamily="34" charset="0"/>
              <a:buChar char="•"/>
            </a:pPr>
            <a:r>
              <a:rPr lang="en-GB" sz="2800" dirty="0"/>
              <a:t>What Sprint Planning Meeting</a:t>
            </a:r>
          </a:p>
          <a:p>
            <a:pPr marL="285750" indent="-285750">
              <a:buFont typeface="Arial" panose="020B0604020202020204" pitchFamily="34" charset="0"/>
              <a:buChar char="•"/>
            </a:pPr>
            <a:r>
              <a:rPr lang="en-GB" sz="2800" dirty="0"/>
              <a:t>Who Attends</a:t>
            </a:r>
          </a:p>
          <a:p>
            <a:pPr marL="285750" indent="-285750">
              <a:buFont typeface="Arial" panose="020B0604020202020204" pitchFamily="34" charset="0"/>
              <a:buChar char="•"/>
            </a:pPr>
            <a:r>
              <a:rPr lang="en-GB" sz="2800" dirty="0"/>
              <a:t>Team Velocity</a:t>
            </a:r>
          </a:p>
          <a:p>
            <a:pPr marL="285750" indent="-285750">
              <a:buFont typeface="Arial" panose="020B0604020202020204" pitchFamily="34" charset="0"/>
              <a:buChar char="•"/>
            </a:pPr>
            <a:r>
              <a:rPr lang="en-GB" sz="2800" dirty="0"/>
              <a:t>How to Select </a:t>
            </a:r>
            <a:r>
              <a:rPr lang="en-GB" sz="2800" dirty="0" err="1"/>
              <a:t>DoR</a:t>
            </a:r>
            <a:r>
              <a:rPr lang="en-GB" sz="2800" dirty="0"/>
              <a:t> product backlog features- to be moved to the sprint backlog</a:t>
            </a:r>
          </a:p>
          <a:p>
            <a:endParaRPr lang="en-GB" sz="2800" dirty="0"/>
          </a:p>
          <a:p>
            <a:endParaRPr lang="en-GB" dirty="0"/>
          </a:p>
          <a:p>
            <a:endParaRPr lang="en-GB" dirty="0"/>
          </a:p>
        </p:txBody>
      </p:sp>
    </p:spTree>
    <p:extLst>
      <p:ext uri="{BB962C8B-B14F-4D97-AF65-F5344CB8AC3E}">
        <p14:creationId xmlns:p14="http://schemas.microsoft.com/office/powerpoint/2010/main" val="2018271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9144AA-3387-4786-87C8-A99FA2884470}"/>
              </a:ext>
            </a:extLst>
          </p:cNvPr>
          <p:cNvSpPr>
            <a:spLocks noGrp="1"/>
          </p:cNvSpPr>
          <p:nvPr>
            <p:ph type="body" sz="quarter" idx="10"/>
          </p:nvPr>
        </p:nvSpPr>
        <p:spPr/>
        <p:txBody>
          <a:bodyPr/>
          <a:lstStyle/>
          <a:p>
            <a:r>
              <a:rPr lang="en-GB" dirty="0"/>
              <a:t>Sprint Planning Meeting</a:t>
            </a:r>
          </a:p>
        </p:txBody>
      </p:sp>
      <p:sp>
        <p:nvSpPr>
          <p:cNvPr id="3" name="Text Placeholder 2">
            <a:extLst>
              <a:ext uri="{FF2B5EF4-FFF2-40B4-BE49-F238E27FC236}">
                <a16:creationId xmlns:a16="http://schemas.microsoft.com/office/drawing/2014/main" id="{B4A988AA-394D-4623-B147-8CB4C0D0EDE2}"/>
              </a:ext>
            </a:extLst>
          </p:cNvPr>
          <p:cNvSpPr>
            <a:spLocks noGrp="1"/>
          </p:cNvSpPr>
          <p:nvPr>
            <p:ph type="body" sz="quarter" idx="15"/>
          </p:nvPr>
        </p:nvSpPr>
        <p:spPr/>
        <p:txBody>
          <a:bodyPr/>
          <a:lstStyle/>
          <a:p>
            <a:pPr>
              <a:lnSpc>
                <a:spcPct val="107000"/>
              </a:lnSpc>
              <a:spcBef>
                <a:spcPts val="200"/>
              </a:spcBef>
            </a:pPr>
            <a:r>
              <a:rPr lang="en-GB" sz="2000" b="1" dirty="0">
                <a:solidFill>
                  <a:srgbClr val="004050"/>
                </a:solidFill>
                <a:effectLst/>
                <a:ea typeface="Times New Roman" panose="02020603050405020304" pitchFamily="18" charset="0"/>
                <a:cs typeface="Times New Roman" panose="02020603050405020304" pitchFamily="18" charset="0"/>
              </a:rPr>
              <a:t>Sprint planning meeting</a:t>
            </a:r>
            <a:endParaRPr lang="en-GB" sz="2000" dirty="0">
              <a:solidFill>
                <a:srgbClr val="2E2D2C"/>
              </a:solidFill>
              <a:effectLst/>
              <a:ea typeface="Calibri" panose="020F0502020204030204" pitchFamily="34" charset="0"/>
            </a:endParaRPr>
          </a:p>
          <a:p>
            <a:pPr>
              <a:lnSpc>
                <a:spcPct val="107000"/>
              </a:lnSpc>
              <a:spcAft>
                <a:spcPts val="1200"/>
              </a:spcAft>
            </a:pPr>
            <a:r>
              <a:rPr lang="en-GB" sz="2000" dirty="0">
                <a:solidFill>
                  <a:srgbClr val="212529"/>
                </a:solidFill>
                <a:effectLst/>
                <a:ea typeface="Montserrat" panose="00000500000000000000" pitchFamily="2" charset="0"/>
                <a:cs typeface="Montserrat" panose="00000500000000000000" pitchFamily="2" charset="0"/>
              </a:rPr>
              <a:t>This meeting is held at the beginning of the sprint. </a:t>
            </a:r>
          </a:p>
          <a:p>
            <a:pPr>
              <a:lnSpc>
                <a:spcPct val="107000"/>
              </a:lnSpc>
              <a:spcAft>
                <a:spcPts val="1200"/>
              </a:spcAft>
            </a:pPr>
            <a:r>
              <a:rPr lang="en-GB" sz="2000" dirty="0">
                <a:solidFill>
                  <a:srgbClr val="212529"/>
                </a:solidFill>
                <a:effectLst/>
                <a:ea typeface="Montserrat" panose="00000500000000000000" pitchFamily="2" charset="0"/>
                <a:cs typeface="Montserrat" panose="00000500000000000000" pitchFamily="2" charset="0"/>
              </a:rPr>
              <a:t>The meeting will usually take the full day for a two-week sprint and is split into two sections (what and how).</a:t>
            </a:r>
            <a:endParaRPr lang="en-GB" sz="2000" dirty="0">
              <a:solidFill>
                <a:srgbClr val="2E2D2C"/>
              </a:solidFill>
              <a:effectLst/>
              <a:ea typeface="Calibri" panose="020F0502020204030204" pitchFamily="34" charset="0"/>
            </a:endParaRPr>
          </a:p>
          <a:p>
            <a:pPr>
              <a:lnSpc>
                <a:spcPct val="107000"/>
              </a:lnSpc>
              <a:spcAft>
                <a:spcPts val="1200"/>
              </a:spcAft>
            </a:pPr>
            <a:r>
              <a:rPr lang="en-GB" sz="2000" dirty="0">
                <a:solidFill>
                  <a:srgbClr val="212529"/>
                </a:solidFill>
                <a:effectLst/>
                <a:ea typeface="Montserrat" panose="00000500000000000000" pitchFamily="2" charset="0"/>
                <a:cs typeface="Montserrat" panose="00000500000000000000" pitchFamily="2" charset="0"/>
              </a:rPr>
              <a:t>The first half of the meeting is where the team decide what is going to be brought into the sprint backlog.</a:t>
            </a:r>
            <a:endParaRPr lang="en-GB" sz="2000" dirty="0">
              <a:solidFill>
                <a:srgbClr val="2E2D2C"/>
              </a:solidFill>
              <a:effectLst/>
              <a:ea typeface="Calibri" panose="020F0502020204030204" pitchFamily="34" charset="0"/>
            </a:endParaRPr>
          </a:p>
          <a:p>
            <a:pPr>
              <a:lnSpc>
                <a:spcPct val="107000"/>
              </a:lnSpc>
              <a:spcAft>
                <a:spcPts val="800"/>
              </a:spcAft>
            </a:pPr>
            <a:r>
              <a:rPr lang="en-GB" sz="2000" dirty="0">
                <a:solidFill>
                  <a:srgbClr val="212529"/>
                </a:solidFill>
                <a:effectLst/>
                <a:ea typeface="Montserrat" panose="00000500000000000000" pitchFamily="2" charset="0"/>
                <a:cs typeface="Montserrat" panose="00000500000000000000" pitchFamily="2" charset="0"/>
              </a:rPr>
              <a:t>The second half of the meeting is where the team decide how the items they have brought in are going to be completed, usually by further breaking down the tasks into smaller pieces and adding technical details.</a:t>
            </a:r>
            <a:endParaRPr lang="en-GB" sz="2000" dirty="0">
              <a:solidFill>
                <a:srgbClr val="2E2D2C"/>
              </a:solidFill>
              <a:effectLst/>
              <a:ea typeface="Calibri" panose="020F0502020204030204" pitchFamily="34" charset="0"/>
            </a:endParaRPr>
          </a:p>
          <a:p>
            <a:endParaRPr lang="en-GB" dirty="0"/>
          </a:p>
        </p:txBody>
      </p:sp>
    </p:spTree>
    <p:extLst>
      <p:ext uri="{BB962C8B-B14F-4D97-AF65-F5344CB8AC3E}">
        <p14:creationId xmlns:p14="http://schemas.microsoft.com/office/powerpoint/2010/main" val="3549032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6F7193-64E4-4675-B9ED-BEB02BBA0296}"/>
              </a:ext>
            </a:extLst>
          </p:cNvPr>
          <p:cNvSpPr>
            <a:spLocks noGrp="1"/>
          </p:cNvSpPr>
          <p:nvPr>
            <p:ph type="body" sz="quarter" idx="10"/>
          </p:nvPr>
        </p:nvSpPr>
        <p:spPr/>
        <p:txBody>
          <a:bodyPr/>
          <a:lstStyle/>
          <a:p>
            <a:r>
              <a:rPr lang="en-GB" dirty="0"/>
              <a:t>Attendees</a:t>
            </a:r>
          </a:p>
        </p:txBody>
      </p:sp>
      <p:graphicFrame>
        <p:nvGraphicFramePr>
          <p:cNvPr id="6" name="Text Placeholder 2">
            <a:extLst>
              <a:ext uri="{FF2B5EF4-FFF2-40B4-BE49-F238E27FC236}">
                <a16:creationId xmlns:a16="http://schemas.microsoft.com/office/drawing/2014/main" id="{FBB78867-BB7D-FA96-11EF-1B299606847D}"/>
              </a:ext>
            </a:extLst>
          </p:cNvPr>
          <p:cNvGraphicFramePr/>
          <p:nvPr>
            <p:extLst>
              <p:ext uri="{D42A27DB-BD31-4B8C-83A1-F6EECF244321}">
                <p14:modId xmlns:p14="http://schemas.microsoft.com/office/powerpoint/2010/main" val="2821865861"/>
              </p:ext>
            </p:extLst>
          </p:nvPr>
        </p:nvGraphicFramePr>
        <p:xfrm>
          <a:off x="4858234" y="1349986"/>
          <a:ext cx="7009089" cy="5119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2540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alf face clock on a wall">
            <a:extLst>
              <a:ext uri="{FF2B5EF4-FFF2-40B4-BE49-F238E27FC236}">
                <a16:creationId xmlns:a16="http://schemas.microsoft.com/office/drawing/2014/main" id="{B9334A71-8B27-2FBD-9355-12102811B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0039" y="82574"/>
            <a:ext cx="2278337" cy="1639546"/>
          </a:xfrm>
          <a:prstGeom prst="rect">
            <a:avLst/>
          </a:prstGeom>
        </p:spPr>
      </p:pic>
      <p:sp>
        <p:nvSpPr>
          <p:cNvPr id="2" name="Text Placeholder 1">
            <a:extLst>
              <a:ext uri="{FF2B5EF4-FFF2-40B4-BE49-F238E27FC236}">
                <a16:creationId xmlns:a16="http://schemas.microsoft.com/office/drawing/2014/main" id="{1FA7B4C5-B5A8-4A99-8853-7337AD91BA4C}"/>
              </a:ext>
            </a:extLst>
          </p:cNvPr>
          <p:cNvSpPr>
            <a:spLocks noGrp="1"/>
          </p:cNvSpPr>
          <p:nvPr>
            <p:ph type="body" sz="quarter" idx="10"/>
          </p:nvPr>
        </p:nvSpPr>
        <p:spPr/>
        <p:txBody>
          <a:bodyPr>
            <a:normAutofit/>
          </a:bodyPr>
          <a:lstStyle/>
          <a:p>
            <a:r>
              <a:rPr lang="en-GB" dirty="0"/>
              <a:t>Estimating In Agile</a:t>
            </a:r>
          </a:p>
          <a:p>
            <a:r>
              <a:rPr lang="en-GB" dirty="0"/>
              <a:t> </a:t>
            </a:r>
          </a:p>
        </p:txBody>
      </p:sp>
      <p:sp>
        <p:nvSpPr>
          <p:cNvPr id="3" name="Text Placeholder 2">
            <a:extLst>
              <a:ext uri="{FF2B5EF4-FFF2-40B4-BE49-F238E27FC236}">
                <a16:creationId xmlns:a16="http://schemas.microsoft.com/office/drawing/2014/main" id="{ACD15579-C163-479A-A50B-D386608450C8}"/>
              </a:ext>
            </a:extLst>
          </p:cNvPr>
          <p:cNvSpPr>
            <a:spLocks noGrp="1"/>
          </p:cNvSpPr>
          <p:nvPr>
            <p:ph type="body" sz="quarter" idx="15"/>
          </p:nvPr>
        </p:nvSpPr>
        <p:spPr>
          <a:xfrm>
            <a:off x="4739640" y="1791947"/>
            <a:ext cx="7068185" cy="4121174"/>
          </a:xfrm>
        </p:spPr>
        <p:txBody>
          <a:bodyPr>
            <a:normAutofit/>
          </a:bodyPr>
          <a:lstStyle/>
          <a:p>
            <a:r>
              <a:rPr lang="en-GB" sz="2400" dirty="0"/>
              <a:t>Agile Teams do not use time as a measurement for estimating when a feature will be in the DoD state.</a:t>
            </a:r>
          </a:p>
          <a:p>
            <a:endParaRPr lang="en-GB" sz="2400" dirty="0"/>
          </a:p>
          <a:p>
            <a:r>
              <a:rPr lang="en-GB" sz="2400" dirty="0"/>
              <a:t>The team </a:t>
            </a:r>
            <a:r>
              <a:rPr lang="en-GB" sz="2400" b="1" dirty="0"/>
              <a:t>estimates</a:t>
            </a:r>
            <a:r>
              <a:rPr lang="en-GB" sz="2400" dirty="0"/>
              <a:t> a feature </a:t>
            </a:r>
            <a:r>
              <a:rPr lang="en-GB" sz="2400" b="1" dirty="0"/>
              <a:t>relative to others</a:t>
            </a:r>
          </a:p>
          <a:p>
            <a:endParaRPr lang="en-GB" sz="2400" dirty="0"/>
          </a:p>
          <a:p>
            <a:r>
              <a:rPr lang="en-GB" sz="2400" dirty="0"/>
              <a:t>Asks is this item a </a:t>
            </a:r>
            <a:r>
              <a:rPr lang="en-GB" sz="2400" b="1" dirty="0"/>
              <a:t>Small , Medium or Large </a:t>
            </a:r>
            <a:r>
              <a:rPr lang="en-GB" sz="2400" dirty="0"/>
              <a:t>item, </a:t>
            </a:r>
            <a:br>
              <a:rPr lang="en-GB" sz="2400" dirty="0"/>
            </a:br>
            <a:r>
              <a:rPr lang="en-GB" sz="2400" dirty="0"/>
              <a:t>then it is placed in the Small medium or Large buckets</a:t>
            </a:r>
            <a:endParaRPr lang="en-GB" sz="2400" b="1" dirty="0"/>
          </a:p>
          <a:p>
            <a:br>
              <a:rPr lang="en-GB" sz="2400" dirty="0"/>
            </a:br>
            <a:endParaRPr lang="en-GB" sz="2400" dirty="0"/>
          </a:p>
        </p:txBody>
      </p:sp>
    </p:spTree>
    <p:extLst>
      <p:ext uri="{BB962C8B-B14F-4D97-AF65-F5344CB8AC3E}">
        <p14:creationId xmlns:p14="http://schemas.microsoft.com/office/powerpoint/2010/main" val="2702376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1484F-D4A1-49A6-A718-49B78683AE19}"/>
              </a:ext>
            </a:extLst>
          </p:cNvPr>
          <p:cNvSpPr>
            <a:spLocks noGrp="1"/>
          </p:cNvSpPr>
          <p:nvPr>
            <p:ph type="body" sz="quarter" idx="10"/>
          </p:nvPr>
        </p:nvSpPr>
        <p:spPr/>
        <p:txBody>
          <a:bodyPr/>
          <a:lstStyle/>
          <a:p>
            <a:r>
              <a:rPr lang="en-GB" dirty="0"/>
              <a:t>Estimating in agile</a:t>
            </a:r>
          </a:p>
        </p:txBody>
      </p:sp>
      <p:sp>
        <p:nvSpPr>
          <p:cNvPr id="3" name="Text Placeholder 2">
            <a:extLst>
              <a:ext uri="{FF2B5EF4-FFF2-40B4-BE49-F238E27FC236}">
                <a16:creationId xmlns:a16="http://schemas.microsoft.com/office/drawing/2014/main" id="{98CA6065-0828-439A-8904-8E6DF17F9293}"/>
              </a:ext>
            </a:extLst>
          </p:cNvPr>
          <p:cNvSpPr>
            <a:spLocks noGrp="1"/>
          </p:cNvSpPr>
          <p:nvPr>
            <p:ph type="body" sz="quarter" idx="15"/>
          </p:nvPr>
        </p:nvSpPr>
        <p:spPr>
          <a:xfrm>
            <a:off x="5036527" y="1349985"/>
            <a:ext cx="6770688" cy="5119407"/>
          </a:xfrm>
        </p:spPr>
        <p:txBody>
          <a:bodyPr>
            <a:normAutofit/>
          </a:bodyPr>
          <a:lstStyle/>
          <a:p>
            <a:r>
              <a:rPr lang="en-GB" sz="2400" dirty="0"/>
              <a:t>When estimating a feature, the team will spend time examining the feature to determine which bucket it should be placed in.  This:-</a:t>
            </a:r>
          </a:p>
          <a:p>
            <a:pPr marL="342900" indent="-342900">
              <a:buFont typeface="Arial" panose="020B0604020202020204" pitchFamily="34" charset="0"/>
              <a:buChar char="•"/>
            </a:pPr>
            <a:r>
              <a:rPr lang="en-GB" sz="2400" b="1" dirty="0"/>
              <a:t>Drives out clarification questions</a:t>
            </a:r>
          </a:p>
          <a:p>
            <a:pPr marL="342900" indent="-342900">
              <a:buFont typeface="Arial" panose="020B0604020202020204" pitchFamily="34" charset="0"/>
              <a:buChar char="•"/>
            </a:pPr>
            <a:r>
              <a:rPr lang="en-GB" sz="2400" b="1" dirty="0"/>
              <a:t>Highlights complex and high-risk tasks.</a:t>
            </a:r>
          </a:p>
          <a:p>
            <a:pPr marL="342900" indent="-342900">
              <a:buFont typeface="Arial" panose="020B0604020202020204" pitchFamily="34" charset="0"/>
              <a:buChar char="•"/>
            </a:pPr>
            <a:endParaRPr lang="en-GB" sz="2400" dirty="0"/>
          </a:p>
          <a:p>
            <a:r>
              <a:rPr lang="en-GB" sz="2400" dirty="0"/>
              <a:t>This helps to drive out </a:t>
            </a:r>
            <a:r>
              <a:rPr lang="en-GB" sz="2400" u="sng" dirty="0"/>
              <a:t>further requirements</a:t>
            </a:r>
            <a:r>
              <a:rPr lang="en-GB" sz="2400" dirty="0"/>
              <a:t> that will need to be met to complete the feature.  It brings the conversations to answer these questions.</a:t>
            </a:r>
          </a:p>
        </p:txBody>
      </p:sp>
    </p:spTree>
    <p:extLst>
      <p:ext uri="{BB962C8B-B14F-4D97-AF65-F5344CB8AC3E}">
        <p14:creationId xmlns:p14="http://schemas.microsoft.com/office/powerpoint/2010/main" val="897436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C4F4F4-41C0-584E-BC13-20C12C4D92A5}"/>
              </a:ext>
            </a:extLst>
          </p:cNvPr>
          <p:cNvSpPr>
            <a:spLocks noGrp="1"/>
          </p:cNvSpPr>
          <p:nvPr>
            <p:ph type="body" sz="quarter" idx="10"/>
          </p:nvPr>
        </p:nvSpPr>
        <p:spPr/>
        <p:txBody>
          <a:bodyPr/>
          <a:lstStyle/>
          <a:p>
            <a:r>
              <a:rPr lang="en-GB" dirty="0"/>
              <a:t>Things to think about</a:t>
            </a:r>
          </a:p>
        </p:txBody>
      </p:sp>
      <p:graphicFrame>
        <p:nvGraphicFramePr>
          <p:cNvPr id="5" name="Text Placeholder 2">
            <a:extLst>
              <a:ext uri="{FF2B5EF4-FFF2-40B4-BE49-F238E27FC236}">
                <a16:creationId xmlns:a16="http://schemas.microsoft.com/office/drawing/2014/main" id="{0A9C479F-6B5E-2DF9-4694-3A9C8F9AA45E}"/>
              </a:ext>
            </a:extLst>
          </p:cNvPr>
          <p:cNvGraphicFramePr/>
          <p:nvPr>
            <p:extLst>
              <p:ext uri="{D42A27DB-BD31-4B8C-83A1-F6EECF244321}">
                <p14:modId xmlns:p14="http://schemas.microsoft.com/office/powerpoint/2010/main" val="1802851992"/>
              </p:ext>
            </p:extLst>
          </p:nvPr>
        </p:nvGraphicFramePr>
        <p:xfrm>
          <a:off x="4443747" y="1126247"/>
          <a:ext cx="7657462" cy="4094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2749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8A400B-3306-44BC-816F-7FF5950F158E}"/>
              </a:ext>
            </a:extLst>
          </p:cNvPr>
          <p:cNvSpPr>
            <a:spLocks noGrp="1"/>
          </p:cNvSpPr>
          <p:nvPr>
            <p:ph type="body" sz="quarter" idx="10"/>
          </p:nvPr>
        </p:nvSpPr>
        <p:spPr/>
        <p:txBody>
          <a:bodyPr/>
          <a:lstStyle/>
          <a:p>
            <a:r>
              <a:rPr lang="en-GB" dirty="0"/>
              <a:t>Common Estimation techniques</a:t>
            </a:r>
          </a:p>
          <a:p>
            <a:r>
              <a:rPr lang="en-GB" dirty="0"/>
              <a:t>bus </a:t>
            </a:r>
          </a:p>
        </p:txBody>
      </p:sp>
      <p:sp>
        <p:nvSpPr>
          <p:cNvPr id="3" name="Text Placeholder 2">
            <a:extLst>
              <a:ext uri="{FF2B5EF4-FFF2-40B4-BE49-F238E27FC236}">
                <a16:creationId xmlns:a16="http://schemas.microsoft.com/office/drawing/2014/main" id="{F9254168-FBE7-432A-AA49-3C0D21B83248}"/>
              </a:ext>
            </a:extLst>
          </p:cNvPr>
          <p:cNvSpPr>
            <a:spLocks noGrp="1"/>
          </p:cNvSpPr>
          <p:nvPr>
            <p:ph type="body" sz="quarter" idx="15"/>
          </p:nvPr>
        </p:nvSpPr>
        <p:spPr>
          <a:xfrm>
            <a:off x="5036527" y="1349985"/>
            <a:ext cx="6770688" cy="5119407"/>
          </a:xfrm>
        </p:spPr>
        <p:txBody>
          <a:bodyPr>
            <a:normAutofit/>
          </a:bodyPr>
          <a:lstStyle/>
          <a:p>
            <a:r>
              <a:rPr lang="en-GB" sz="2400" b="1" dirty="0"/>
              <a:t>B</a:t>
            </a:r>
            <a:r>
              <a:rPr lang="en-GB" sz="2400" dirty="0"/>
              <a:t>ig / </a:t>
            </a:r>
            <a:r>
              <a:rPr lang="en-GB" sz="2400" b="1" dirty="0" err="1"/>
              <a:t>U</a:t>
            </a:r>
            <a:r>
              <a:rPr lang="en-GB" sz="2400" dirty="0" err="1"/>
              <a:t>nCertain</a:t>
            </a:r>
            <a:r>
              <a:rPr lang="en-GB" sz="2400" dirty="0"/>
              <a:t> / </a:t>
            </a:r>
            <a:r>
              <a:rPr lang="en-GB" sz="2400" b="1" dirty="0"/>
              <a:t>S</a:t>
            </a:r>
            <a:r>
              <a:rPr lang="en-GB" sz="2400" dirty="0"/>
              <a:t>mall (BUS)</a:t>
            </a:r>
          </a:p>
          <a:p>
            <a:r>
              <a:rPr lang="en-GB" sz="2400" dirty="0"/>
              <a:t>Each user story is compared to the others and assigned to one of the groups.</a:t>
            </a:r>
          </a:p>
          <a:p>
            <a:endParaRPr lang="en-GB" sz="2400" dirty="0"/>
          </a:p>
          <a:p>
            <a:pPr marL="342900" indent="-342900">
              <a:buFont typeface="Arial" panose="020B0604020202020204" pitchFamily="34" charset="0"/>
              <a:buChar char="•"/>
            </a:pPr>
            <a:r>
              <a:rPr lang="en-GB" sz="2400" dirty="0"/>
              <a:t>Big stories should be broken down into smaller stories- if possible</a:t>
            </a:r>
          </a:p>
          <a:p>
            <a:pPr marL="342900" indent="-342900">
              <a:buFont typeface="Arial" panose="020B0604020202020204" pitchFamily="34" charset="0"/>
              <a:buChar char="•"/>
            </a:pPr>
            <a:r>
              <a:rPr lang="en-GB" sz="2400" dirty="0"/>
              <a:t>Uncertain stories need to be examined and again broken down into smaller stories</a:t>
            </a:r>
          </a:p>
          <a:p>
            <a:pPr marL="342900" indent="-342900">
              <a:buFont typeface="Arial" panose="020B0604020202020204" pitchFamily="34" charset="0"/>
              <a:buChar char="•"/>
            </a:pPr>
            <a:r>
              <a:rPr lang="en-GB" sz="2400" dirty="0"/>
              <a:t>Small stories are bite size and easy to complete and provide value</a:t>
            </a:r>
          </a:p>
        </p:txBody>
      </p:sp>
    </p:spTree>
    <p:extLst>
      <p:ext uri="{BB962C8B-B14F-4D97-AF65-F5344CB8AC3E}">
        <p14:creationId xmlns:p14="http://schemas.microsoft.com/office/powerpoint/2010/main" val="49419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2050A4-F782-434C-B87A-25B2E9611D6B}"/>
              </a:ext>
            </a:extLst>
          </p:cNvPr>
          <p:cNvSpPr>
            <a:spLocks noGrp="1"/>
          </p:cNvSpPr>
          <p:nvPr>
            <p:ph type="body" sz="quarter" idx="10"/>
          </p:nvPr>
        </p:nvSpPr>
        <p:spPr/>
        <p:txBody>
          <a:bodyPr/>
          <a:lstStyle/>
          <a:p>
            <a:r>
              <a:rPr lang="en-GB" dirty="0"/>
              <a:t>Common Estimation techniques</a:t>
            </a:r>
          </a:p>
          <a:p>
            <a:r>
              <a:rPr lang="en-GB" dirty="0"/>
              <a:t>T-Shirt sizes</a:t>
            </a:r>
          </a:p>
        </p:txBody>
      </p:sp>
      <p:sp>
        <p:nvSpPr>
          <p:cNvPr id="3" name="Text Placeholder 2">
            <a:extLst>
              <a:ext uri="{FF2B5EF4-FFF2-40B4-BE49-F238E27FC236}">
                <a16:creationId xmlns:a16="http://schemas.microsoft.com/office/drawing/2014/main" id="{38FB2015-C7AB-4D4A-9FF5-EDEA73C743B7}"/>
              </a:ext>
            </a:extLst>
          </p:cNvPr>
          <p:cNvSpPr>
            <a:spLocks noGrp="1"/>
          </p:cNvSpPr>
          <p:nvPr>
            <p:ph type="body" sz="quarter" idx="15"/>
          </p:nvPr>
        </p:nvSpPr>
        <p:spPr/>
        <p:txBody>
          <a:bodyPr>
            <a:normAutofit/>
          </a:bodyPr>
          <a:lstStyle/>
          <a:p>
            <a:r>
              <a:rPr lang="en-GB" sz="2400" dirty="0"/>
              <a:t>Typical T-Shirt sizes are</a:t>
            </a:r>
          </a:p>
          <a:p>
            <a:pPr marL="342900" indent="-342900">
              <a:buFont typeface="Arial" panose="020B0604020202020204" pitchFamily="34" charset="0"/>
              <a:buChar char="•"/>
            </a:pPr>
            <a:r>
              <a:rPr lang="en-GB" sz="2400" b="1" dirty="0"/>
              <a:t>XS, S, M, L, XL</a:t>
            </a:r>
          </a:p>
          <a:p>
            <a:r>
              <a:rPr lang="en-GB" sz="2400" dirty="0"/>
              <a:t>Each story is compared against the other stories and given a T-shirt size.</a:t>
            </a:r>
          </a:p>
          <a:p>
            <a:endParaRPr lang="en-GB" sz="2400" dirty="0"/>
          </a:p>
          <a:p>
            <a:pPr marL="342900" indent="-342900">
              <a:buFont typeface="Arial" panose="020B0604020202020204" pitchFamily="34" charset="0"/>
              <a:buChar char="•"/>
            </a:pPr>
            <a:r>
              <a:rPr lang="en-GB" sz="2400" dirty="0"/>
              <a:t>L and XL stories should be broken down into smaller user stories if possible</a:t>
            </a:r>
          </a:p>
        </p:txBody>
      </p:sp>
    </p:spTree>
    <p:extLst>
      <p:ext uri="{BB962C8B-B14F-4D97-AF65-F5344CB8AC3E}">
        <p14:creationId xmlns:p14="http://schemas.microsoft.com/office/powerpoint/2010/main" val="104024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EEE7A6-FA56-4328-A916-7D16BC54A703}"/>
              </a:ext>
            </a:extLst>
          </p:cNvPr>
          <p:cNvSpPr>
            <a:spLocks noGrp="1"/>
          </p:cNvSpPr>
          <p:nvPr>
            <p:ph type="body" sz="quarter" idx="10"/>
          </p:nvPr>
        </p:nvSpPr>
        <p:spPr/>
        <p:txBody>
          <a:bodyPr>
            <a:normAutofit lnSpcReduction="10000"/>
          </a:bodyPr>
          <a:lstStyle/>
          <a:p>
            <a:r>
              <a:rPr lang="en-GB" dirty="0"/>
              <a:t>Common Estimation techniques</a:t>
            </a:r>
          </a:p>
          <a:p>
            <a:r>
              <a:rPr lang="en-GB" dirty="0"/>
              <a:t>Fibonacci sequence</a:t>
            </a:r>
          </a:p>
          <a:p>
            <a:endParaRPr lang="en-GB" dirty="0"/>
          </a:p>
        </p:txBody>
      </p:sp>
      <p:sp>
        <p:nvSpPr>
          <p:cNvPr id="3" name="Text Placeholder 2">
            <a:extLst>
              <a:ext uri="{FF2B5EF4-FFF2-40B4-BE49-F238E27FC236}">
                <a16:creationId xmlns:a16="http://schemas.microsoft.com/office/drawing/2014/main" id="{E581B694-769D-4C1A-B9D4-A0C8DA98CC7B}"/>
              </a:ext>
            </a:extLst>
          </p:cNvPr>
          <p:cNvSpPr>
            <a:spLocks noGrp="1"/>
          </p:cNvSpPr>
          <p:nvPr>
            <p:ph type="body" sz="quarter" idx="15"/>
          </p:nvPr>
        </p:nvSpPr>
        <p:spPr/>
        <p:txBody>
          <a:bodyPr>
            <a:normAutofit/>
          </a:bodyPr>
          <a:lstStyle/>
          <a:p>
            <a:r>
              <a:rPr lang="en-GB" sz="2400" b="1" dirty="0"/>
              <a:t>Fibonacci Sequence</a:t>
            </a:r>
          </a:p>
          <a:p>
            <a:r>
              <a:rPr lang="en-GB" sz="2400" dirty="0"/>
              <a:t>Abstract value represents the size of the feature</a:t>
            </a:r>
          </a:p>
          <a:p>
            <a:pPr marL="342900" indent="-342900">
              <a:buFont typeface="Arial" panose="020B0604020202020204" pitchFamily="34" charset="0"/>
              <a:buChar char="•"/>
            </a:pPr>
            <a:r>
              <a:rPr lang="en-GB" sz="2400" dirty="0"/>
              <a:t>1, 2, 3, 5, 8, 13, 21…   </a:t>
            </a:r>
            <a:r>
              <a:rPr lang="en-GB" sz="2000" dirty="0"/>
              <a:t>(numbers over 21 are rare)</a:t>
            </a:r>
            <a:endParaRPr lang="en-GB" sz="2400" dirty="0"/>
          </a:p>
          <a:p>
            <a:r>
              <a:rPr lang="en-GB" sz="2400" dirty="0"/>
              <a:t>Each story is compared to the other stories in the project and is assigned  “Story Points”</a:t>
            </a:r>
          </a:p>
          <a:p>
            <a:pPr marL="342900" indent="-342900">
              <a:buFont typeface="Arial" panose="020B0604020202020204" pitchFamily="34" charset="0"/>
              <a:buChar char="•"/>
            </a:pPr>
            <a:r>
              <a:rPr lang="en-GB" sz="2400" dirty="0"/>
              <a:t>Stories with Larger story points should be broken down if possible</a:t>
            </a:r>
          </a:p>
          <a:p>
            <a:pPr marL="342900" indent="-342900">
              <a:buFont typeface="Arial" panose="020B0604020202020204" pitchFamily="34" charset="0"/>
              <a:buChar char="•"/>
            </a:pPr>
            <a:endParaRPr lang="en-GB" sz="2400" dirty="0"/>
          </a:p>
          <a:p>
            <a:r>
              <a:rPr lang="en-GB" sz="2400" dirty="0"/>
              <a:t>The number of story points that can be worked per sprint is the team’s velocity.</a:t>
            </a:r>
          </a:p>
        </p:txBody>
      </p:sp>
      <p:pic>
        <p:nvPicPr>
          <p:cNvPr id="10" name="Picture 9" descr="A picture containing invertebrate, mollusk, chambered nautilus&#10;&#10;Description automatically generated">
            <a:extLst>
              <a:ext uri="{FF2B5EF4-FFF2-40B4-BE49-F238E27FC236}">
                <a16:creationId xmlns:a16="http://schemas.microsoft.com/office/drawing/2014/main" id="{8BD7DD20-9426-496C-26F1-730ED58EF69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418323" y="69579"/>
            <a:ext cx="1678944" cy="1601883"/>
          </a:xfrm>
          <a:prstGeom prst="rect">
            <a:avLst/>
          </a:prstGeom>
          <a:ln>
            <a:noFill/>
          </a:ln>
          <a:effectLst>
            <a:softEdge rad="112500"/>
          </a:effectLst>
        </p:spPr>
      </p:pic>
      <p:sp>
        <p:nvSpPr>
          <p:cNvPr id="11" name="TextBox 10">
            <a:extLst>
              <a:ext uri="{FF2B5EF4-FFF2-40B4-BE49-F238E27FC236}">
                <a16:creationId xmlns:a16="http://schemas.microsoft.com/office/drawing/2014/main" id="{FCC31867-CD23-5992-E6E4-CAF9C6491118}"/>
              </a:ext>
            </a:extLst>
          </p:cNvPr>
          <p:cNvSpPr txBox="1"/>
          <p:nvPr/>
        </p:nvSpPr>
        <p:spPr>
          <a:xfrm>
            <a:off x="10109118" y="6927579"/>
            <a:ext cx="1283013" cy="507831"/>
          </a:xfrm>
          <a:prstGeom prst="rect">
            <a:avLst/>
          </a:prstGeom>
          <a:noFill/>
        </p:spPr>
        <p:txBody>
          <a:bodyPr wrap="square" rtlCol="0">
            <a:spAutoFit/>
          </a:bodyPr>
          <a:lstStyle/>
          <a:p>
            <a:r>
              <a:rPr lang="en-GB" sz="900">
                <a:hlinkClick r:id="rId4" tooltip="https://www.flickr.com/photos/jitze1942/3114723951/"/>
              </a:rPr>
              <a:t>This Photo</a:t>
            </a:r>
            <a:r>
              <a:rPr lang="en-GB" sz="900"/>
              <a:t> by Unknown Author is licensed under </a:t>
            </a:r>
            <a:r>
              <a:rPr lang="en-GB" sz="900">
                <a:hlinkClick r:id="rId5" tooltip="https://creativecommons.org/licenses/by/3.0/"/>
              </a:rPr>
              <a:t>CC BY</a:t>
            </a:r>
            <a:endParaRPr lang="en-GB" sz="900"/>
          </a:p>
        </p:txBody>
      </p:sp>
    </p:spTree>
    <p:extLst>
      <p:ext uri="{BB962C8B-B14F-4D97-AF65-F5344CB8AC3E}">
        <p14:creationId xmlns:p14="http://schemas.microsoft.com/office/powerpoint/2010/main" val="3571057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C21E70-5873-7726-842F-CE62F9B0490B}"/>
              </a:ext>
            </a:extLst>
          </p:cNvPr>
          <p:cNvSpPr>
            <a:spLocks noGrp="1"/>
          </p:cNvSpPr>
          <p:nvPr>
            <p:ph type="body" sz="quarter" idx="10"/>
          </p:nvPr>
        </p:nvSpPr>
        <p:spPr>
          <a:xfrm>
            <a:off x="140944" y="1197585"/>
            <a:ext cx="3638575" cy="2751999"/>
          </a:xfrm>
        </p:spPr>
        <p:txBody>
          <a:bodyPr/>
          <a:lstStyle/>
          <a:p>
            <a:r>
              <a:rPr lang="en-GB" dirty="0"/>
              <a:t>Planning poker</a:t>
            </a:r>
          </a:p>
        </p:txBody>
      </p:sp>
      <p:sp>
        <p:nvSpPr>
          <p:cNvPr id="3" name="Text Placeholder 2">
            <a:extLst>
              <a:ext uri="{FF2B5EF4-FFF2-40B4-BE49-F238E27FC236}">
                <a16:creationId xmlns:a16="http://schemas.microsoft.com/office/drawing/2014/main" id="{10A4DE2C-527A-1372-F852-1D8A80364461}"/>
              </a:ext>
            </a:extLst>
          </p:cNvPr>
          <p:cNvSpPr>
            <a:spLocks noGrp="1"/>
          </p:cNvSpPr>
          <p:nvPr>
            <p:ph type="body" sz="quarter" idx="15"/>
          </p:nvPr>
        </p:nvSpPr>
        <p:spPr>
          <a:xfrm>
            <a:off x="4793297" y="984226"/>
            <a:ext cx="6770688" cy="5119407"/>
          </a:xfrm>
        </p:spPr>
        <p:txBody>
          <a:bodyPr>
            <a:normAutofit/>
          </a:bodyPr>
          <a:lstStyle/>
          <a:p>
            <a:r>
              <a:rPr lang="en-GB" dirty="0"/>
              <a:t>Planning Poker is a collaborative estimation technique used Agile</a:t>
            </a:r>
          </a:p>
          <a:p>
            <a:endParaRPr lang="en-GB" dirty="0"/>
          </a:p>
          <a:p>
            <a:pPr marL="285750" indent="-285750">
              <a:buFont typeface="Arial" panose="020B0604020202020204" pitchFamily="34" charset="0"/>
              <a:buChar char="•"/>
            </a:pPr>
            <a:r>
              <a:rPr lang="en-GB" dirty="0"/>
              <a:t>Prepare a set of Planning Poker cards with values such as </a:t>
            </a:r>
            <a:br>
              <a:rPr lang="en-GB" dirty="0"/>
            </a:br>
            <a:r>
              <a:rPr lang="en-GB" dirty="0"/>
              <a:t>0, 1, 2, 3, 5, 8, 13, 20, 40, 100, etc for story points</a:t>
            </a:r>
            <a:br>
              <a:rPr lang="en-GB" dirty="0"/>
            </a:br>
            <a:endParaRPr lang="en-GB" dirty="0"/>
          </a:p>
          <a:p>
            <a:pPr marL="285750" indent="-285750">
              <a:buFont typeface="Arial" panose="020B0604020202020204" pitchFamily="34" charset="0"/>
              <a:buChar char="•"/>
            </a:pPr>
            <a:r>
              <a:rPr lang="en-GB" dirty="0"/>
              <a:t>Each team member selects a card that represents their estimate for the effort required to complete the user story.</a:t>
            </a:r>
            <a:br>
              <a:rPr lang="en-GB" dirty="0"/>
            </a:br>
            <a:endParaRPr lang="en-GB" dirty="0"/>
          </a:p>
          <a:p>
            <a:pPr marL="285750" indent="-285750">
              <a:buFont typeface="Arial" panose="020B0604020202020204" pitchFamily="34" charset="0"/>
              <a:buChar char="•"/>
            </a:pPr>
            <a:r>
              <a:rPr lang="en-GB" dirty="0"/>
              <a:t>This is done privately to avoid influence from others.</a:t>
            </a:r>
            <a:br>
              <a:rPr lang="en-GB" dirty="0"/>
            </a:br>
            <a:endParaRPr lang="en-GB" dirty="0"/>
          </a:p>
          <a:p>
            <a:pPr marL="285750" indent="-285750">
              <a:buFont typeface="Arial" panose="020B0604020202020204" pitchFamily="34" charset="0"/>
              <a:buChar char="•"/>
            </a:pPr>
            <a:r>
              <a:rPr lang="en-GB" dirty="0"/>
              <a:t>Reveal all cards simultaneously.</a:t>
            </a:r>
            <a:br>
              <a:rPr lang="en-GB" dirty="0"/>
            </a:br>
            <a:endParaRPr lang="en-GB" dirty="0"/>
          </a:p>
          <a:p>
            <a:pPr marL="285750" indent="-285750">
              <a:buFont typeface="Arial" panose="020B0604020202020204" pitchFamily="34" charset="0"/>
              <a:buChar char="•"/>
            </a:pPr>
            <a:r>
              <a:rPr lang="en-GB" dirty="0"/>
              <a:t>Team members adjust their estimates by selecting another card.</a:t>
            </a:r>
            <a:br>
              <a:rPr lang="en-GB" dirty="0"/>
            </a:br>
            <a:endParaRPr lang="en-GB" dirty="0"/>
          </a:p>
          <a:p>
            <a:pPr marL="285750" indent="-285750">
              <a:buFont typeface="Arial" panose="020B0604020202020204" pitchFamily="34" charset="0"/>
              <a:buChar char="•"/>
            </a:pPr>
            <a:r>
              <a:rPr lang="en-GB" dirty="0"/>
              <a:t>Re-estimation continues until a consensus is reached.</a:t>
            </a:r>
          </a:p>
          <a:p>
            <a:endParaRPr lang="en-GB" dirty="0"/>
          </a:p>
        </p:txBody>
      </p:sp>
      <p:pic>
        <p:nvPicPr>
          <p:cNvPr id="5" name="Picture 4" descr="A card game with numbers and symbols&#10;&#10;Description automatically generated">
            <a:extLst>
              <a:ext uri="{FF2B5EF4-FFF2-40B4-BE49-F238E27FC236}">
                <a16:creationId xmlns:a16="http://schemas.microsoft.com/office/drawing/2014/main" id="{C4BC015F-A950-8BAB-5AD8-9440CE5E5FC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84161" y="2225040"/>
            <a:ext cx="1973197" cy="2087879"/>
          </a:xfrm>
          <a:prstGeom prst="rect">
            <a:avLst/>
          </a:prstGeom>
        </p:spPr>
      </p:pic>
      <p:sp>
        <p:nvSpPr>
          <p:cNvPr id="6" name="TextBox 5">
            <a:extLst>
              <a:ext uri="{FF2B5EF4-FFF2-40B4-BE49-F238E27FC236}">
                <a16:creationId xmlns:a16="http://schemas.microsoft.com/office/drawing/2014/main" id="{DA83DA30-83D6-B44A-6A26-8B89E506D7CF}"/>
              </a:ext>
            </a:extLst>
          </p:cNvPr>
          <p:cNvSpPr txBox="1"/>
          <p:nvPr/>
        </p:nvSpPr>
        <p:spPr>
          <a:xfrm>
            <a:off x="484162" y="8145780"/>
            <a:ext cx="2381250" cy="369332"/>
          </a:xfrm>
          <a:prstGeom prst="rect">
            <a:avLst/>
          </a:prstGeom>
          <a:noFill/>
        </p:spPr>
        <p:txBody>
          <a:bodyPr wrap="square" rtlCol="0">
            <a:spAutoFit/>
          </a:bodyPr>
          <a:lstStyle/>
          <a:p>
            <a:r>
              <a:rPr lang="en-GB" sz="900">
                <a:hlinkClick r:id="rId3" tooltip="http://www.computersciencemaster.com.br/como-usar-o-planning-poker-no-desenvolvimento-de-softwares/"/>
              </a:rPr>
              <a:t>This Photo</a:t>
            </a:r>
            <a:r>
              <a:rPr lang="en-GB" sz="900"/>
              <a:t> by Unknown Author is licensed under </a:t>
            </a:r>
            <a:r>
              <a:rPr lang="en-GB" sz="900">
                <a:hlinkClick r:id="rId4" tooltip="https://creativecommons.org/licenses/by-sa/3.0/"/>
              </a:rPr>
              <a:t>CC BY-SA</a:t>
            </a:r>
            <a:endParaRPr lang="en-GB" sz="900"/>
          </a:p>
        </p:txBody>
      </p:sp>
    </p:spTree>
    <p:extLst>
      <p:ext uri="{BB962C8B-B14F-4D97-AF65-F5344CB8AC3E}">
        <p14:creationId xmlns:p14="http://schemas.microsoft.com/office/powerpoint/2010/main" val="2732518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2228DB-34E7-4B48-B0DF-AF982C44AA88}"/>
              </a:ext>
            </a:extLst>
          </p:cNvPr>
          <p:cNvSpPr>
            <a:spLocks noGrp="1"/>
          </p:cNvSpPr>
          <p:nvPr>
            <p:ph type="body" sz="quarter" idx="10"/>
          </p:nvPr>
        </p:nvSpPr>
        <p:spPr/>
        <p:txBody>
          <a:bodyPr/>
          <a:lstStyle/>
          <a:p>
            <a:r>
              <a:rPr lang="en-GB" dirty="0"/>
              <a:t>Team Velocity</a:t>
            </a:r>
          </a:p>
        </p:txBody>
      </p:sp>
      <p:sp>
        <p:nvSpPr>
          <p:cNvPr id="3" name="Text Placeholder 2">
            <a:extLst>
              <a:ext uri="{FF2B5EF4-FFF2-40B4-BE49-F238E27FC236}">
                <a16:creationId xmlns:a16="http://schemas.microsoft.com/office/drawing/2014/main" id="{E033902E-B51B-4674-86DC-FBFB008DB81F}"/>
              </a:ext>
            </a:extLst>
          </p:cNvPr>
          <p:cNvSpPr>
            <a:spLocks noGrp="1"/>
          </p:cNvSpPr>
          <p:nvPr>
            <p:ph type="body" sz="quarter" idx="15"/>
          </p:nvPr>
        </p:nvSpPr>
        <p:spPr/>
        <p:txBody>
          <a:bodyPr>
            <a:normAutofit/>
          </a:bodyPr>
          <a:lstStyle/>
          <a:p>
            <a:r>
              <a:rPr lang="en-GB" sz="2400" b="1" dirty="0"/>
              <a:t>Team Velocity</a:t>
            </a:r>
            <a:endParaRPr lang="en-GB" sz="2400" dirty="0"/>
          </a:p>
          <a:p>
            <a:r>
              <a:rPr lang="en-GB" sz="2400" dirty="0"/>
              <a:t>On average:-</a:t>
            </a:r>
          </a:p>
          <a:p>
            <a:pPr marL="342900" indent="-342900">
              <a:buFont typeface="Arial" panose="020B0604020202020204" pitchFamily="34" charset="0"/>
              <a:buChar char="•"/>
            </a:pPr>
            <a:r>
              <a:rPr lang="en-GB" sz="2400" dirty="0"/>
              <a:t>How many story points can the team complete </a:t>
            </a:r>
            <a:br>
              <a:rPr lang="en-GB" sz="2400" dirty="0"/>
            </a:br>
            <a:r>
              <a:rPr lang="en-GB" sz="2400" dirty="0"/>
              <a:t>in a given sprint.</a:t>
            </a:r>
          </a:p>
          <a:p>
            <a:endParaRPr lang="en-GB" sz="2400" dirty="0"/>
          </a:p>
        </p:txBody>
      </p:sp>
      <p:pic>
        <p:nvPicPr>
          <p:cNvPr id="5" name="Picture 4" descr="Diagram&#10;&#10;Description automatically generated">
            <a:extLst>
              <a:ext uri="{FF2B5EF4-FFF2-40B4-BE49-F238E27FC236}">
                <a16:creationId xmlns:a16="http://schemas.microsoft.com/office/drawing/2014/main" id="{D9B12E03-7A06-4467-948E-CA1F0F49E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8845" y="3165125"/>
            <a:ext cx="3778250" cy="3304268"/>
          </a:xfrm>
          <a:prstGeom prst="rect">
            <a:avLst/>
          </a:prstGeom>
        </p:spPr>
      </p:pic>
    </p:spTree>
    <p:extLst>
      <p:ext uri="{BB962C8B-B14F-4D97-AF65-F5344CB8AC3E}">
        <p14:creationId xmlns:p14="http://schemas.microsoft.com/office/powerpoint/2010/main" val="382035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371AFD-6655-4998-A1BD-2A8376B9FC8E}"/>
              </a:ext>
            </a:extLst>
          </p:cNvPr>
          <p:cNvSpPr>
            <a:spLocks noGrp="1"/>
          </p:cNvSpPr>
          <p:nvPr>
            <p:ph type="body" sz="quarter" idx="10"/>
          </p:nvPr>
        </p:nvSpPr>
        <p:spPr/>
        <p:txBody>
          <a:bodyPr/>
          <a:lstStyle/>
          <a:p>
            <a:r>
              <a:rPr lang="en-GB" dirty="0"/>
              <a:t>Team Velocity	</a:t>
            </a:r>
          </a:p>
        </p:txBody>
      </p:sp>
      <p:sp>
        <p:nvSpPr>
          <p:cNvPr id="3" name="Text Placeholder 2">
            <a:extLst>
              <a:ext uri="{FF2B5EF4-FFF2-40B4-BE49-F238E27FC236}">
                <a16:creationId xmlns:a16="http://schemas.microsoft.com/office/drawing/2014/main" id="{DCC44AC0-56C5-47FA-A872-DA0AA089F47E}"/>
              </a:ext>
            </a:extLst>
          </p:cNvPr>
          <p:cNvSpPr>
            <a:spLocks noGrp="1"/>
          </p:cNvSpPr>
          <p:nvPr>
            <p:ph type="body" sz="quarter" idx="15"/>
          </p:nvPr>
        </p:nvSpPr>
        <p:spPr/>
        <p:txBody>
          <a:bodyPr>
            <a:normAutofit/>
          </a:bodyPr>
          <a:lstStyle/>
          <a:p>
            <a:r>
              <a:rPr lang="en-GB" sz="2400" b="1" dirty="0"/>
              <a:t>Team Velocity</a:t>
            </a:r>
          </a:p>
          <a:p>
            <a:r>
              <a:rPr lang="en-GB" sz="2400" dirty="0"/>
              <a:t>When a sprint is completed, you will have the actual velocity of the team.</a:t>
            </a:r>
          </a:p>
          <a:p>
            <a:endParaRPr lang="en-GB" sz="2400" dirty="0"/>
          </a:p>
          <a:p>
            <a:r>
              <a:rPr lang="en-GB" sz="2400" dirty="0"/>
              <a:t>Any stories not completed can be moved back to the product backlog, ready for the next Sprint Planning Meeting</a:t>
            </a:r>
          </a:p>
          <a:p>
            <a:endParaRPr lang="en-GB" sz="2400" dirty="0"/>
          </a:p>
          <a:p>
            <a:r>
              <a:rPr lang="en-GB" sz="2400" dirty="0"/>
              <a:t>Over time you will be able to use the velocity of completed sprints to better estimate team velocity</a:t>
            </a:r>
          </a:p>
        </p:txBody>
      </p:sp>
    </p:spTree>
    <p:extLst>
      <p:ext uri="{BB962C8B-B14F-4D97-AF65-F5344CB8AC3E}">
        <p14:creationId xmlns:p14="http://schemas.microsoft.com/office/powerpoint/2010/main" val="1054951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B8B528-8902-4E1E-AEA6-85452EC63540}"/>
              </a:ext>
            </a:extLst>
          </p:cNvPr>
          <p:cNvSpPr>
            <a:spLocks noGrp="1"/>
          </p:cNvSpPr>
          <p:nvPr>
            <p:ph type="body" sz="quarter" idx="10"/>
          </p:nvPr>
        </p:nvSpPr>
        <p:spPr/>
        <p:txBody>
          <a:bodyPr/>
          <a:lstStyle/>
          <a:p>
            <a:r>
              <a:rPr lang="en-GB" dirty="0"/>
              <a:t>Review</a:t>
            </a:r>
          </a:p>
        </p:txBody>
      </p:sp>
      <p:sp>
        <p:nvSpPr>
          <p:cNvPr id="3" name="Text Placeholder 2">
            <a:extLst>
              <a:ext uri="{FF2B5EF4-FFF2-40B4-BE49-F238E27FC236}">
                <a16:creationId xmlns:a16="http://schemas.microsoft.com/office/drawing/2014/main" id="{31F2E46C-A09C-4D8F-8B86-51C97198AA44}"/>
              </a:ext>
            </a:extLst>
          </p:cNvPr>
          <p:cNvSpPr>
            <a:spLocks noGrp="1"/>
          </p:cNvSpPr>
          <p:nvPr>
            <p:ph type="body" sz="quarter" idx="15"/>
          </p:nvPr>
        </p:nvSpPr>
        <p:spPr/>
        <p:txBody>
          <a:bodyPr/>
          <a:lstStyle/>
          <a:p>
            <a:r>
              <a:rPr lang="en-GB" sz="2800" dirty="0"/>
              <a:t>You Understand </a:t>
            </a:r>
          </a:p>
          <a:p>
            <a:pPr marL="285750" indent="-285750">
              <a:buFont typeface="Arial" panose="020B0604020202020204" pitchFamily="34" charset="0"/>
              <a:buChar char="•"/>
            </a:pPr>
            <a:r>
              <a:rPr lang="en-GB" sz="2800" dirty="0"/>
              <a:t>What Sprint Planning Meeting</a:t>
            </a:r>
          </a:p>
          <a:p>
            <a:pPr marL="285750" indent="-285750">
              <a:buFont typeface="Arial" panose="020B0604020202020204" pitchFamily="34" charset="0"/>
              <a:buChar char="•"/>
            </a:pPr>
            <a:r>
              <a:rPr lang="en-GB" sz="2800" dirty="0"/>
              <a:t>Who Attends</a:t>
            </a:r>
          </a:p>
          <a:p>
            <a:pPr marL="285750" indent="-285750">
              <a:buFont typeface="Arial" panose="020B0604020202020204" pitchFamily="34" charset="0"/>
              <a:buChar char="•"/>
            </a:pPr>
            <a:r>
              <a:rPr lang="en-GB" sz="2800" dirty="0"/>
              <a:t>How to Select </a:t>
            </a:r>
            <a:r>
              <a:rPr lang="en-GB" sz="2800" dirty="0" err="1"/>
              <a:t>DoR</a:t>
            </a:r>
            <a:r>
              <a:rPr lang="en-GB" sz="2800" dirty="0"/>
              <a:t> product backlog features- to be moved to the sprint backlog</a:t>
            </a:r>
          </a:p>
          <a:p>
            <a:pPr marL="285750" indent="-285750">
              <a:buFont typeface="Arial" panose="020B0604020202020204" pitchFamily="34" charset="0"/>
              <a:buChar char="•"/>
            </a:pPr>
            <a:r>
              <a:rPr lang="en-GB" sz="2800" dirty="0"/>
              <a:t>Estimate in Agile</a:t>
            </a:r>
          </a:p>
          <a:p>
            <a:pPr marL="465746" lvl="1" indent="-285750"/>
            <a:r>
              <a:rPr lang="en-GB" sz="2800" dirty="0"/>
              <a:t>BUS (Big / Uncertain / Small)</a:t>
            </a:r>
          </a:p>
          <a:p>
            <a:pPr marL="465746" lvl="1" indent="-285750"/>
            <a:r>
              <a:rPr lang="en-GB" sz="2800" dirty="0"/>
              <a:t>T-Size</a:t>
            </a:r>
          </a:p>
          <a:p>
            <a:pPr marL="465746" lvl="1" indent="-285750"/>
            <a:r>
              <a:rPr lang="en-GB" sz="2800" dirty="0"/>
              <a:t>Fibonacci Sequence</a:t>
            </a:r>
          </a:p>
          <a:p>
            <a:endParaRPr lang="en-GB" sz="2800" dirty="0"/>
          </a:p>
          <a:p>
            <a:endParaRPr lang="en-GB" dirty="0"/>
          </a:p>
          <a:p>
            <a:endParaRPr lang="en-GB" dirty="0"/>
          </a:p>
        </p:txBody>
      </p:sp>
      <p:pic>
        <p:nvPicPr>
          <p:cNvPr id="4" name="Picture 3" descr="Reviews - Web Sites: Recommended - Research Guides at Thrift Library">
            <a:extLst>
              <a:ext uri="{FF2B5EF4-FFF2-40B4-BE49-F238E27FC236}">
                <a16:creationId xmlns:a16="http://schemas.microsoft.com/office/drawing/2014/main" id="{82EA5ABD-BA40-CD9D-E2EB-65E7ED29C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2027" y="178542"/>
            <a:ext cx="1539810" cy="1539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041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555AAE2-2DE9-4D28-A804-5D33B8E491F3}"/>
              </a:ext>
            </a:extLst>
          </p:cNvPr>
          <p:cNvSpPr>
            <a:spLocks noGrp="1"/>
          </p:cNvSpPr>
          <p:nvPr>
            <p:ph type="body" sz="quarter" idx="10"/>
          </p:nvPr>
        </p:nvSpPr>
        <p:spPr/>
        <p:txBody>
          <a:bodyPr/>
          <a:lstStyle/>
          <a:p>
            <a:r>
              <a:rPr lang="en-GB" dirty="0"/>
              <a:t>Lab</a:t>
            </a:r>
            <a:endParaRPr lang="en-IN" dirty="0"/>
          </a:p>
        </p:txBody>
      </p:sp>
      <p:graphicFrame>
        <p:nvGraphicFramePr>
          <p:cNvPr id="4" name="Text Placeholder 6">
            <a:extLst>
              <a:ext uri="{FF2B5EF4-FFF2-40B4-BE49-F238E27FC236}">
                <a16:creationId xmlns:a16="http://schemas.microsoft.com/office/drawing/2014/main" id="{8B163FBC-AF36-DBAA-775A-7258E57654B9}"/>
              </a:ext>
            </a:extLst>
          </p:cNvPr>
          <p:cNvGraphicFramePr/>
          <p:nvPr>
            <p:extLst>
              <p:ext uri="{D42A27DB-BD31-4B8C-83A1-F6EECF244321}">
                <p14:modId xmlns:p14="http://schemas.microsoft.com/office/powerpoint/2010/main" val="2601170548"/>
              </p:ext>
            </p:extLst>
          </p:nvPr>
        </p:nvGraphicFramePr>
        <p:xfrm>
          <a:off x="5092260" y="860358"/>
          <a:ext cx="5953591" cy="4094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2256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3562A7F8CAFB43942423E6A5E04770" ma:contentTypeVersion="7" ma:contentTypeDescription="Create a new document." ma:contentTypeScope="" ma:versionID="d0e8e795b8a8d4266e7f4576f77b80ea">
  <xsd:schema xmlns:xsd="http://www.w3.org/2001/XMLSchema" xmlns:xs="http://www.w3.org/2001/XMLSchema" xmlns:p="http://schemas.microsoft.com/office/2006/metadata/properties" xmlns:ns2="dfd82559-97a2-4871-a676-597bf1b13ee5" targetNamespace="http://schemas.microsoft.com/office/2006/metadata/properties" ma:root="true" ma:fieldsID="6a00af95b1079ccfaed25b0f57987d55" ns2:_="">
    <xsd:import namespace="dfd82559-97a2-4871-a676-597bf1b13ee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d82559-97a2-4871-a676-597bf1b13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DC91E5-A396-4AB1-87BF-E9DD90DBA2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d82559-97a2-4871-a676-597bf1b13e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1B1E8A-6177-4451-8B58-F66F36920C04}">
  <ds:schemaRefs>
    <ds:schemaRef ds:uri="http://schemas.microsoft.com/sharepoint/v3/contenttype/forms"/>
  </ds:schemaRefs>
</ds:datastoreItem>
</file>

<file path=customXml/itemProps3.xml><?xml version="1.0" encoding="utf-8"?>
<ds:datastoreItem xmlns:ds="http://schemas.openxmlformats.org/officeDocument/2006/customXml" ds:itemID="{716B8207-1EAA-4083-890C-6CB7BEA9F24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Ion</Template>
  <TotalTime>0</TotalTime>
  <Words>976</Words>
  <Application>Microsoft Office PowerPoint</Application>
  <PresentationFormat>Widescreen</PresentationFormat>
  <Paragraphs>122</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Krana Fat B</vt:lpstr>
      <vt:lpstr>Montserrat</vt:lpstr>
      <vt:lpstr>Open Sans</vt:lpstr>
      <vt:lpstr>Office Theme</vt:lpstr>
      <vt:lpstr> Sprint Planning meeting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Sprint Planning meeting</dc:title>
  <dc:creator>MarkAndrew Rogers</dc:creator>
  <cp:lastModifiedBy>mike baradaran</cp:lastModifiedBy>
  <cp:revision>14</cp:revision>
  <dcterms:created xsi:type="dcterms:W3CDTF">2022-02-02T15:22:19Z</dcterms:created>
  <dcterms:modified xsi:type="dcterms:W3CDTF">2023-11-30T11:30:45Z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0x010100753562A7F8CAFB43942423E6A5E04770</vt:lpwstr>
  </property>
</Properties>
</file>