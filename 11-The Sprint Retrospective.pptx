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462" r:id="rId5"/>
    <p:sldId id="757" r:id="rId6"/>
    <p:sldId id="759" r:id="rId7"/>
    <p:sldId id="760" r:id="rId8"/>
    <p:sldId id="761" r:id="rId9"/>
    <p:sldId id="762" r:id="rId10"/>
    <p:sldId id="763" r:id="rId11"/>
    <p:sldId id="764" r:id="rId12"/>
    <p:sldId id="758" r:id="rId13"/>
    <p:sldId id="45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F67983-2900-4321-B7F6-9ECC2EE80EA7}" v="4" dt="2022-02-03T14:29:46.2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29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Andrew Rogers" userId="fbd1f26338c9b5ce" providerId="LiveId" clId="{D6F67983-2900-4321-B7F6-9ECC2EE80EA7}"/>
    <pc:docChg chg="custSel addSld modSld">
      <pc:chgData name="MarkAndrew Rogers" userId="fbd1f26338c9b5ce" providerId="LiveId" clId="{D6F67983-2900-4321-B7F6-9ECC2EE80EA7}" dt="2022-02-03T14:36:58.941" v="237" actId="20577"/>
      <pc:docMkLst>
        <pc:docMk/>
      </pc:docMkLst>
      <pc:sldChg chg="modSp mod">
        <pc:chgData name="MarkAndrew Rogers" userId="fbd1f26338c9b5ce" providerId="LiveId" clId="{D6F67983-2900-4321-B7F6-9ECC2EE80EA7}" dt="2022-02-03T14:29:57.261" v="37" actId="20577"/>
        <pc:sldMkLst>
          <pc:docMk/>
          <pc:sldMk cId="1932256695" sldId="456"/>
        </pc:sldMkLst>
        <pc:spChg chg="mod">
          <ac:chgData name="MarkAndrew Rogers" userId="fbd1f26338c9b5ce" providerId="LiveId" clId="{D6F67983-2900-4321-B7F6-9ECC2EE80EA7}" dt="2022-02-03T14:29:57.261" v="37" actId="20577"/>
          <ac:spMkLst>
            <pc:docMk/>
            <pc:sldMk cId="1932256695" sldId="456"/>
            <ac:spMk id="7" creationId="{CCC4AE2F-C0E8-473D-9D53-77A9DA3BEA1F}"/>
          </ac:spMkLst>
        </pc:spChg>
      </pc:sldChg>
      <pc:sldChg chg="modSp mod">
        <pc:chgData name="MarkAndrew Rogers" userId="fbd1f26338c9b5ce" providerId="LiveId" clId="{D6F67983-2900-4321-B7F6-9ECC2EE80EA7}" dt="2022-02-03T14:25:55.684" v="16" actId="20577"/>
        <pc:sldMkLst>
          <pc:docMk/>
          <pc:sldMk cId="1112600258" sldId="462"/>
        </pc:sldMkLst>
        <pc:spChg chg="mod">
          <ac:chgData name="MarkAndrew Rogers" userId="fbd1f26338c9b5ce" providerId="LiveId" clId="{D6F67983-2900-4321-B7F6-9ECC2EE80EA7}" dt="2022-02-03T14:25:55.684" v="16" actId="20577"/>
          <ac:spMkLst>
            <pc:docMk/>
            <pc:sldMk cId="1112600258" sldId="462"/>
            <ac:spMk id="3" creationId="{00000000-0000-0000-0000-000000000000}"/>
          </ac:spMkLst>
        </pc:spChg>
      </pc:sldChg>
      <pc:sldChg chg="modSp mod">
        <pc:chgData name="MarkAndrew Rogers" userId="fbd1f26338c9b5ce" providerId="LiveId" clId="{D6F67983-2900-4321-B7F6-9ECC2EE80EA7}" dt="2022-02-03T14:26:49.673" v="31" actId="20577"/>
        <pc:sldMkLst>
          <pc:docMk/>
          <pc:sldMk cId="2018271411" sldId="757"/>
        </pc:sldMkLst>
        <pc:spChg chg="mod">
          <ac:chgData name="MarkAndrew Rogers" userId="fbd1f26338c9b5ce" providerId="LiveId" clId="{D6F67983-2900-4321-B7F6-9ECC2EE80EA7}" dt="2022-02-03T14:26:49.673" v="31" actId="20577"/>
          <ac:spMkLst>
            <pc:docMk/>
            <pc:sldMk cId="2018271411" sldId="757"/>
            <ac:spMk id="3" creationId="{31F2E46C-A09C-4D8F-8B86-51C97198AA44}"/>
          </ac:spMkLst>
        </pc:spChg>
      </pc:sldChg>
      <pc:sldChg chg="modSp mod">
        <pc:chgData name="MarkAndrew Rogers" userId="fbd1f26338c9b5ce" providerId="LiveId" clId="{D6F67983-2900-4321-B7F6-9ECC2EE80EA7}" dt="2022-02-03T14:30:47.598" v="99" actId="20577"/>
        <pc:sldMkLst>
          <pc:docMk/>
          <pc:sldMk cId="2609633273" sldId="758"/>
        </pc:sldMkLst>
        <pc:spChg chg="mod">
          <ac:chgData name="MarkAndrew Rogers" userId="fbd1f26338c9b5ce" providerId="LiveId" clId="{D6F67983-2900-4321-B7F6-9ECC2EE80EA7}" dt="2022-02-03T14:30:12.913" v="43" actId="20577"/>
          <ac:spMkLst>
            <pc:docMk/>
            <pc:sldMk cId="2609633273" sldId="758"/>
            <ac:spMk id="2" creationId="{35B8B528-8902-4E1E-AEA6-85452EC63540}"/>
          </ac:spMkLst>
        </pc:spChg>
        <pc:spChg chg="mod">
          <ac:chgData name="MarkAndrew Rogers" userId="fbd1f26338c9b5ce" providerId="LiveId" clId="{D6F67983-2900-4321-B7F6-9ECC2EE80EA7}" dt="2022-02-03T14:30:47.598" v="99" actId="20577"/>
          <ac:spMkLst>
            <pc:docMk/>
            <pc:sldMk cId="2609633273" sldId="758"/>
            <ac:spMk id="3" creationId="{31F2E46C-A09C-4D8F-8B86-51C97198AA44}"/>
          </ac:spMkLst>
        </pc:spChg>
      </pc:sldChg>
      <pc:sldChg chg="modSp new mod">
        <pc:chgData name="MarkAndrew Rogers" userId="fbd1f26338c9b5ce" providerId="LiveId" clId="{D6F67983-2900-4321-B7F6-9ECC2EE80EA7}" dt="2022-02-03T14:36:58.941" v="237" actId="20577"/>
        <pc:sldMkLst>
          <pc:docMk/>
          <pc:sldMk cId="2796418277" sldId="759"/>
        </pc:sldMkLst>
        <pc:spChg chg="mod">
          <ac:chgData name="MarkAndrew Rogers" userId="fbd1f26338c9b5ce" providerId="LiveId" clId="{D6F67983-2900-4321-B7F6-9ECC2EE80EA7}" dt="2022-02-03T14:31:24.970" v="132" actId="20577"/>
          <ac:spMkLst>
            <pc:docMk/>
            <pc:sldMk cId="2796418277" sldId="759"/>
            <ac:spMk id="2" creationId="{FCBE6B44-3C0F-43E0-9B27-69561DB2EF8D}"/>
          </ac:spMkLst>
        </pc:spChg>
        <pc:spChg chg="mod">
          <ac:chgData name="MarkAndrew Rogers" userId="fbd1f26338c9b5ce" providerId="LiveId" clId="{D6F67983-2900-4321-B7F6-9ECC2EE80EA7}" dt="2022-02-03T14:36:58.941" v="237" actId="20577"/>
          <ac:spMkLst>
            <pc:docMk/>
            <pc:sldMk cId="2796418277" sldId="759"/>
            <ac:spMk id="3" creationId="{681C213F-8FD2-418B-89E2-314657B4A9B2}"/>
          </ac:spMkLst>
        </pc:spChg>
      </pc:sldChg>
      <pc:sldChg chg="modSp new mod">
        <pc:chgData name="MarkAndrew Rogers" userId="fbd1f26338c9b5ce" providerId="LiveId" clId="{D6F67983-2900-4321-B7F6-9ECC2EE80EA7}" dt="2022-02-03T14:36:15.421" v="190" actId="255"/>
        <pc:sldMkLst>
          <pc:docMk/>
          <pc:sldMk cId="1701988418" sldId="760"/>
        </pc:sldMkLst>
        <pc:spChg chg="mod">
          <ac:chgData name="MarkAndrew Rogers" userId="fbd1f26338c9b5ce" providerId="LiveId" clId="{D6F67983-2900-4321-B7F6-9ECC2EE80EA7}" dt="2022-02-03T14:35:13.598" v="183" actId="20577"/>
          <ac:spMkLst>
            <pc:docMk/>
            <pc:sldMk cId="1701988418" sldId="760"/>
            <ac:spMk id="2" creationId="{D720E7D2-E4CC-42D9-9D56-4B46B8F33288}"/>
          </ac:spMkLst>
        </pc:spChg>
        <pc:spChg chg="mod">
          <ac:chgData name="MarkAndrew Rogers" userId="fbd1f26338c9b5ce" providerId="LiveId" clId="{D6F67983-2900-4321-B7F6-9ECC2EE80EA7}" dt="2022-02-03T14:36:15.421" v="190" actId="255"/>
          <ac:spMkLst>
            <pc:docMk/>
            <pc:sldMk cId="1701988418" sldId="760"/>
            <ac:spMk id="3" creationId="{E6414C2A-AAA1-47A9-A292-19DAFB61A408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4" Type="http://schemas.openxmlformats.org/officeDocument/2006/relationships/image" Target="../media/image4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4" Type="http://schemas.openxmlformats.org/officeDocument/2006/relationships/image" Target="../media/image4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B64239-6A1B-4768-AB8F-E586ABB9292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6E1BBB-E14F-4F6F-93D0-BEEDA0F9C9A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The Sprint Retrospective</a:t>
          </a:r>
          <a:endParaRPr lang="en-US" dirty="0"/>
        </a:p>
      </dgm:t>
    </dgm:pt>
    <dgm:pt modelId="{391BFCE4-FB57-42E7-A0F9-94BE9B8FAE0F}" type="parTrans" cxnId="{2D407F25-FF5E-4928-B45D-BCD0685B2099}">
      <dgm:prSet/>
      <dgm:spPr/>
      <dgm:t>
        <a:bodyPr/>
        <a:lstStyle/>
        <a:p>
          <a:endParaRPr lang="en-US"/>
        </a:p>
      </dgm:t>
    </dgm:pt>
    <dgm:pt modelId="{E1AE0CB5-2A8E-491A-BF9B-8BF063638B42}" type="sibTrans" cxnId="{2D407F25-FF5E-4928-B45D-BCD0685B2099}">
      <dgm:prSet/>
      <dgm:spPr/>
      <dgm:t>
        <a:bodyPr/>
        <a:lstStyle/>
        <a:p>
          <a:endParaRPr lang="en-US"/>
        </a:p>
      </dgm:t>
    </dgm:pt>
    <dgm:pt modelId="{BFD1E6FE-B008-48FB-A1C6-1508A632E6B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The Roles that should attend</a:t>
          </a:r>
          <a:endParaRPr lang="en-US" dirty="0"/>
        </a:p>
      </dgm:t>
    </dgm:pt>
    <dgm:pt modelId="{4728B10D-F739-4B44-A32A-CC0FC61AF39C}" type="parTrans" cxnId="{7FE701E7-9A8A-416C-942E-DCC29F467A0A}">
      <dgm:prSet/>
      <dgm:spPr/>
      <dgm:t>
        <a:bodyPr/>
        <a:lstStyle/>
        <a:p>
          <a:endParaRPr lang="en-US"/>
        </a:p>
      </dgm:t>
    </dgm:pt>
    <dgm:pt modelId="{74702176-D08D-4E3D-8E46-DA67AA5FDE31}" type="sibTrans" cxnId="{7FE701E7-9A8A-416C-942E-DCC29F467A0A}">
      <dgm:prSet/>
      <dgm:spPr/>
      <dgm:t>
        <a:bodyPr/>
        <a:lstStyle/>
        <a:p>
          <a:endParaRPr lang="en-US"/>
        </a:p>
      </dgm:t>
    </dgm:pt>
    <dgm:pt modelId="{82FBEBC3-95B5-40AF-AB0D-E9EC7828BFC0}" type="pres">
      <dgm:prSet presAssocID="{1BB64239-6A1B-4768-AB8F-E586ABB9292D}" presName="root" presStyleCnt="0">
        <dgm:presLayoutVars>
          <dgm:dir/>
          <dgm:resizeHandles val="exact"/>
        </dgm:presLayoutVars>
      </dgm:prSet>
      <dgm:spPr/>
    </dgm:pt>
    <dgm:pt modelId="{082153D8-4BF0-4C3A-8826-A162E75EB21E}" type="pres">
      <dgm:prSet presAssocID="{8C6E1BBB-E14F-4F6F-93D0-BEEDA0F9C9A5}" presName="compNode" presStyleCnt="0"/>
      <dgm:spPr/>
    </dgm:pt>
    <dgm:pt modelId="{0E1ECFB9-6DEB-484D-A11B-48F7AB01E8D6}" type="pres">
      <dgm:prSet presAssocID="{8C6E1BBB-E14F-4F6F-93D0-BEEDA0F9C9A5}" presName="bgRect" presStyleLbl="bgShp" presStyleIdx="0" presStyleCnt="2" custScaleY="69573" custLinFactNeighborY="1681"/>
      <dgm:spPr/>
    </dgm:pt>
    <dgm:pt modelId="{3B49007C-C7EC-4807-B2C5-C47609E7AA2A}" type="pres">
      <dgm:prSet presAssocID="{8C6E1BBB-E14F-4F6F-93D0-BEEDA0F9C9A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3A3C372-A206-4912-8E99-8C0D4285D07F}" type="pres">
      <dgm:prSet presAssocID="{8C6E1BBB-E14F-4F6F-93D0-BEEDA0F9C9A5}" presName="spaceRect" presStyleCnt="0"/>
      <dgm:spPr/>
    </dgm:pt>
    <dgm:pt modelId="{8E0DE15F-9F32-4358-9305-41A1E9D3ABD8}" type="pres">
      <dgm:prSet presAssocID="{8C6E1BBB-E14F-4F6F-93D0-BEEDA0F9C9A5}" presName="parTx" presStyleLbl="revTx" presStyleIdx="0" presStyleCnt="2">
        <dgm:presLayoutVars>
          <dgm:chMax val="0"/>
          <dgm:chPref val="0"/>
        </dgm:presLayoutVars>
      </dgm:prSet>
      <dgm:spPr/>
    </dgm:pt>
    <dgm:pt modelId="{52584313-02BD-4ED0-82B4-A384BE14024C}" type="pres">
      <dgm:prSet presAssocID="{E1AE0CB5-2A8E-491A-BF9B-8BF063638B42}" presName="sibTrans" presStyleCnt="0"/>
      <dgm:spPr/>
    </dgm:pt>
    <dgm:pt modelId="{FC1C8337-B0AF-482B-916D-E2DAAD694847}" type="pres">
      <dgm:prSet presAssocID="{BFD1E6FE-B008-48FB-A1C6-1508A632E6B8}" presName="compNode" presStyleCnt="0"/>
      <dgm:spPr/>
    </dgm:pt>
    <dgm:pt modelId="{7DF2A197-C5E9-4968-9635-FBC84E85DC38}" type="pres">
      <dgm:prSet presAssocID="{BFD1E6FE-B008-48FB-A1C6-1508A632E6B8}" presName="bgRect" presStyleLbl="bgShp" presStyleIdx="1" presStyleCnt="2" custScaleY="60259"/>
      <dgm:spPr/>
    </dgm:pt>
    <dgm:pt modelId="{7E608227-D227-45EF-A151-A2B2EFEF96F2}" type="pres">
      <dgm:prSet presAssocID="{BFD1E6FE-B008-48FB-A1C6-1508A632E6B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2451409D-EA1B-4284-A1AE-C30716A35316}" type="pres">
      <dgm:prSet presAssocID="{BFD1E6FE-B008-48FB-A1C6-1508A632E6B8}" presName="spaceRect" presStyleCnt="0"/>
      <dgm:spPr/>
    </dgm:pt>
    <dgm:pt modelId="{88B6A7BB-BB14-456C-959F-D6A99CD58C62}" type="pres">
      <dgm:prSet presAssocID="{BFD1E6FE-B008-48FB-A1C6-1508A632E6B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2D407F25-FF5E-4928-B45D-BCD0685B2099}" srcId="{1BB64239-6A1B-4768-AB8F-E586ABB9292D}" destId="{8C6E1BBB-E14F-4F6F-93D0-BEEDA0F9C9A5}" srcOrd="0" destOrd="0" parTransId="{391BFCE4-FB57-42E7-A0F9-94BE9B8FAE0F}" sibTransId="{E1AE0CB5-2A8E-491A-BF9B-8BF063638B42}"/>
    <dgm:cxn modelId="{15598147-57A7-424E-9DBC-FAFEA4729CAD}" type="presOf" srcId="{1BB64239-6A1B-4768-AB8F-E586ABB9292D}" destId="{82FBEBC3-95B5-40AF-AB0D-E9EC7828BFC0}" srcOrd="0" destOrd="0" presId="urn:microsoft.com/office/officeart/2018/2/layout/IconVerticalSolidList"/>
    <dgm:cxn modelId="{89AA4CD5-1914-43FB-B199-D65445D03033}" type="presOf" srcId="{8C6E1BBB-E14F-4F6F-93D0-BEEDA0F9C9A5}" destId="{8E0DE15F-9F32-4358-9305-41A1E9D3ABD8}" srcOrd="0" destOrd="0" presId="urn:microsoft.com/office/officeart/2018/2/layout/IconVerticalSolidList"/>
    <dgm:cxn modelId="{7FE701E7-9A8A-416C-942E-DCC29F467A0A}" srcId="{1BB64239-6A1B-4768-AB8F-E586ABB9292D}" destId="{BFD1E6FE-B008-48FB-A1C6-1508A632E6B8}" srcOrd="1" destOrd="0" parTransId="{4728B10D-F739-4B44-A32A-CC0FC61AF39C}" sibTransId="{74702176-D08D-4E3D-8E46-DA67AA5FDE31}"/>
    <dgm:cxn modelId="{AE11D8F4-BEEE-4BB9-9953-F8A2B7518F62}" type="presOf" srcId="{BFD1E6FE-B008-48FB-A1C6-1508A632E6B8}" destId="{88B6A7BB-BB14-456C-959F-D6A99CD58C62}" srcOrd="0" destOrd="0" presId="urn:microsoft.com/office/officeart/2018/2/layout/IconVerticalSolidList"/>
    <dgm:cxn modelId="{D27F214C-7CA9-4CAB-9BE8-51EBE3F3EACA}" type="presParOf" srcId="{82FBEBC3-95B5-40AF-AB0D-E9EC7828BFC0}" destId="{082153D8-4BF0-4C3A-8826-A162E75EB21E}" srcOrd="0" destOrd="0" presId="urn:microsoft.com/office/officeart/2018/2/layout/IconVerticalSolidList"/>
    <dgm:cxn modelId="{B346CB70-81E1-4F9D-9285-48BBAEBCF794}" type="presParOf" srcId="{082153D8-4BF0-4C3A-8826-A162E75EB21E}" destId="{0E1ECFB9-6DEB-484D-A11B-48F7AB01E8D6}" srcOrd="0" destOrd="0" presId="urn:microsoft.com/office/officeart/2018/2/layout/IconVerticalSolidList"/>
    <dgm:cxn modelId="{B63D8CD2-DB7C-4404-A3E0-743EC669329B}" type="presParOf" srcId="{082153D8-4BF0-4C3A-8826-A162E75EB21E}" destId="{3B49007C-C7EC-4807-B2C5-C47609E7AA2A}" srcOrd="1" destOrd="0" presId="urn:microsoft.com/office/officeart/2018/2/layout/IconVerticalSolidList"/>
    <dgm:cxn modelId="{F3048160-29CE-4F2C-AF88-96B7E1A56D6E}" type="presParOf" srcId="{082153D8-4BF0-4C3A-8826-A162E75EB21E}" destId="{A3A3C372-A206-4912-8E99-8C0D4285D07F}" srcOrd="2" destOrd="0" presId="urn:microsoft.com/office/officeart/2018/2/layout/IconVerticalSolidList"/>
    <dgm:cxn modelId="{60B032F3-5925-4EFB-A1A2-EE5AAC571CB4}" type="presParOf" srcId="{082153D8-4BF0-4C3A-8826-A162E75EB21E}" destId="{8E0DE15F-9F32-4358-9305-41A1E9D3ABD8}" srcOrd="3" destOrd="0" presId="urn:microsoft.com/office/officeart/2018/2/layout/IconVerticalSolidList"/>
    <dgm:cxn modelId="{2E76D9CD-F701-48F6-88D4-899262BA15D0}" type="presParOf" srcId="{82FBEBC3-95B5-40AF-AB0D-E9EC7828BFC0}" destId="{52584313-02BD-4ED0-82B4-A384BE14024C}" srcOrd="1" destOrd="0" presId="urn:microsoft.com/office/officeart/2018/2/layout/IconVerticalSolidList"/>
    <dgm:cxn modelId="{9A865EA8-A6FF-45BB-93F7-4D9D52D1C3DD}" type="presParOf" srcId="{82FBEBC3-95B5-40AF-AB0D-E9EC7828BFC0}" destId="{FC1C8337-B0AF-482B-916D-E2DAAD694847}" srcOrd="2" destOrd="0" presId="urn:microsoft.com/office/officeart/2018/2/layout/IconVerticalSolidList"/>
    <dgm:cxn modelId="{01562749-5E92-4AC1-9B06-E13BAC4F628B}" type="presParOf" srcId="{FC1C8337-B0AF-482B-916D-E2DAAD694847}" destId="{7DF2A197-C5E9-4968-9635-FBC84E85DC38}" srcOrd="0" destOrd="0" presId="urn:microsoft.com/office/officeart/2018/2/layout/IconVerticalSolidList"/>
    <dgm:cxn modelId="{91C86CD3-6605-40A0-9072-2B669EA72334}" type="presParOf" srcId="{FC1C8337-B0AF-482B-916D-E2DAAD694847}" destId="{7E608227-D227-45EF-A151-A2B2EFEF96F2}" srcOrd="1" destOrd="0" presId="urn:microsoft.com/office/officeart/2018/2/layout/IconVerticalSolidList"/>
    <dgm:cxn modelId="{14BDADAB-E1AA-4E11-8EA6-0F4F0C2BEBCC}" type="presParOf" srcId="{FC1C8337-B0AF-482B-916D-E2DAAD694847}" destId="{2451409D-EA1B-4284-A1AE-C30716A35316}" srcOrd="2" destOrd="0" presId="urn:microsoft.com/office/officeart/2018/2/layout/IconVerticalSolidList"/>
    <dgm:cxn modelId="{FAAC7EE1-B8D2-4A1C-9D11-0B3524ECF86D}" type="presParOf" srcId="{FC1C8337-B0AF-482B-916D-E2DAAD694847}" destId="{88B6A7BB-BB14-456C-959F-D6A99CD58C6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1D89A78-6765-4DA3-B063-FF8D30E4BAF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0440EF6-9787-42C6-92D8-20437F2C9DC7}">
      <dgm:prSet/>
      <dgm:spPr/>
      <dgm:t>
        <a:bodyPr/>
        <a:lstStyle/>
        <a:p>
          <a:pPr>
            <a:defRPr b="1"/>
          </a:pPr>
          <a:r>
            <a:rPr lang="en-GB" b="1"/>
            <a:t>What Went Well:</a:t>
          </a:r>
          <a:endParaRPr lang="en-US"/>
        </a:p>
      </dgm:t>
    </dgm:pt>
    <dgm:pt modelId="{9117BCA2-B88A-45C9-B61A-0ACF4B82C4B0}" type="parTrans" cxnId="{1F638686-E011-4695-8F10-91048A085C92}">
      <dgm:prSet/>
      <dgm:spPr/>
      <dgm:t>
        <a:bodyPr/>
        <a:lstStyle/>
        <a:p>
          <a:endParaRPr lang="en-US"/>
        </a:p>
      </dgm:t>
    </dgm:pt>
    <dgm:pt modelId="{596A8705-7A42-4413-8E29-E640DD6D3310}" type="sibTrans" cxnId="{1F638686-E011-4695-8F10-91048A085C92}">
      <dgm:prSet/>
      <dgm:spPr/>
      <dgm:t>
        <a:bodyPr/>
        <a:lstStyle/>
        <a:p>
          <a:endParaRPr lang="en-US"/>
        </a:p>
      </dgm:t>
    </dgm:pt>
    <dgm:pt modelId="{3EEA8C47-67E9-466D-9EC7-10A1AA99FEC3}">
      <dgm:prSet/>
      <dgm:spPr/>
      <dgm:t>
        <a:bodyPr/>
        <a:lstStyle/>
        <a:p>
          <a:r>
            <a:rPr lang="en-GB"/>
            <a:t>Celebrate successes from the team and the members collaboration.</a:t>
          </a:r>
          <a:endParaRPr lang="en-US"/>
        </a:p>
      </dgm:t>
    </dgm:pt>
    <dgm:pt modelId="{AABB7AA9-A793-4FD4-9B29-681350BD8069}" type="parTrans" cxnId="{A2032B64-1FDE-4A61-8AA0-04E0CA18E7B5}">
      <dgm:prSet/>
      <dgm:spPr/>
      <dgm:t>
        <a:bodyPr/>
        <a:lstStyle/>
        <a:p>
          <a:endParaRPr lang="en-US"/>
        </a:p>
      </dgm:t>
    </dgm:pt>
    <dgm:pt modelId="{DCAB193F-41EC-4194-979A-12BF6DEC697F}" type="sibTrans" cxnId="{A2032B64-1FDE-4A61-8AA0-04E0CA18E7B5}">
      <dgm:prSet/>
      <dgm:spPr/>
      <dgm:t>
        <a:bodyPr/>
        <a:lstStyle/>
        <a:p>
          <a:endParaRPr lang="en-US"/>
        </a:p>
      </dgm:t>
    </dgm:pt>
    <dgm:pt modelId="{609454E5-393F-428C-8C7D-8256069FC4D1}">
      <dgm:prSet/>
      <dgm:spPr/>
      <dgm:t>
        <a:bodyPr/>
        <a:lstStyle/>
        <a:p>
          <a:pPr>
            <a:defRPr b="1"/>
          </a:pPr>
          <a:r>
            <a:rPr lang="en-GB" b="1"/>
            <a:t>Challenges:</a:t>
          </a:r>
          <a:endParaRPr lang="en-US"/>
        </a:p>
      </dgm:t>
    </dgm:pt>
    <dgm:pt modelId="{D420CF5D-2DF9-4A73-8E84-4363C0537FB1}" type="parTrans" cxnId="{73A8195C-CD95-4ACB-B47E-435F8C532CA3}">
      <dgm:prSet/>
      <dgm:spPr/>
      <dgm:t>
        <a:bodyPr/>
        <a:lstStyle/>
        <a:p>
          <a:endParaRPr lang="en-US"/>
        </a:p>
      </dgm:t>
    </dgm:pt>
    <dgm:pt modelId="{B1BB4457-EAE9-470E-B596-87234DEF5FFA}" type="sibTrans" cxnId="{73A8195C-CD95-4ACB-B47E-435F8C532CA3}">
      <dgm:prSet/>
      <dgm:spPr/>
      <dgm:t>
        <a:bodyPr/>
        <a:lstStyle/>
        <a:p>
          <a:endParaRPr lang="en-US"/>
        </a:p>
      </dgm:t>
    </dgm:pt>
    <dgm:pt modelId="{D9243E77-F218-469B-B6F1-D374CA551A5A}">
      <dgm:prSet/>
      <dgm:spPr/>
      <dgm:t>
        <a:bodyPr/>
        <a:lstStyle/>
        <a:p>
          <a:r>
            <a:rPr lang="en-GB"/>
            <a:t>Obstacles and challenges encountered and identify the root causes </a:t>
          </a:r>
          <a:endParaRPr lang="en-US"/>
        </a:p>
      </dgm:t>
    </dgm:pt>
    <dgm:pt modelId="{1E0C8AB6-5671-4D50-BAB3-31329AD5A829}" type="parTrans" cxnId="{784628C2-2B73-44D2-AD78-6B51CB4AA67F}">
      <dgm:prSet/>
      <dgm:spPr/>
      <dgm:t>
        <a:bodyPr/>
        <a:lstStyle/>
        <a:p>
          <a:endParaRPr lang="en-US"/>
        </a:p>
      </dgm:t>
    </dgm:pt>
    <dgm:pt modelId="{F309A2C0-C03E-4ADB-A36B-568F9BE61547}" type="sibTrans" cxnId="{784628C2-2B73-44D2-AD78-6B51CB4AA67F}">
      <dgm:prSet/>
      <dgm:spPr/>
      <dgm:t>
        <a:bodyPr/>
        <a:lstStyle/>
        <a:p>
          <a:endParaRPr lang="en-US"/>
        </a:p>
      </dgm:t>
    </dgm:pt>
    <dgm:pt modelId="{55F73BD8-282B-4F20-AC1B-13961C88EC81}">
      <dgm:prSet/>
      <dgm:spPr/>
      <dgm:t>
        <a:bodyPr/>
        <a:lstStyle/>
        <a:p>
          <a:pPr>
            <a:defRPr b="1"/>
          </a:pPr>
          <a:r>
            <a:rPr lang="en-GB" b="1"/>
            <a:t>Improvement:</a:t>
          </a:r>
          <a:endParaRPr lang="en-US"/>
        </a:p>
      </dgm:t>
    </dgm:pt>
    <dgm:pt modelId="{29BC099B-79C7-4D98-96E1-5B4D4302C674}" type="parTrans" cxnId="{A4CAEB5A-388E-4248-AB2D-0B8D3A72B9D0}">
      <dgm:prSet/>
      <dgm:spPr/>
      <dgm:t>
        <a:bodyPr/>
        <a:lstStyle/>
        <a:p>
          <a:endParaRPr lang="en-US"/>
        </a:p>
      </dgm:t>
    </dgm:pt>
    <dgm:pt modelId="{F0037756-FE2D-4E90-A238-E13724133EC8}" type="sibTrans" cxnId="{A4CAEB5A-388E-4248-AB2D-0B8D3A72B9D0}">
      <dgm:prSet/>
      <dgm:spPr/>
      <dgm:t>
        <a:bodyPr/>
        <a:lstStyle/>
        <a:p>
          <a:endParaRPr lang="en-US"/>
        </a:p>
      </dgm:t>
    </dgm:pt>
    <dgm:pt modelId="{B5C0C055-C065-4D3A-AB83-F04245E814FA}">
      <dgm:prSet/>
      <dgm:spPr/>
      <dgm:t>
        <a:bodyPr/>
        <a:lstStyle/>
        <a:p>
          <a:r>
            <a:rPr lang="en-GB"/>
            <a:t>Explore areas for improvement and solutions to enhance efficiency.</a:t>
          </a:r>
          <a:endParaRPr lang="en-US"/>
        </a:p>
      </dgm:t>
    </dgm:pt>
    <dgm:pt modelId="{12232A56-6D91-4C5F-9E2C-950788DC2DBB}" type="parTrans" cxnId="{C08779B0-C3DA-4805-BDA0-1F67D73BACAC}">
      <dgm:prSet/>
      <dgm:spPr/>
      <dgm:t>
        <a:bodyPr/>
        <a:lstStyle/>
        <a:p>
          <a:endParaRPr lang="en-US"/>
        </a:p>
      </dgm:t>
    </dgm:pt>
    <dgm:pt modelId="{0FE84FF7-BA9D-47E4-AFCD-E1CB5CA7E7DB}" type="sibTrans" cxnId="{C08779B0-C3DA-4805-BDA0-1F67D73BACAC}">
      <dgm:prSet/>
      <dgm:spPr/>
      <dgm:t>
        <a:bodyPr/>
        <a:lstStyle/>
        <a:p>
          <a:endParaRPr lang="en-US"/>
        </a:p>
      </dgm:t>
    </dgm:pt>
    <dgm:pt modelId="{C87B4204-7C71-4F33-8A1A-EA6947305931}">
      <dgm:prSet/>
      <dgm:spPr/>
      <dgm:t>
        <a:bodyPr/>
        <a:lstStyle/>
        <a:p>
          <a:pPr>
            <a:defRPr b="1"/>
          </a:pPr>
          <a:r>
            <a:rPr lang="en-GB" b="1"/>
            <a:t>Communication:</a:t>
          </a:r>
          <a:endParaRPr lang="en-US"/>
        </a:p>
      </dgm:t>
    </dgm:pt>
    <dgm:pt modelId="{D657A086-FE25-4434-AEA3-A71330ED3422}" type="parTrans" cxnId="{A20C8E86-2BD4-4C4A-BBD5-776C28B7593F}">
      <dgm:prSet/>
      <dgm:spPr/>
      <dgm:t>
        <a:bodyPr/>
        <a:lstStyle/>
        <a:p>
          <a:endParaRPr lang="en-US"/>
        </a:p>
      </dgm:t>
    </dgm:pt>
    <dgm:pt modelId="{012BC9A2-546E-4AD2-9267-EE3BB782802C}" type="sibTrans" cxnId="{A20C8E86-2BD4-4C4A-BBD5-776C28B7593F}">
      <dgm:prSet/>
      <dgm:spPr/>
      <dgm:t>
        <a:bodyPr/>
        <a:lstStyle/>
        <a:p>
          <a:endParaRPr lang="en-US"/>
        </a:p>
      </dgm:t>
    </dgm:pt>
    <dgm:pt modelId="{D95E1424-353C-4228-B47F-7291EE02D3B0}">
      <dgm:prSet/>
      <dgm:spPr/>
      <dgm:t>
        <a:bodyPr/>
        <a:lstStyle/>
        <a:p>
          <a:r>
            <a:rPr lang="en-GB"/>
            <a:t>Evaluate communication within the team and with stakeholders and any breakdowns </a:t>
          </a:r>
          <a:endParaRPr lang="en-US"/>
        </a:p>
      </dgm:t>
    </dgm:pt>
    <dgm:pt modelId="{41454C1E-99F1-49FC-A373-1229EEE096DE}" type="parTrans" cxnId="{4D24C50C-2970-41C1-8D5C-8E0D9BD5A179}">
      <dgm:prSet/>
      <dgm:spPr/>
      <dgm:t>
        <a:bodyPr/>
        <a:lstStyle/>
        <a:p>
          <a:endParaRPr lang="en-US"/>
        </a:p>
      </dgm:t>
    </dgm:pt>
    <dgm:pt modelId="{496AC185-A14D-4B25-8850-342C24AEF655}" type="sibTrans" cxnId="{4D24C50C-2970-41C1-8D5C-8E0D9BD5A179}">
      <dgm:prSet/>
      <dgm:spPr/>
      <dgm:t>
        <a:bodyPr/>
        <a:lstStyle/>
        <a:p>
          <a:endParaRPr lang="en-US"/>
        </a:p>
      </dgm:t>
    </dgm:pt>
    <dgm:pt modelId="{B2AB53FA-95EF-4E37-96A7-6679927DF4AD}" type="pres">
      <dgm:prSet presAssocID="{41D89A78-6765-4DA3-B063-FF8D30E4BAF8}" presName="root" presStyleCnt="0">
        <dgm:presLayoutVars>
          <dgm:dir/>
          <dgm:resizeHandles val="exact"/>
        </dgm:presLayoutVars>
      </dgm:prSet>
      <dgm:spPr/>
    </dgm:pt>
    <dgm:pt modelId="{8805B99B-B3D3-4D69-9CE0-2095AFBB2C5F}" type="pres">
      <dgm:prSet presAssocID="{60440EF6-9787-42C6-92D8-20437F2C9DC7}" presName="compNode" presStyleCnt="0"/>
      <dgm:spPr/>
    </dgm:pt>
    <dgm:pt modelId="{0E1875D7-3EE7-4D28-881F-9F0A6F20E23A}" type="pres">
      <dgm:prSet presAssocID="{60440EF6-9787-42C6-92D8-20437F2C9DC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Success"/>
        </a:ext>
      </dgm:extLst>
    </dgm:pt>
    <dgm:pt modelId="{8F24F2DB-FAE3-4AB2-B4EC-272A21A0451B}" type="pres">
      <dgm:prSet presAssocID="{60440EF6-9787-42C6-92D8-20437F2C9DC7}" presName="iconSpace" presStyleCnt="0"/>
      <dgm:spPr/>
    </dgm:pt>
    <dgm:pt modelId="{243272F1-03DD-413A-98D7-2820C49F63ED}" type="pres">
      <dgm:prSet presAssocID="{60440EF6-9787-42C6-92D8-20437F2C9DC7}" presName="parTx" presStyleLbl="revTx" presStyleIdx="0" presStyleCnt="8">
        <dgm:presLayoutVars>
          <dgm:chMax val="0"/>
          <dgm:chPref val="0"/>
        </dgm:presLayoutVars>
      </dgm:prSet>
      <dgm:spPr/>
    </dgm:pt>
    <dgm:pt modelId="{F8249D54-579A-4DA6-9CE8-70D294CBF4F0}" type="pres">
      <dgm:prSet presAssocID="{60440EF6-9787-42C6-92D8-20437F2C9DC7}" presName="txSpace" presStyleCnt="0"/>
      <dgm:spPr/>
    </dgm:pt>
    <dgm:pt modelId="{8F5A4604-81A2-484B-92C2-F3AE10AD3701}" type="pres">
      <dgm:prSet presAssocID="{60440EF6-9787-42C6-92D8-20437F2C9DC7}" presName="desTx" presStyleLbl="revTx" presStyleIdx="1" presStyleCnt="8">
        <dgm:presLayoutVars/>
      </dgm:prSet>
      <dgm:spPr/>
    </dgm:pt>
    <dgm:pt modelId="{E3281F40-AE8E-4DD3-9641-1F88A33C608D}" type="pres">
      <dgm:prSet presAssocID="{596A8705-7A42-4413-8E29-E640DD6D3310}" presName="sibTrans" presStyleCnt="0"/>
      <dgm:spPr/>
    </dgm:pt>
    <dgm:pt modelId="{99ABE94B-F21D-4376-9402-A98DA4833528}" type="pres">
      <dgm:prSet presAssocID="{609454E5-393F-428C-8C7D-8256069FC4D1}" presName="compNode" presStyleCnt="0"/>
      <dgm:spPr/>
    </dgm:pt>
    <dgm:pt modelId="{C96A200E-F168-44A5-B70D-A35CBA651696}" type="pres">
      <dgm:prSet presAssocID="{609454E5-393F-428C-8C7D-8256069FC4D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A4964A2F-0B68-4599-BCCD-2ACF5EF401D2}" type="pres">
      <dgm:prSet presAssocID="{609454E5-393F-428C-8C7D-8256069FC4D1}" presName="iconSpace" presStyleCnt="0"/>
      <dgm:spPr/>
    </dgm:pt>
    <dgm:pt modelId="{0914BBED-187F-4884-84A2-FFBD90590AE7}" type="pres">
      <dgm:prSet presAssocID="{609454E5-393F-428C-8C7D-8256069FC4D1}" presName="parTx" presStyleLbl="revTx" presStyleIdx="2" presStyleCnt="8">
        <dgm:presLayoutVars>
          <dgm:chMax val="0"/>
          <dgm:chPref val="0"/>
        </dgm:presLayoutVars>
      </dgm:prSet>
      <dgm:spPr/>
    </dgm:pt>
    <dgm:pt modelId="{34A4C51A-7D80-4DD9-9EDA-639A3FFF9E41}" type="pres">
      <dgm:prSet presAssocID="{609454E5-393F-428C-8C7D-8256069FC4D1}" presName="txSpace" presStyleCnt="0"/>
      <dgm:spPr/>
    </dgm:pt>
    <dgm:pt modelId="{DDBD5E94-B412-4137-B840-858DE83C1717}" type="pres">
      <dgm:prSet presAssocID="{609454E5-393F-428C-8C7D-8256069FC4D1}" presName="desTx" presStyleLbl="revTx" presStyleIdx="3" presStyleCnt="8">
        <dgm:presLayoutVars/>
      </dgm:prSet>
      <dgm:spPr/>
    </dgm:pt>
    <dgm:pt modelId="{BC702C24-D234-4076-BBED-61A0C90B5A09}" type="pres">
      <dgm:prSet presAssocID="{B1BB4457-EAE9-470E-B596-87234DEF5FFA}" presName="sibTrans" presStyleCnt="0"/>
      <dgm:spPr/>
    </dgm:pt>
    <dgm:pt modelId="{746BFCE1-8DA8-465B-B0F5-E90D45FEFBC2}" type="pres">
      <dgm:prSet presAssocID="{55F73BD8-282B-4F20-AC1B-13961C88EC81}" presName="compNode" presStyleCnt="0"/>
      <dgm:spPr/>
    </dgm:pt>
    <dgm:pt modelId="{8E3B1669-316C-4A28-A8AB-8F1D3B3A1A7E}" type="pres">
      <dgm:prSet presAssocID="{55F73BD8-282B-4F20-AC1B-13961C88EC8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5C1E29A5-C8D7-4285-8C13-34FF8BB2992D}" type="pres">
      <dgm:prSet presAssocID="{55F73BD8-282B-4F20-AC1B-13961C88EC81}" presName="iconSpace" presStyleCnt="0"/>
      <dgm:spPr/>
    </dgm:pt>
    <dgm:pt modelId="{3DB61F61-23D0-4124-9BD7-7B86AE4FF26C}" type="pres">
      <dgm:prSet presAssocID="{55F73BD8-282B-4F20-AC1B-13961C88EC81}" presName="parTx" presStyleLbl="revTx" presStyleIdx="4" presStyleCnt="8">
        <dgm:presLayoutVars>
          <dgm:chMax val="0"/>
          <dgm:chPref val="0"/>
        </dgm:presLayoutVars>
      </dgm:prSet>
      <dgm:spPr/>
    </dgm:pt>
    <dgm:pt modelId="{0ECCB88B-16E5-4A5D-AF4B-19B75A3DADBA}" type="pres">
      <dgm:prSet presAssocID="{55F73BD8-282B-4F20-AC1B-13961C88EC81}" presName="txSpace" presStyleCnt="0"/>
      <dgm:spPr/>
    </dgm:pt>
    <dgm:pt modelId="{77244B63-66D2-4CB1-B825-14E7498084D3}" type="pres">
      <dgm:prSet presAssocID="{55F73BD8-282B-4F20-AC1B-13961C88EC81}" presName="desTx" presStyleLbl="revTx" presStyleIdx="5" presStyleCnt="8">
        <dgm:presLayoutVars/>
      </dgm:prSet>
      <dgm:spPr/>
    </dgm:pt>
    <dgm:pt modelId="{85FA0E2C-DAEC-43E1-AA57-FF99D7D9FD0C}" type="pres">
      <dgm:prSet presAssocID="{F0037756-FE2D-4E90-A238-E13724133EC8}" presName="sibTrans" presStyleCnt="0"/>
      <dgm:spPr/>
    </dgm:pt>
    <dgm:pt modelId="{852A49E2-8CFD-45BC-9046-BF5F0453F034}" type="pres">
      <dgm:prSet presAssocID="{C87B4204-7C71-4F33-8A1A-EA6947305931}" presName="compNode" presStyleCnt="0"/>
      <dgm:spPr/>
    </dgm:pt>
    <dgm:pt modelId="{DF0FD94C-CCEE-4C4D-BF5D-A921DB0BA405}" type="pres">
      <dgm:prSet presAssocID="{C87B4204-7C71-4F33-8A1A-EA694730593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ard Room"/>
        </a:ext>
      </dgm:extLst>
    </dgm:pt>
    <dgm:pt modelId="{8589952F-B5BB-4500-B48C-BCCC0C411F92}" type="pres">
      <dgm:prSet presAssocID="{C87B4204-7C71-4F33-8A1A-EA6947305931}" presName="iconSpace" presStyleCnt="0"/>
      <dgm:spPr/>
    </dgm:pt>
    <dgm:pt modelId="{E3C03F43-3197-4A01-9442-D5A4475DF5CF}" type="pres">
      <dgm:prSet presAssocID="{C87B4204-7C71-4F33-8A1A-EA6947305931}" presName="parTx" presStyleLbl="revTx" presStyleIdx="6" presStyleCnt="8">
        <dgm:presLayoutVars>
          <dgm:chMax val="0"/>
          <dgm:chPref val="0"/>
        </dgm:presLayoutVars>
      </dgm:prSet>
      <dgm:spPr/>
    </dgm:pt>
    <dgm:pt modelId="{05909080-AF7A-4338-AC84-4A94C3BA47D8}" type="pres">
      <dgm:prSet presAssocID="{C87B4204-7C71-4F33-8A1A-EA6947305931}" presName="txSpace" presStyleCnt="0"/>
      <dgm:spPr/>
    </dgm:pt>
    <dgm:pt modelId="{88214BB1-75C7-47C4-AD98-85C361629151}" type="pres">
      <dgm:prSet presAssocID="{C87B4204-7C71-4F33-8A1A-EA6947305931}" presName="desTx" presStyleLbl="revTx" presStyleIdx="7" presStyleCnt="8">
        <dgm:presLayoutVars/>
      </dgm:prSet>
      <dgm:spPr/>
    </dgm:pt>
  </dgm:ptLst>
  <dgm:cxnLst>
    <dgm:cxn modelId="{4D24C50C-2970-41C1-8D5C-8E0D9BD5A179}" srcId="{C87B4204-7C71-4F33-8A1A-EA6947305931}" destId="{D95E1424-353C-4228-B47F-7291EE02D3B0}" srcOrd="0" destOrd="0" parTransId="{41454C1E-99F1-49FC-A373-1229EEE096DE}" sibTransId="{496AC185-A14D-4B25-8850-342C24AEF655}"/>
    <dgm:cxn modelId="{0F703C17-7ED3-4C08-80A7-E1BCB87BDC3C}" type="presOf" srcId="{D9243E77-F218-469B-B6F1-D374CA551A5A}" destId="{DDBD5E94-B412-4137-B840-858DE83C1717}" srcOrd="0" destOrd="0" presId="urn:microsoft.com/office/officeart/2018/5/layout/CenteredIconLabelDescriptionList"/>
    <dgm:cxn modelId="{E47D5324-A51E-4029-B401-A8C263A62B68}" type="presOf" srcId="{41D89A78-6765-4DA3-B063-FF8D30E4BAF8}" destId="{B2AB53FA-95EF-4E37-96A7-6679927DF4AD}" srcOrd="0" destOrd="0" presId="urn:microsoft.com/office/officeart/2018/5/layout/CenteredIconLabelDescriptionList"/>
    <dgm:cxn modelId="{1B2B6A3E-4A93-4A89-A29C-A33780474034}" type="presOf" srcId="{60440EF6-9787-42C6-92D8-20437F2C9DC7}" destId="{243272F1-03DD-413A-98D7-2820C49F63ED}" srcOrd="0" destOrd="0" presId="urn:microsoft.com/office/officeart/2018/5/layout/CenteredIconLabelDescriptionList"/>
    <dgm:cxn modelId="{73A8195C-CD95-4ACB-B47E-435F8C532CA3}" srcId="{41D89A78-6765-4DA3-B063-FF8D30E4BAF8}" destId="{609454E5-393F-428C-8C7D-8256069FC4D1}" srcOrd="1" destOrd="0" parTransId="{D420CF5D-2DF9-4A73-8E84-4363C0537FB1}" sibTransId="{B1BB4457-EAE9-470E-B596-87234DEF5FFA}"/>
    <dgm:cxn modelId="{A2032B64-1FDE-4A61-8AA0-04E0CA18E7B5}" srcId="{60440EF6-9787-42C6-92D8-20437F2C9DC7}" destId="{3EEA8C47-67E9-466D-9EC7-10A1AA99FEC3}" srcOrd="0" destOrd="0" parTransId="{AABB7AA9-A793-4FD4-9B29-681350BD8069}" sibTransId="{DCAB193F-41EC-4194-979A-12BF6DEC697F}"/>
    <dgm:cxn modelId="{7F8D214C-A7F4-4461-9251-39E2F1C070BE}" type="presOf" srcId="{C87B4204-7C71-4F33-8A1A-EA6947305931}" destId="{E3C03F43-3197-4A01-9442-D5A4475DF5CF}" srcOrd="0" destOrd="0" presId="urn:microsoft.com/office/officeart/2018/5/layout/CenteredIconLabelDescriptionList"/>
    <dgm:cxn modelId="{A4CAEB5A-388E-4248-AB2D-0B8D3A72B9D0}" srcId="{41D89A78-6765-4DA3-B063-FF8D30E4BAF8}" destId="{55F73BD8-282B-4F20-AC1B-13961C88EC81}" srcOrd="2" destOrd="0" parTransId="{29BC099B-79C7-4D98-96E1-5B4D4302C674}" sibTransId="{F0037756-FE2D-4E90-A238-E13724133EC8}"/>
    <dgm:cxn modelId="{B2929B7F-A468-43F9-A63C-0C25BC742FB9}" type="presOf" srcId="{B5C0C055-C065-4D3A-AB83-F04245E814FA}" destId="{77244B63-66D2-4CB1-B825-14E7498084D3}" srcOrd="0" destOrd="0" presId="urn:microsoft.com/office/officeart/2018/5/layout/CenteredIconLabelDescriptionList"/>
    <dgm:cxn modelId="{1F638686-E011-4695-8F10-91048A085C92}" srcId="{41D89A78-6765-4DA3-B063-FF8D30E4BAF8}" destId="{60440EF6-9787-42C6-92D8-20437F2C9DC7}" srcOrd="0" destOrd="0" parTransId="{9117BCA2-B88A-45C9-B61A-0ACF4B82C4B0}" sibTransId="{596A8705-7A42-4413-8E29-E640DD6D3310}"/>
    <dgm:cxn modelId="{A20C8E86-2BD4-4C4A-BBD5-776C28B7593F}" srcId="{41D89A78-6765-4DA3-B063-FF8D30E4BAF8}" destId="{C87B4204-7C71-4F33-8A1A-EA6947305931}" srcOrd="3" destOrd="0" parTransId="{D657A086-FE25-4434-AEA3-A71330ED3422}" sibTransId="{012BC9A2-546E-4AD2-9267-EE3BB782802C}"/>
    <dgm:cxn modelId="{4927A68B-949E-4CF8-B856-82CC201B49A7}" type="presOf" srcId="{D95E1424-353C-4228-B47F-7291EE02D3B0}" destId="{88214BB1-75C7-47C4-AD98-85C361629151}" srcOrd="0" destOrd="0" presId="urn:microsoft.com/office/officeart/2018/5/layout/CenteredIconLabelDescriptionList"/>
    <dgm:cxn modelId="{C08779B0-C3DA-4805-BDA0-1F67D73BACAC}" srcId="{55F73BD8-282B-4F20-AC1B-13961C88EC81}" destId="{B5C0C055-C065-4D3A-AB83-F04245E814FA}" srcOrd="0" destOrd="0" parTransId="{12232A56-6D91-4C5F-9E2C-950788DC2DBB}" sibTransId="{0FE84FF7-BA9D-47E4-AFCD-E1CB5CA7E7DB}"/>
    <dgm:cxn modelId="{DD7470B3-F115-4E5B-833D-216128AF8CF4}" type="presOf" srcId="{55F73BD8-282B-4F20-AC1B-13961C88EC81}" destId="{3DB61F61-23D0-4124-9BD7-7B86AE4FF26C}" srcOrd="0" destOrd="0" presId="urn:microsoft.com/office/officeart/2018/5/layout/CenteredIconLabelDescriptionList"/>
    <dgm:cxn modelId="{784628C2-2B73-44D2-AD78-6B51CB4AA67F}" srcId="{609454E5-393F-428C-8C7D-8256069FC4D1}" destId="{D9243E77-F218-469B-B6F1-D374CA551A5A}" srcOrd="0" destOrd="0" parTransId="{1E0C8AB6-5671-4D50-BAB3-31329AD5A829}" sibTransId="{F309A2C0-C03E-4ADB-A36B-568F9BE61547}"/>
    <dgm:cxn modelId="{B4C313DF-B5F9-499D-ABC1-3B28E0F77F6E}" type="presOf" srcId="{3EEA8C47-67E9-466D-9EC7-10A1AA99FEC3}" destId="{8F5A4604-81A2-484B-92C2-F3AE10AD3701}" srcOrd="0" destOrd="0" presId="urn:microsoft.com/office/officeart/2018/5/layout/CenteredIconLabelDescriptionList"/>
    <dgm:cxn modelId="{712925E3-3927-4B7D-8668-BB71B51F0CE3}" type="presOf" srcId="{609454E5-393F-428C-8C7D-8256069FC4D1}" destId="{0914BBED-187F-4884-84A2-FFBD90590AE7}" srcOrd="0" destOrd="0" presId="urn:microsoft.com/office/officeart/2018/5/layout/CenteredIconLabelDescriptionList"/>
    <dgm:cxn modelId="{92CA4BD8-FE2F-4B60-868F-CC8721C5137D}" type="presParOf" srcId="{B2AB53FA-95EF-4E37-96A7-6679927DF4AD}" destId="{8805B99B-B3D3-4D69-9CE0-2095AFBB2C5F}" srcOrd="0" destOrd="0" presId="urn:microsoft.com/office/officeart/2018/5/layout/CenteredIconLabelDescriptionList"/>
    <dgm:cxn modelId="{2339F1CF-667B-4622-8A02-95DC2CBCC9E2}" type="presParOf" srcId="{8805B99B-B3D3-4D69-9CE0-2095AFBB2C5F}" destId="{0E1875D7-3EE7-4D28-881F-9F0A6F20E23A}" srcOrd="0" destOrd="0" presId="urn:microsoft.com/office/officeart/2018/5/layout/CenteredIconLabelDescriptionList"/>
    <dgm:cxn modelId="{F8B532AD-37E8-4601-B4B3-8187C1030624}" type="presParOf" srcId="{8805B99B-B3D3-4D69-9CE0-2095AFBB2C5F}" destId="{8F24F2DB-FAE3-4AB2-B4EC-272A21A0451B}" srcOrd="1" destOrd="0" presId="urn:microsoft.com/office/officeart/2018/5/layout/CenteredIconLabelDescriptionList"/>
    <dgm:cxn modelId="{2D67A9D8-E374-4BFB-BFD5-640B12A5A816}" type="presParOf" srcId="{8805B99B-B3D3-4D69-9CE0-2095AFBB2C5F}" destId="{243272F1-03DD-413A-98D7-2820C49F63ED}" srcOrd="2" destOrd="0" presId="urn:microsoft.com/office/officeart/2018/5/layout/CenteredIconLabelDescriptionList"/>
    <dgm:cxn modelId="{1BCB1D01-9D21-437F-ABAE-3E6107897A85}" type="presParOf" srcId="{8805B99B-B3D3-4D69-9CE0-2095AFBB2C5F}" destId="{F8249D54-579A-4DA6-9CE8-70D294CBF4F0}" srcOrd="3" destOrd="0" presId="urn:microsoft.com/office/officeart/2018/5/layout/CenteredIconLabelDescriptionList"/>
    <dgm:cxn modelId="{1A6F4CBA-DA23-4D05-B3EE-6D04BB83CE40}" type="presParOf" srcId="{8805B99B-B3D3-4D69-9CE0-2095AFBB2C5F}" destId="{8F5A4604-81A2-484B-92C2-F3AE10AD3701}" srcOrd="4" destOrd="0" presId="urn:microsoft.com/office/officeart/2018/5/layout/CenteredIconLabelDescriptionList"/>
    <dgm:cxn modelId="{0B89A400-3009-491F-A708-04FD8D0B0410}" type="presParOf" srcId="{B2AB53FA-95EF-4E37-96A7-6679927DF4AD}" destId="{E3281F40-AE8E-4DD3-9641-1F88A33C608D}" srcOrd="1" destOrd="0" presId="urn:microsoft.com/office/officeart/2018/5/layout/CenteredIconLabelDescriptionList"/>
    <dgm:cxn modelId="{01DBBB0E-C9B3-4759-89ED-4B8D65A98171}" type="presParOf" srcId="{B2AB53FA-95EF-4E37-96A7-6679927DF4AD}" destId="{99ABE94B-F21D-4376-9402-A98DA4833528}" srcOrd="2" destOrd="0" presId="urn:microsoft.com/office/officeart/2018/5/layout/CenteredIconLabelDescriptionList"/>
    <dgm:cxn modelId="{2D22E642-5D0A-4289-BBCD-35969D75DE4F}" type="presParOf" srcId="{99ABE94B-F21D-4376-9402-A98DA4833528}" destId="{C96A200E-F168-44A5-B70D-A35CBA651696}" srcOrd="0" destOrd="0" presId="urn:microsoft.com/office/officeart/2018/5/layout/CenteredIconLabelDescriptionList"/>
    <dgm:cxn modelId="{5EE43E6B-6BAF-4B87-8FF3-470B7DADA236}" type="presParOf" srcId="{99ABE94B-F21D-4376-9402-A98DA4833528}" destId="{A4964A2F-0B68-4599-BCCD-2ACF5EF401D2}" srcOrd="1" destOrd="0" presId="urn:microsoft.com/office/officeart/2018/5/layout/CenteredIconLabelDescriptionList"/>
    <dgm:cxn modelId="{143421FE-7A53-48AA-82D5-F3C2E1741D29}" type="presParOf" srcId="{99ABE94B-F21D-4376-9402-A98DA4833528}" destId="{0914BBED-187F-4884-84A2-FFBD90590AE7}" srcOrd="2" destOrd="0" presId="urn:microsoft.com/office/officeart/2018/5/layout/CenteredIconLabelDescriptionList"/>
    <dgm:cxn modelId="{4AEEFCB2-6BB5-4839-8806-22EC1116CDE7}" type="presParOf" srcId="{99ABE94B-F21D-4376-9402-A98DA4833528}" destId="{34A4C51A-7D80-4DD9-9EDA-639A3FFF9E41}" srcOrd="3" destOrd="0" presId="urn:microsoft.com/office/officeart/2018/5/layout/CenteredIconLabelDescriptionList"/>
    <dgm:cxn modelId="{8FFFF79F-9955-4678-A6DE-2033262BD353}" type="presParOf" srcId="{99ABE94B-F21D-4376-9402-A98DA4833528}" destId="{DDBD5E94-B412-4137-B840-858DE83C1717}" srcOrd="4" destOrd="0" presId="urn:microsoft.com/office/officeart/2018/5/layout/CenteredIconLabelDescriptionList"/>
    <dgm:cxn modelId="{753780B5-5C1D-4411-88DA-D1641B5F6BBF}" type="presParOf" srcId="{B2AB53FA-95EF-4E37-96A7-6679927DF4AD}" destId="{BC702C24-D234-4076-BBED-61A0C90B5A09}" srcOrd="3" destOrd="0" presId="urn:microsoft.com/office/officeart/2018/5/layout/CenteredIconLabelDescriptionList"/>
    <dgm:cxn modelId="{97DB4237-7BC2-4E81-9FA6-C55C4521C588}" type="presParOf" srcId="{B2AB53FA-95EF-4E37-96A7-6679927DF4AD}" destId="{746BFCE1-8DA8-465B-B0F5-E90D45FEFBC2}" srcOrd="4" destOrd="0" presId="urn:microsoft.com/office/officeart/2018/5/layout/CenteredIconLabelDescriptionList"/>
    <dgm:cxn modelId="{911F0AB5-EB7E-4B39-B878-59C079F16E44}" type="presParOf" srcId="{746BFCE1-8DA8-465B-B0F5-E90D45FEFBC2}" destId="{8E3B1669-316C-4A28-A8AB-8F1D3B3A1A7E}" srcOrd="0" destOrd="0" presId="urn:microsoft.com/office/officeart/2018/5/layout/CenteredIconLabelDescriptionList"/>
    <dgm:cxn modelId="{0FF5F4EB-A600-4DC7-B05B-F19B4AC2CAC5}" type="presParOf" srcId="{746BFCE1-8DA8-465B-B0F5-E90D45FEFBC2}" destId="{5C1E29A5-C8D7-4285-8C13-34FF8BB2992D}" srcOrd="1" destOrd="0" presId="urn:microsoft.com/office/officeart/2018/5/layout/CenteredIconLabelDescriptionList"/>
    <dgm:cxn modelId="{ED4CA4CD-9E0E-4140-B525-F7B479A6C858}" type="presParOf" srcId="{746BFCE1-8DA8-465B-B0F5-E90D45FEFBC2}" destId="{3DB61F61-23D0-4124-9BD7-7B86AE4FF26C}" srcOrd="2" destOrd="0" presId="urn:microsoft.com/office/officeart/2018/5/layout/CenteredIconLabelDescriptionList"/>
    <dgm:cxn modelId="{90BA276B-6411-42AA-9E27-742D6F677E68}" type="presParOf" srcId="{746BFCE1-8DA8-465B-B0F5-E90D45FEFBC2}" destId="{0ECCB88B-16E5-4A5D-AF4B-19B75A3DADBA}" srcOrd="3" destOrd="0" presId="urn:microsoft.com/office/officeart/2018/5/layout/CenteredIconLabelDescriptionList"/>
    <dgm:cxn modelId="{72D81A3E-542B-4F0C-A93A-C299BDA768A2}" type="presParOf" srcId="{746BFCE1-8DA8-465B-B0F5-E90D45FEFBC2}" destId="{77244B63-66D2-4CB1-B825-14E7498084D3}" srcOrd="4" destOrd="0" presId="urn:microsoft.com/office/officeart/2018/5/layout/CenteredIconLabelDescriptionList"/>
    <dgm:cxn modelId="{C0D4C363-AD93-43A3-BB29-9E157C439840}" type="presParOf" srcId="{B2AB53FA-95EF-4E37-96A7-6679927DF4AD}" destId="{85FA0E2C-DAEC-43E1-AA57-FF99D7D9FD0C}" srcOrd="5" destOrd="0" presId="urn:microsoft.com/office/officeart/2018/5/layout/CenteredIconLabelDescriptionList"/>
    <dgm:cxn modelId="{DEDDBA29-90C7-4273-8D1D-785135EA4E41}" type="presParOf" srcId="{B2AB53FA-95EF-4E37-96A7-6679927DF4AD}" destId="{852A49E2-8CFD-45BC-9046-BF5F0453F034}" srcOrd="6" destOrd="0" presId="urn:microsoft.com/office/officeart/2018/5/layout/CenteredIconLabelDescriptionList"/>
    <dgm:cxn modelId="{0DBAA7B3-A328-44E6-A5DA-A1E2DC07C180}" type="presParOf" srcId="{852A49E2-8CFD-45BC-9046-BF5F0453F034}" destId="{DF0FD94C-CCEE-4C4D-BF5D-A921DB0BA405}" srcOrd="0" destOrd="0" presId="urn:microsoft.com/office/officeart/2018/5/layout/CenteredIconLabelDescriptionList"/>
    <dgm:cxn modelId="{21CDF744-91FE-49F3-B262-D3CEBB502884}" type="presParOf" srcId="{852A49E2-8CFD-45BC-9046-BF5F0453F034}" destId="{8589952F-B5BB-4500-B48C-BCCC0C411F92}" srcOrd="1" destOrd="0" presId="urn:microsoft.com/office/officeart/2018/5/layout/CenteredIconLabelDescriptionList"/>
    <dgm:cxn modelId="{26AA4B3F-D448-426E-B9DA-4B65C2CA8EE6}" type="presParOf" srcId="{852A49E2-8CFD-45BC-9046-BF5F0453F034}" destId="{E3C03F43-3197-4A01-9442-D5A4475DF5CF}" srcOrd="2" destOrd="0" presId="urn:microsoft.com/office/officeart/2018/5/layout/CenteredIconLabelDescriptionList"/>
    <dgm:cxn modelId="{A48F5955-3862-4639-A462-DAB3327EF725}" type="presParOf" srcId="{852A49E2-8CFD-45BC-9046-BF5F0453F034}" destId="{05909080-AF7A-4338-AC84-4A94C3BA47D8}" srcOrd="3" destOrd="0" presId="urn:microsoft.com/office/officeart/2018/5/layout/CenteredIconLabelDescriptionList"/>
    <dgm:cxn modelId="{E2718BF5-DC47-40C7-8ED3-B27BE39EEAE3}" type="presParOf" srcId="{852A49E2-8CFD-45BC-9046-BF5F0453F034}" destId="{88214BB1-75C7-47C4-AD98-85C36162915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E097E28-4070-4531-A6A2-B5365256AA6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5EB7386-FAF9-4DE8-A045-F4D399826A72}">
      <dgm:prSet/>
      <dgm:spPr/>
      <dgm:t>
        <a:bodyPr/>
        <a:lstStyle/>
        <a:p>
          <a:pPr>
            <a:defRPr b="1"/>
          </a:pPr>
          <a:r>
            <a:rPr lang="en-GB" b="1"/>
            <a:t>Collaboration:</a:t>
          </a:r>
          <a:endParaRPr lang="en-US"/>
        </a:p>
      </dgm:t>
    </dgm:pt>
    <dgm:pt modelId="{98FB45DF-F85F-459B-A7E7-8C452B90865B}" type="parTrans" cxnId="{B958F326-84E8-414F-9B64-DB0E944F16F1}">
      <dgm:prSet/>
      <dgm:spPr/>
      <dgm:t>
        <a:bodyPr/>
        <a:lstStyle/>
        <a:p>
          <a:endParaRPr lang="en-US"/>
        </a:p>
      </dgm:t>
    </dgm:pt>
    <dgm:pt modelId="{ECD7AE0E-7341-4A81-94E5-3FAA5AEA9441}" type="sibTrans" cxnId="{B958F326-84E8-414F-9B64-DB0E944F16F1}">
      <dgm:prSet/>
      <dgm:spPr/>
      <dgm:t>
        <a:bodyPr/>
        <a:lstStyle/>
        <a:p>
          <a:endParaRPr lang="en-US"/>
        </a:p>
      </dgm:t>
    </dgm:pt>
    <dgm:pt modelId="{F260DDA3-BEFA-4AE9-92DE-E6B90245346A}">
      <dgm:prSet/>
      <dgm:spPr/>
      <dgm:t>
        <a:bodyPr/>
        <a:lstStyle/>
        <a:p>
          <a:r>
            <a:rPr lang="en-GB"/>
            <a:t>Assess the level of collaboration among team members.</a:t>
          </a:r>
          <a:endParaRPr lang="en-US"/>
        </a:p>
      </dgm:t>
    </dgm:pt>
    <dgm:pt modelId="{55480B9C-437D-4317-A3DC-5F3F049C4844}" type="parTrans" cxnId="{69636BF1-6465-4497-8414-62050DEEA038}">
      <dgm:prSet/>
      <dgm:spPr/>
      <dgm:t>
        <a:bodyPr/>
        <a:lstStyle/>
        <a:p>
          <a:endParaRPr lang="en-US"/>
        </a:p>
      </dgm:t>
    </dgm:pt>
    <dgm:pt modelId="{9ED81541-2B87-4CC0-9803-EB3C9FC88C56}" type="sibTrans" cxnId="{69636BF1-6465-4497-8414-62050DEEA038}">
      <dgm:prSet/>
      <dgm:spPr/>
      <dgm:t>
        <a:bodyPr/>
        <a:lstStyle/>
        <a:p>
          <a:endParaRPr lang="en-US"/>
        </a:p>
      </dgm:t>
    </dgm:pt>
    <dgm:pt modelId="{A26B1FB7-A774-4723-B316-3BFADBC52277}">
      <dgm:prSet/>
      <dgm:spPr/>
      <dgm:t>
        <a:bodyPr/>
        <a:lstStyle/>
        <a:p>
          <a:pPr>
            <a:defRPr b="1"/>
          </a:pPr>
          <a:r>
            <a:rPr lang="en-GB" b="1"/>
            <a:t>Workload and Capacity:</a:t>
          </a:r>
          <a:endParaRPr lang="en-US"/>
        </a:p>
      </dgm:t>
    </dgm:pt>
    <dgm:pt modelId="{2C47AD0A-253E-4520-834B-1C7513C6D6EA}" type="parTrans" cxnId="{F789D729-DFCE-4126-AAAF-1E9C3B7C7017}">
      <dgm:prSet/>
      <dgm:spPr/>
      <dgm:t>
        <a:bodyPr/>
        <a:lstStyle/>
        <a:p>
          <a:endParaRPr lang="en-US"/>
        </a:p>
      </dgm:t>
    </dgm:pt>
    <dgm:pt modelId="{CC8F4219-9819-4059-9AA1-D6CF9F0A26DD}" type="sibTrans" cxnId="{F789D729-DFCE-4126-AAAF-1E9C3B7C7017}">
      <dgm:prSet/>
      <dgm:spPr/>
      <dgm:t>
        <a:bodyPr/>
        <a:lstStyle/>
        <a:p>
          <a:endParaRPr lang="en-US"/>
        </a:p>
      </dgm:t>
    </dgm:pt>
    <dgm:pt modelId="{53A7310A-74A9-4525-9D60-CF5DB6CA2412}">
      <dgm:prSet/>
      <dgm:spPr/>
      <dgm:t>
        <a:bodyPr/>
        <a:lstStyle/>
        <a:p>
          <a:r>
            <a:rPr lang="en-GB"/>
            <a:t>Discuss if the team had the right balance of work and if adjustments are needed.</a:t>
          </a:r>
          <a:endParaRPr lang="en-US"/>
        </a:p>
      </dgm:t>
    </dgm:pt>
    <dgm:pt modelId="{44CD727D-F4BB-4B4C-882A-E831D6332331}" type="parTrans" cxnId="{F123E157-256E-4AAD-95A5-269CC2C5E689}">
      <dgm:prSet/>
      <dgm:spPr/>
      <dgm:t>
        <a:bodyPr/>
        <a:lstStyle/>
        <a:p>
          <a:endParaRPr lang="en-US"/>
        </a:p>
      </dgm:t>
    </dgm:pt>
    <dgm:pt modelId="{1624096A-CF17-4C6C-8F93-C6B10A5F8E3D}" type="sibTrans" cxnId="{F123E157-256E-4AAD-95A5-269CC2C5E689}">
      <dgm:prSet/>
      <dgm:spPr/>
      <dgm:t>
        <a:bodyPr/>
        <a:lstStyle/>
        <a:p>
          <a:endParaRPr lang="en-US"/>
        </a:p>
      </dgm:t>
    </dgm:pt>
    <dgm:pt modelId="{1F2F82FD-D3CC-4767-B46E-D382D410B1BD}">
      <dgm:prSet/>
      <dgm:spPr/>
      <dgm:t>
        <a:bodyPr/>
        <a:lstStyle/>
        <a:p>
          <a:pPr>
            <a:defRPr b="1"/>
          </a:pPr>
          <a:r>
            <a:rPr lang="en-GB" b="1"/>
            <a:t>Meeting Effectiveness:</a:t>
          </a:r>
          <a:endParaRPr lang="en-US"/>
        </a:p>
      </dgm:t>
    </dgm:pt>
    <dgm:pt modelId="{AFADE2E0-C3BC-4AC7-A93D-4289555B3D1C}" type="parTrans" cxnId="{ED84BD03-1DAF-439E-AF4E-08EBFFF4C912}">
      <dgm:prSet/>
      <dgm:spPr/>
      <dgm:t>
        <a:bodyPr/>
        <a:lstStyle/>
        <a:p>
          <a:endParaRPr lang="en-US"/>
        </a:p>
      </dgm:t>
    </dgm:pt>
    <dgm:pt modelId="{3031181C-8399-48E9-A51D-5461F10D996F}" type="sibTrans" cxnId="{ED84BD03-1DAF-439E-AF4E-08EBFFF4C912}">
      <dgm:prSet/>
      <dgm:spPr/>
      <dgm:t>
        <a:bodyPr/>
        <a:lstStyle/>
        <a:p>
          <a:endParaRPr lang="en-US"/>
        </a:p>
      </dgm:t>
    </dgm:pt>
    <dgm:pt modelId="{B5FF4DDA-7E84-4275-BDB2-60539C9D3C56}">
      <dgm:prSet/>
      <dgm:spPr/>
      <dgm:t>
        <a:bodyPr/>
        <a:lstStyle/>
        <a:p>
          <a:r>
            <a:rPr lang="en-GB"/>
            <a:t>Review the effectiveness of various meetings and improvements we could make.</a:t>
          </a:r>
          <a:endParaRPr lang="en-US"/>
        </a:p>
      </dgm:t>
    </dgm:pt>
    <dgm:pt modelId="{133C9757-FDFB-47B7-B142-1E37047A79B1}" type="parTrans" cxnId="{93FCC843-05A3-4431-8384-B5780A9EFEDB}">
      <dgm:prSet/>
      <dgm:spPr/>
      <dgm:t>
        <a:bodyPr/>
        <a:lstStyle/>
        <a:p>
          <a:endParaRPr lang="en-US"/>
        </a:p>
      </dgm:t>
    </dgm:pt>
    <dgm:pt modelId="{6AE37290-E0C8-4F48-8E41-C9702EDBB994}" type="sibTrans" cxnId="{93FCC843-05A3-4431-8384-B5780A9EFEDB}">
      <dgm:prSet/>
      <dgm:spPr/>
      <dgm:t>
        <a:bodyPr/>
        <a:lstStyle/>
        <a:p>
          <a:endParaRPr lang="en-US"/>
        </a:p>
      </dgm:t>
    </dgm:pt>
    <dgm:pt modelId="{BD9A6572-8C6E-4712-849C-33C9D9234404}">
      <dgm:prSet/>
      <dgm:spPr/>
      <dgm:t>
        <a:bodyPr/>
        <a:lstStyle/>
        <a:p>
          <a:pPr>
            <a:defRPr b="1"/>
          </a:pPr>
          <a:r>
            <a:rPr lang="en-GB" b="1"/>
            <a:t>Technical Debt:</a:t>
          </a:r>
          <a:endParaRPr lang="en-US"/>
        </a:p>
      </dgm:t>
    </dgm:pt>
    <dgm:pt modelId="{C834E901-2F20-4B86-B31B-5E28A26598A8}" type="parTrans" cxnId="{184B62C6-F1B1-4A00-994E-EDC2B32F64C3}">
      <dgm:prSet/>
      <dgm:spPr/>
      <dgm:t>
        <a:bodyPr/>
        <a:lstStyle/>
        <a:p>
          <a:endParaRPr lang="en-US"/>
        </a:p>
      </dgm:t>
    </dgm:pt>
    <dgm:pt modelId="{D95704C3-101A-4168-96EE-9A10D467F2DB}" type="sibTrans" cxnId="{184B62C6-F1B1-4A00-994E-EDC2B32F64C3}">
      <dgm:prSet/>
      <dgm:spPr/>
      <dgm:t>
        <a:bodyPr/>
        <a:lstStyle/>
        <a:p>
          <a:endParaRPr lang="en-US"/>
        </a:p>
      </dgm:t>
    </dgm:pt>
    <dgm:pt modelId="{42596E0A-4288-4733-A2FC-C5E0F02A0636}">
      <dgm:prSet/>
      <dgm:spPr/>
      <dgm:t>
        <a:bodyPr/>
        <a:lstStyle/>
        <a:p>
          <a:r>
            <a:rPr lang="en-GB"/>
            <a:t>Address any work the team had to do which were not in the official User stories</a:t>
          </a:r>
          <a:endParaRPr lang="en-US"/>
        </a:p>
      </dgm:t>
    </dgm:pt>
    <dgm:pt modelId="{D6DDB271-EA3C-4AE0-8E14-E8AC9FCCA30C}" type="parTrans" cxnId="{EB3452BB-18D3-41F5-B4F4-00CEE283E54C}">
      <dgm:prSet/>
      <dgm:spPr/>
      <dgm:t>
        <a:bodyPr/>
        <a:lstStyle/>
        <a:p>
          <a:endParaRPr lang="en-US"/>
        </a:p>
      </dgm:t>
    </dgm:pt>
    <dgm:pt modelId="{B65E339C-B710-429F-86EA-0B74ACE5AC4F}" type="sibTrans" cxnId="{EB3452BB-18D3-41F5-B4F4-00CEE283E54C}">
      <dgm:prSet/>
      <dgm:spPr/>
      <dgm:t>
        <a:bodyPr/>
        <a:lstStyle/>
        <a:p>
          <a:endParaRPr lang="en-US"/>
        </a:p>
      </dgm:t>
    </dgm:pt>
    <dgm:pt modelId="{53D527E0-4530-4449-80AC-D38E2C5B3829}" type="pres">
      <dgm:prSet presAssocID="{3E097E28-4070-4531-A6A2-B5365256AA6E}" presName="root" presStyleCnt="0">
        <dgm:presLayoutVars>
          <dgm:dir/>
          <dgm:resizeHandles val="exact"/>
        </dgm:presLayoutVars>
      </dgm:prSet>
      <dgm:spPr/>
    </dgm:pt>
    <dgm:pt modelId="{C122CE1C-CD0A-4E21-9145-1D013763902C}" type="pres">
      <dgm:prSet presAssocID="{B5EB7386-FAF9-4DE8-A045-F4D399826A72}" presName="compNode" presStyleCnt="0"/>
      <dgm:spPr/>
    </dgm:pt>
    <dgm:pt modelId="{64B8669F-2A04-4C9C-9512-71D6BBF4C2CC}" type="pres">
      <dgm:prSet presAssocID="{B5EB7386-FAF9-4DE8-A045-F4D399826A7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6F7BBF62-85D3-4A8D-BE87-860CF253D798}" type="pres">
      <dgm:prSet presAssocID="{B5EB7386-FAF9-4DE8-A045-F4D399826A72}" presName="iconSpace" presStyleCnt="0"/>
      <dgm:spPr/>
    </dgm:pt>
    <dgm:pt modelId="{EB284538-8A51-499E-B0EA-12E511AC8CDA}" type="pres">
      <dgm:prSet presAssocID="{B5EB7386-FAF9-4DE8-A045-F4D399826A72}" presName="parTx" presStyleLbl="revTx" presStyleIdx="0" presStyleCnt="8">
        <dgm:presLayoutVars>
          <dgm:chMax val="0"/>
          <dgm:chPref val="0"/>
        </dgm:presLayoutVars>
      </dgm:prSet>
      <dgm:spPr/>
    </dgm:pt>
    <dgm:pt modelId="{D0667DED-10BE-47DE-94BA-61D3C75982D3}" type="pres">
      <dgm:prSet presAssocID="{B5EB7386-FAF9-4DE8-A045-F4D399826A72}" presName="txSpace" presStyleCnt="0"/>
      <dgm:spPr/>
    </dgm:pt>
    <dgm:pt modelId="{8598F3E6-F91C-485F-90BF-0CFC5EC0CC26}" type="pres">
      <dgm:prSet presAssocID="{B5EB7386-FAF9-4DE8-A045-F4D399826A72}" presName="desTx" presStyleLbl="revTx" presStyleIdx="1" presStyleCnt="8">
        <dgm:presLayoutVars/>
      </dgm:prSet>
      <dgm:spPr/>
    </dgm:pt>
    <dgm:pt modelId="{DF9988F5-D411-436A-9D35-FABD78BB7CFF}" type="pres">
      <dgm:prSet presAssocID="{ECD7AE0E-7341-4A81-94E5-3FAA5AEA9441}" presName="sibTrans" presStyleCnt="0"/>
      <dgm:spPr/>
    </dgm:pt>
    <dgm:pt modelId="{56894B61-6547-4924-ABC1-9C5B59E77C36}" type="pres">
      <dgm:prSet presAssocID="{A26B1FB7-A774-4723-B316-3BFADBC52277}" presName="compNode" presStyleCnt="0"/>
      <dgm:spPr/>
    </dgm:pt>
    <dgm:pt modelId="{92D6F2A9-E753-4BC7-AE35-2D181ACCDC7A}" type="pres">
      <dgm:prSet presAssocID="{A26B1FB7-A774-4723-B316-3BFADBC5227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E691FD00-EC70-416C-8FE0-50C4EE346389}" type="pres">
      <dgm:prSet presAssocID="{A26B1FB7-A774-4723-B316-3BFADBC52277}" presName="iconSpace" presStyleCnt="0"/>
      <dgm:spPr/>
    </dgm:pt>
    <dgm:pt modelId="{2488B623-C3F5-4F9F-B1AB-CCAFA7A8139B}" type="pres">
      <dgm:prSet presAssocID="{A26B1FB7-A774-4723-B316-3BFADBC52277}" presName="parTx" presStyleLbl="revTx" presStyleIdx="2" presStyleCnt="8">
        <dgm:presLayoutVars>
          <dgm:chMax val="0"/>
          <dgm:chPref val="0"/>
        </dgm:presLayoutVars>
      </dgm:prSet>
      <dgm:spPr/>
    </dgm:pt>
    <dgm:pt modelId="{597B322D-B8BF-4DCB-A64A-7AF987715FF6}" type="pres">
      <dgm:prSet presAssocID="{A26B1FB7-A774-4723-B316-3BFADBC52277}" presName="txSpace" presStyleCnt="0"/>
      <dgm:spPr/>
    </dgm:pt>
    <dgm:pt modelId="{C19B35B9-4566-48C3-AE3B-0528E857460B}" type="pres">
      <dgm:prSet presAssocID="{A26B1FB7-A774-4723-B316-3BFADBC52277}" presName="desTx" presStyleLbl="revTx" presStyleIdx="3" presStyleCnt="8">
        <dgm:presLayoutVars/>
      </dgm:prSet>
      <dgm:spPr/>
    </dgm:pt>
    <dgm:pt modelId="{ECA4ECD3-E7AF-4C5D-8717-089836B8392A}" type="pres">
      <dgm:prSet presAssocID="{CC8F4219-9819-4059-9AA1-D6CF9F0A26DD}" presName="sibTrans" presStyleCnt="0"/>
      <dgm:spPr/>
    </dgm:pt>
    <dgm:pt modelId="{2097B7E9-8675-40C4-8024-2CAE248578D5}" type="pres">
      <dgm:prSet presAssocID="{1F2F82FD-D3CC-4767-B46E-D382D410B1BD}" presName="compNode" presStyleCnt="0"/>
      <dgm:spPr/>
    </dgm:pt>
    <dgm:pt modelId="{0737D3A9-67BC-49CF-AEA0-0CD57E756909}" type="pres">
      <dgm:prSet presAssocID="{1F2F82FD-D3CC-4767-B46E-D382D410B1B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04418641-9F85-4F6B-9A81-79DC61415399}" type="pres">
      <dgm:prSet presAssocID="{1F2F82FD-D3CC-4767-B46E-D382D410B1BD}" presName="iconSpace" presStyleCnt="0"/>
      <dgm:spPr/>
    </dgm:pt>
    <dgm:pt modelId="{88FBEFB9-A5C5-4DF1-B162-58EE6DE0ABC5}" type="pres">
      <dgm:prSet presAssocID="{1F2F82FD-D3CC-4767-B46E-D382D410B1BD}" presName="parTx" presStyleLbl="revTx" presStyleIdx="4" presStyleCnt="8">
        <dgm:presLayoutVars>
          <dgm:chMax val="0"/>
          <dgm:chPref val="0"/>
        </dgm:presLayoutVars>
      </dgm:prSet>
      <dgm:spPr/>
    </dgm:pt>
    <dgm:pt modelId="{D22A1071-DA08-4B9D-923F-71DED6E523A9}" type="pres">
      <dgm:prSet presAssocID="{1F2F82FD-D3CC-4767-B46E-D382D410B1BD}" presName="txSpace" presStyleCnt="0"/>
      <dgm:spPr/>
    </dgm:pt>
    <dgm:pt modelId="{74FC39D0-2A45-4961-91BB-558C4DCACA96}" type="pres">
      <dgm:prSet presAssocID="{1F2F82FD-D3CC-4767-B46E-D382D410B1BD}" presName="desTx" presStyleLbl="revTx" presStyleIdx="5" presStyleCnt="8">
        <dgm:presLayoutVars/>
      </dgm:prSet>
      <dgm:spPr/>
    </dgm:pt>
    <dgm:pt modelId="{4AED84DD-437E-4094-AE07-717C842816C2}" type="pres">
      <dgm:prSet presAssocID="{3031181C-8399-48E9-A51D-5461F10D996F}" presName="sibTrans" presStyleCnt="0"/>
      <dgm:spPr/>
    </dgm:pt>
    <dgm:pt modelId="{EB211F1F-7F92-4103-9380-2CD71ABD6AE0}" type="pres">
      <dgm:prSet presAssocID="{BD9A6572-8C6E-4712-849C-33C9D9234404}" presName="compNode" presStyleCnt="0"/>
      <dgm:spPr/>
    </dgm:pt>
    <dgm:pt modelId="{CEBD12CC-4D73-496D-87EA-1EA77A0D0E05}" type="pres">
      <dgm:prSet presAssocID="{BD9A6572-8C6E-4712-849C-33C9D923440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BAC9C3FC-BBCF-43B5-93B3-9ACFF961ED90}" type="pres">
      <dgm:prSet presAssocID="{BD9A6572-8C6E-4712-849C-33C9D9234404}" presName="iconSpace" presStyleCnt="0"/>
      <dgm:spPr/>
    </dgm:pt>
    <dgm:pt modelId="{21D7173F-6673-4056-81DA-E9C09F259D8B}" type="pres">
      <dgm:prSet presAssocID="{BD9A6572-8C6E-4712-849C-33C9D9234404}" presName="parTx" presStyleLbl="revTx" presStyleIdx="6" presStyleCnt="8">
        <dgm:presLayoutVars>
          <dgm:chMax val="0"/>
          <dgm:chPref val="0"/>
        </dgm:presLayoutVars>
      </dgm:prSet>
      <dgm:spPr/>
    </dgm:pt>
    <dgm:pt modelId="{CA81DE2B-50E4-4298-9DAC-4F45288C2C9E}" type="pres">
      <dgm:prSet presAssocID="{BD9A6572-8C6E-4712-849C-33C9D9234404}" presName="txSpace" presStyleCnt="0"/>
      <dgm:spPr/>
    </dgm:pt>
    <dgm:pt modelId="{1E9B4FFE-10E6-4408-B379-7188263691C7}" type="pres">
      <dgm:prSet presAssocID="{BD9A6572-8C6E-4712-849C-33C9D9234404}" presName="desTx" presStyleLbl="revTx" presStyleIdx="7" presStyleCnt="8">
        <dgm:presLayoutVars/>
      </dgm:prSet>
      <dgm:spPr/>
    </dgm:pt>
  </dgm:ptLst>
  <dgm:cxnLst>
    <dgm:cxn modelId="{ED84BD03-1DAF-439E-AF4E-08EBFFF4C912}" srcId="{3E097E28-4070-4531-A6A2-B5365256AA6E}" destId="{1F2F82FD-D3CC-4767-B46E-D382D410B1BD}" srcOrd="2" destOrd="0" parTransId="{AFADE2E0-C3BC-4AC7-A93D-4289555B3D1C}" sibTransId="{3031181C-8399-48E9-A51D-5461F10D996F}"/>
    <dgm:cxn modelId="{55A6DE16-D963-4017-B8B2-9025A0CCF57B}" type="presOf" srcId="{42596E0A-4288-4733-A2FC-C5E0F02A0636}" destId="{1E9B4FFE-10E6-4408-B379-7188263691C7}" srcOrd="0" destOrd="0" presId="urn:microsoft.com/office/officeart/2018/5/layout/CenteredIconLabelDescriptionList"/>
    <dgm:cxn modelId="{AAA8C11A-49AC-47CF-9B38-EA0E9BF061B5}" type="presOf" srcId="{B5FF4DDA-7E84-4275-BDB2-60539C9D3C56}" destId="{74FC39D0-2A45-4961-91BB-558C4DCACA96}" srcOrd="0" destOrd="0" presId="urn:microsoft.com/office/officeart/2018/5/layout/CenteredIconLabelDescriptionList"/>
    <dgm:cxn modelId="{B958F326-84E8-414F-9B64-DB0E944F16F1}" srcId="{3E097E28-4070-4531-A6A2-B5365256AA6E}" destId="{B5EB7386-FAF9-4DE8-A045-F4D399826A72}" srcOrd="0" destOrd="0" parTransId="{98FB45DF-F85F-459B-A7E7-8C452B90865B}" sibTransId="{ECD7AE0E-7341-4A81-94E5-3FAA5AEA9441}"/>
    <dgm:cxn modelId="{F789D729-DFCE-4126-AAAF-1E9C3B7C7017}" srcId="{3E097E28-4070-4531-A6A2-B5365256AA6E}" destId="{A26B1FB7-A774-4723-B316-3BFADBC52277}" srcOrd="1" destOrd="0" parTransId="{2C47AD0A-253E-4520-834B-1C7513C6D6EA}" sibTransId="{CC8F4219-9819-4059-9AA1-D6CF9F0A26DD}"/>
    <dgm:cxn modelId="{5A639931-2E9F-4691-A188-0E23BEA8C7F6}" type="presOf" srcId="{B5EB7386-FAF9-4DE8-A045-F4D399826A72}" destId="{EB284538-8A51-499E-B0EA-12E511AC8CDA}" srcOrd="0" destOrd="0" presId="urn:microsoft.com/office/officeart/2018/5/layout/CenteredIconLabelDescriptionList"/>
    <dgm:cxn modelId="{CC3B7E3D-E593-4D12-8044-A9F4B7C0766C}" type="presOf" srcId="{53A7310A-74A9-4525-9D60-CF5DB6CA2412}" destId="{C19B35B9-4566-48C3-AE3B-0528E857460B}" srcOrd="0" destOrd="0" presId="urn:microsoft.com/office/officeart/2018/5/layout/CenteredIconLabelDescriptionList"/>
    <dgm:cxn modelId="{93FCC843-05A3-4431-8384-B5780A9EFEDB}" srcId="{1F2F82FD-D3CC-4767-B46E-D382D410B1BD}" destId="{B5FF4DDA-7E84-4275-BDB2-60539C9D3C56}" srcOrd="0" destOrd="0" parTransId="{133C9757-FDFB-47B7-B142-1E37047A79B1}" sibTransId="{6AE37290-E0C8-4F48-8E41-C9702EDBB994}"/>
    <dgm:cxn modelId="{29F5E367-5683-4E69-ADBA-21072D138E40}" type="presOf" srcId="{1F2F82FD-D3CC-4767-B46E-D382D410B1BD}" destId="{88FBEFB9-A5C5-4DF1-B162-58EE6DE0ABC5}" srcOrd="0" destOrd="0" presId="urn:microsoft.com/office/officeart/2018/5/layout/CenteredIconLabelDescriptionList"/>
    <dgm:cxn modelId="{32CAFC4C-CA94-4B98-9930-5F61A7E34F08}" type="presOf" srcId="{F260DDA3-BEFA-4AE9-92DE-E6B90245346A}" destId="{8598F3E6-F91C-485F-90BF-0CFC5EC0CC26}" srcOrd="0" destOrd="0" presId="urn:microsoft.com/office/officeart/2018/5/layout/CenteredIconLabelDescriptionList"/>
    <dgm:cxn modelId="{F123E157-256E-4AAD-95A5-269CC2C5E689}" srcId="{A26B1FB7-A774-4723-B316-3BFADBC52277}" destId="{53A7310A-74A9-4525-9D60-CF5DB6CA2412}" srcOrd="0" destOrd="0" parTransId="{44CD727D-F4BB-4B4C-882A-E831D6332331}" sibTransId="{1624096A-CF17-4C6C-8F93-C6B10A5F8E3D}"/>
    <dgm:cxn modelId="{82FE9958-C9FD-4DC1-83F0-E81F4337B2C5}" type="presOf" srcId="{3E097E28-4070-4531-A6A2-B5365256AA6E}" destId="{53D527E0-4530-4449-80AC-D38E2C5B3829}" srcOrd="0" destOrd="0" presId="urn:microsoft.com/office/officeart/2018/5/layout/CenteredIconLabelDescriptionList"/>
    <dgm:cxn modelId="{7F862B89-0FB2-473D-A66D-219CE39E8069}" type="presOf" srcId="{BD9A6572-8C6E-4712-849C-33C9D9234404}" destId="{21D7173F-6673-4056-81DA-E9C09F259D8B}" srcOrd="0" destOrd="0" presId="urn:microsoft.com/office/officeart/2018/5/layout/CenteredIconLabelDescriptionList"/>
    <dgm:cxn modelId="{E3FD26A4-CF06-48DC-9E6A-A0ED3ACEE40D}" type="presOf" srcId="{A26B1FB7-A774-4723-B316-3BFADBC52277}" destId="{2488B623-C3F5-4F9F-B1AB-CCAFA7A8139B}" srcOrd="0" destOrd="0" presId="urn:microsoft.com/office/officeart/2018/5/layout/CenteredIconLabelDescriptionList"/>
    <dgm:cxn modelId="{EB3452BB-18D3-41F5-B4F4-00CEE283E54C}" srcId="{BD9A6572-8C6E-4712-849C-33C9D9234404}" destId="{42596E0A-4288-4733-A2FC-C5E0F02A0636}" srcOrd="0" destOrd="0" parTransId="{D6DDB271-EA3C-4AE0-8E14-E8AC9FCCA30C}" sibTransId="{B65E339C-B710-429F-86EA-0B74ACE5AC4F}"/>
    <dgm:cxn modelId="{184B62C6-F1B1-4A00-994E-EDC2B32F64C3}" srcId="{3E097E28-4070-4531-A6A2-B5365256AA6E}" destId="{BD9A6572-8C6E-4712-849C-33C9D9234404}" srcOrd="3" destOrd="0" parTransId="{C834E901-2F20-4B86-B31B-5E28A26598A8}" sibTransId="{D95704C3-101A-4168-96EE-9A10D467F2DB}"/>
    <dgm:cxn modelId="{69636BF1-6465-4497-8414-62050DEEA038}" srcId="{B5EB7386-FAF9-4DE8-A045-F4D399826A72}" destId="{F260DDA3-BEFA-4AE9-92DE-E6B90245346A}" srcOrd="0" destOrd="0" parTransId="{55480B9C-437D-4317-A3DC-5F3F049C4844}" sibTransId="{9ED81541-2B87-4CC0-9803-EB3C9FC88C56}"/>
    <dgm:cxn modelId="{6F307F5C-4B3C-4AA2-9A36-B83237F93B32}" type="presParOf" srcId="{53D527E0-4530-4449-80AC-D38E2C5B3829}" destId="{C122CE1C-CD0A-4E21-9145-1D013763902C}" srcOrd="0" destOrd="0" presId="urn:microsoft.com/office/officeart/2018/5/layout/CenteredIconLabelDescriptionList"/>
    <dgm:cxn modelId="{C72B792F-CDB8-494A-88D0-F1943877B827}" type="presParOf" srcId="{C122CE1C-CD0A-4E21-9145-1D013763902C}" destId="{64B8669F-2A04-4C9C-9512-71D6BBF4C2CC}" srcOrd="0" destOrd="0" presId="urn:microsoft.com/office/officeart/2018/5/layout/CenteredIconLabelDescriptionList"/>
    <dgm:cxn modelId="{685721CB-3801-4F58-BFC0-1F8C7D89975B}" type="presParOf" srcId="{C122CE1C-CD0A-4E21-9145-1D013763902C}" destId="{6F7BBF62-85D3-4A8D-BE87-860CF253D798}" srcOrd="1" destOrd="0" presId="urn:microsoft.com/office/officeart/2018/5/layout/CenteredIconLabelDescriptionList"/>
    <dgm:cxn modelId="{F575B493-8A29-425A-A136-7C506187D978}" type="presParOf" srcId="{C122CE1C-CD0A-4E21-9145-1D013763902C}" destId="{EB284538-8A51-499E-B0EA-12E511AC8CDA}" srcOrd="2" destOrd="0" presId="urn:microsoft.com/office/officeart/2018/5/layout/CenteredIconLabelDescriptionList"/>
    <dgm:cxn modelId="{2DF928C9-9FE5-461A-A0BC-743F2D42E774}" type="presParOf" srcId="{C122CE1C-CD0A-4E21-9145-1D013763902C}" destId="{D0667DED-10BE-47DE-94BA-61D3C75982D3}" srcOrd="3" destOrd="0" presId="urn:microsoft.com/office/officeart/2018/5/layout/CenteredIconLabelDescriptionList"/>
    <dgm:cxn modelId="{DD6873BE-E747-45CE-A844-41739A3EAA14}" type="presParOf" srcId="{C122CE1C-CD0A-4E21-9145-1D013763902C}" destId="{8598F3E6-F91C-485F-90BF-0CFC5EC0CC26}" srcOrd="4" destOrd="0" presId="urn:microsoft.com/office/officeart/2018/5/layout/CenteredIconLabelDescriptionList"/>
    <dgm:cxn modelId="{418D8D0D-A83A-48D4-88C7-1C492B587BCD}" type="presParOf" srcId="{53D527E0-4530-4449-80AC-D38E2C5B3829}" destId="{DF9988F5-D411-436A-9D35-FABD78BB7CFF}" srcOrd="1" destOrd="0" presId="urn:microsoft.com/office/officeart/2018/5/layout/CenteredIconLabelDescriptionList"/>
    <dgm:cxn modelId="{E202BA05-3B65-4AB7-8E36-5ADA40F60DC8}" type="presParOf" srcId="{53D527E0-4530-4449-80AC-D38E2C5B3829}" destId="{56894B61-6547-4924-ABC1-9C5B59E77C36}" srcOrd="2" destOrd="0" presId="urn:microsoft.com/office/officeart/2018/5/layout/CenteredIconLabelDescriptionList"/>
    <dgm:cxn modelId="{5A3B4200-239D-4B06-8A41-DED8E619AA74}" type="presParOf" srcId="{56894B61-6547-4924-ABC1-9C5B59E77C36}" destId="{92D6F2A9-E753-4BC7-AE35-2D181ACCDC7A}" srcOrd="0" destOrd="0" presId="urn:microsoft.com/office/officeart/2018/5/layout/CenteredIconLabelDescriptionList"/>
    <dgm:cxn modelId="{FCD7E96A-5A01-4923-86C6-F22227B3B4B9}" type="presParOf" srcId="{56894B61-6547-4924-ABC1-9C5B59E77C36}" destId="{E691FD00-EC70-416C-8FE0-50C4EE346389}" srcOrd="1" destOrd="0" presId="urn:microsoft.com/office/officeart/2018/5/layout/CenteredIconLabelDescriptionList"/>
    <dgm:cxn modelId="{BC7DACE4-B0FC-4BB7-9CC4-5EA26346DEBF}" type="presParOf" srcId="{56894B61-6547-4924-ABC1-9C5B59E77C36}" destId="{2488B623-C3F5-4F9F-B1AB-CCAFA7A8139B}" srcOrd="2" destOrd="0" presId="urn:microsoft.com/office/officeart/2018/5/layout/CenteredIconLabelDescriptionList"/>
    <dgm:cxn modelId="{C4DCACC7-0C9E-4918-9F6A-2CFEBD496DA1}" type="presParOf" srcId="{56894B61-6547-4924-ABC1-9C5B59E77C36}" destId="{597B322D-B8BF-4DCB-A64A-7AF987715FF6}" srcOrd="3" destOrd="0" presId="urn:microsoft.com/office/officeart/2018/5/layout/CenteredIconLabelDescriptionList"/>
    <dgm:cxn modelId="{DA0CC9A0-9BC0-4062-8B70-331F74DE8034}" type="presParOf" srcId="{56894B61-6547-4924-ABC1-9C5B59E77C36}" destId="{C19B35B9-4566-48C3-AE3B-0528E857460B}" srcOrd="4" destOrd="0" presId="urn:microsoft.com/office/officeart/2018/5/layout/CenteredIconLabelDescriptionList"/>
    <dgm:cxn modelId="{BF8B5A49-6C1E-4794-9BE2-DB3B4A74F3C1}" type="presParOf" srcId="{53D527E0-4530-4449-80AC-D38E2C5B3829}" destId="{ECA4ECD3-E7AF-4C5D-8717-089836B8392A}" srcOrd="3" destOrd="0" presId="urn:microsoft.com/office/officeart/2018/5/layout/CenteredIconLabelDescriptionList"/>
    <dgm:cxn modelId="{916D3436-B176-4BA3-8BA1-33841F9A7B49}" type="presParOf" srcId="{53D527E0-4530-4449-80AC-D38E2C5B3829}" destId="{2097B7E9-8675-40C4-8024-2CAE248578D5}" srcOrd="4" destOrd="0" presId="urn:microsoft.com/office/officeart/2018/5/layout/CenteredIconLabelDescriptionList"/>
    <dgm:cxn modelId="{1DB7EF91-F9A0-48C9-B9BF-D0E425A0520F}" type="presParOf" srcId="{2097B7E9-8675-40C4-8024-2CAE248578D5}" destId="{0737D3A9-67BC-49CF-AEA0-0CD57E756909}" srcOrd="0" destOrd="0" presId="urn:microsoft.com/office/officeart/2018/5/layout/CenteredIconLabelDescriptionList"/>
    <dgm:cxn modelId="{26139633-CA2D-471B-B90F-09F188929912}" type="presParOf" srcId="{2097B7E9-8675-40C4-8024-2CAE248578D5}" destId="{04418641-9F85-4F6B-9A81-79DC61415399}" srcOrd="1" destOrd="0" presId="urn:microsoft.com/office/officeart/2018/5/layout/CenteredIconLabelDescriptionList"/>
    <dgm:cxn modelId="{9948F801-450D-4DEB-B56B-35238DAFD7BB}" type="presParOf" srcId="{2097B7E9-8675-40C4-8024-2CAE248578D5}" destId="{88FBEFB9-A5C5-4DF1-B162-58EE6DE0ABC5}" srcOrd="2" destOrd="0" presId="urn:microsoft.com/office/officeart/2018/5/layout/CenteredIconLabelDescriptionList"/>
    <dgm:cxn modelId="{C4492D07-B1E1-4E68-9740-20201995EBF5}" type="presParOf" srcId="{2097B7E9-8675-40C4-8024-2CAE248578D5}" destId="{D22A1071-DA08-4B9D-923F-71DED6E523A9}" srcOrd="3" destOrd="0" presId="urn:microsoft.com/office/officeart/2018/5/layout/CenteredIconLabelDescriptionList"/>
    <dgm:cxn modelId="{4C6DF4EA-65A0-45BF-92D9-05C2E0073C46}" type="presParOf" srcId="{2097B7E9-8675-40C4-8024-2CAE248578D5}" destId="{74FC39D0-2A45-4961-91BB-558C4DCACA96}" srcOrd="4" destOrd="0" presId="urn:microsoft.com/office/officeart/2018/5/layout/CenteredIconLabelDescriptionList"/>
    <dgm:cxn modelId="{02B9647C-F2AA-40CD-8F08-8AFA3E06A887}" type="presParOf" srcId="{53D527E0-4530-4449-80AC-D38E2C5B3829}" destId="{4AED84DD-437E-4094-AE07-717C842816C2}" srcOrd="5" destOrd="0" presId="urn:microsoft.com/office/officeart/2018/5/layout/CenteredIconLabelDescriptionList"/>
    <dgm:cxn modelId="{2078C5D9-5A58-4EF7-BC8B-81E987CDF2BA}" type="presParOf" srcId="{53D527E0-4530-4449-80AC-D38E2C5B3829}" destId="{EB211F1F-7F92-4103-9380-2CD71ABD6AE0}" srcOrd="6" destOrd="0" presId="urn:microsoft.com/office/officeart/2018/5/layout/CenteredIconLabelDescriptionList"/>
    <dgm:cxn modelId="{F36D2327-F08B-49E7-8083-DA44FF7AC833}" type="presParOf" srcId="{EB211F1F-7F92-4103-9380-2CD71ABD6AE0}" destId="{CEBD12CC-4D73-496D-87EA-1EA77A0D0E05}" srcOrd="0" destOrd="0" presId="urn:microsoft.com/office/officeart/2018/5/layout/CenteredIconLabelDescriptionList"/>
    <dgm:cxn modelId="{2C57D9B3-ECC5-428A-8F8D-972FA4B93C7E}" type="presParOf" srcId="{EB211F1F-7F92-4103-9380-2CD71ABD6AE0}" destId="{BAC9C3FC-BBCF-43B5-93B3-9ACFF961ED90}" srcOrd="1" destOrd="0" presId="urn:microsoft.com/office/officeart/2018/5/layout/CenteredIconLabelDescriptionList"/>
    <dgm:cxn modelId="{24469F31-886A-4257-80D4-32C6EC1B4866}" type="presParOf" srcId="{EB211F1F-7F92-4103-9380-2CD71ABD6AE0}" destId="{21D7173F-6673-4056-81DA-E9C09F259D8B}" srcOrd="2" destOrd="0" presId="urn:microsoft.com/office/officeart/2018/5/layout/CenteredIconLabelDescriptionList"/>
    <dgm:cxn modelId="{F7010B31-9826-467F-947B-A18546B562C0}" type="presParOf" srcId="{EB211F1F-7F92-4103-9380-2CD71ABD6AE0}" destId="{CA81DE2B-50E4-4298-9DAC-4F45288C2C9E}" srcOrd="3" destOrd="0" presId="urn:microsoft.com/office/officeart/2018/5/layout/CenteredIconLabelDescriptionList"/>
    <dgm:cxn modelId="{3425472C-FF21-43CA-8DC8-6C8A58BBA4EA}" type="presParOf" srcId="{EB211F1F-7F92-4103-9380-2CD71ABD6AE0}" destId="{1E9B4FFE-10E6-4408-B379-7188263691C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40FF843-AAF4-4B53-8DE3-081D451CBF5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6C62695-989A-4F0E-ADA2-1C608AC66E87}">
      <dgm:prSet/>
      <dgm:spPr/>
      <dgm:t>
        <a:bodyPr/>
        <a:lstStyle/>
        <a:p>
          <a:pPr>
            <a:defRPr b="1"/>
          </a:pPr>
          <a:r>
            <a:rPr lang="en-GB" b="1" dirty="0"/>
            <a:t>Quality of Deliverables:</a:t>
          </a:r>
          <a:endParaRPr lang="en-US" dirty="0"/>
        </a:p>
      </dgm:t>
    </dgm:pt>
    <dgm:pt modelId="{922FC851-1DEA-4FD7-9D32-953D27897394}" type="parTrans" cxnId="{E0E91805-3A9E-4389-8FEE-05B967E4AA6F}">
      <dgm:prSet/>
      <dgm:spPr/>
      <dgm:t>
        <a:bodyPr/>
        <a:lstStyle/>
        <a:p>
          <a:endParaRPr lang="en-US"/>
        </a:p>
      </dgm:t>
    </dgm:pt>
    <dgm:pt modelId="{811EAC73-F869-4142-B550-20D18BBFDE63}" type="sibTrans" cxnId="{E0E91805-3A9E-4389-8FEE-05B967E4AA6F}">
      <dgm:prSet/>
      <dgm:spPr/>
      <dgm:t>
        <a:bodyPr/>
        <a:lstStyle/>
        <a:p>
          <a:endParaRPr lang="en-US"/>
        </a:p>
      </dgm:t>
    </dgm:pt>
    <dgm:pt modelId="{3D2E5529-5805-49C0-82F0-B95083BB0EA1}">
      <dgm:prSet/>
      <dgm:spPr/>
      <dgm:t>
        <a:bodyPr/>
        <a:lstStyle/>
        <a:p>
          <a:r>
            <a:rPr lang="en-GB"/>
            <a:t>Assess the quality of the delivered and if the DoDs were consistently met.</a:t>
          </a:r>
          <a:endParaRPr lang="en-US"/>
        </a:p>
      </dgm:t>
    </dgm:pt>
    <dgm:pt modelId="{0535C68C-5EF1-4D00-9A5F-21454D3E52B8}" type="parTrans" cxnId="{5378F1BC-A0AB-49CB-BFE2-E9F4FDF7949F}">
      <dgm:prSet/>
      <dgm:spPr/>
      <dgm:t>
        <a:bodyPr/>
        <a:lstStyle/>
        <a:p>
          <a:endParaRPr lang="en-US"/>
        </a:p>
      </dgm:t>
    </dgm:pt>
    <dgm:pt modelId="{CEC127BB-8137-4B70-A061-3E47A082F63B}" type="sibTrans" cxnId="{5378F1BC-A0AB-49CB-BFE2-E9F4FDF7949F}">
      <dgm:prSet/>
      <dgm:spPr/>
      <dgm:t>
        <a:bodyPr/>
        <a:lstStyle/>
        <a:p>
          <a:endParaRPr lang="en-US"/>
        </a:p>
      </dgm:t>
    </dgm:pt>
    <dgm:pt modelId="{38FFDD8C-F90D-4DBF-B449-E0E4302C0E93}">
      <dgm:prSet/>
      <dgm:spPr/>
      <dgm:t>
        <a:bodyPr/>
        <a:lstStyle/>
        <a:p>
          <a:pPr>
            <a:defRPr b="1"/>
          </a:pPr>
          <a:r>
            <a:rPr lang="en-GB" b="1" dirty="0"/>
            <a:t>Learning and Development:</a:t>
          </a:r>
          <a:endParaRPr lang="en-US" dirty="0"/>
        </a:p>
      </dgm:t>
    </dgm:pt>
    <dgm:pt modelId="{E7C9072F-5FE7-48E9-B9EA-C37C82FD130D}" type="parTrans" cxnId="{941BDF93-5A58-428E-A334-1C9D58667669}">
      <dgm:prSet/>
      <dgm:spPr/>
      <dgm:t>
        <a:bodyPr/>
        <a:lstStyle/>
        <a:p>
          <a:endParaRPr lang="en-US"/>
        </a:p>
      </dgm:t>
    </dgm:pt>
    <dgm:pt modelId="{3B072AB6-C145-45A2-8BF7-8533B8D41F82}" type="sibTrans" cxnId="{941BDF93-5A58-428E-A334-1C9D58667669}">
      <dgm:prSet/>
      <dgm:spPr/>
      <dgm:t>
        <a:bodyPr/>
        <a:lstStyle/>
        <a:p>
          <a:endParaRPr lang="en-US"/>
        </a:p>
      </dgm:t>
    </dgm:pt>
    <dgm:pt modelId="{C13B0DA8-4DFF-4651-8DEF-58B4F6465F71}">
      <dgm:prSet/>
      <dgm:spPr/>
      <dgm:t>
        <a:bodyPr/>
        <a:lstStyle/>
        <a:p>
          <a:r>
            <a:rPr lang="en-GB"/>
            <a:t>Discuss opportunities for skill development and learning.</a:t>
          </a:r>
          <a:endParaRPr lang="en-US"/>
        </a:p>
      </dgm:t>
    </dgm:pt>
    <dgm:pt modelId="{5E02F784-B339-4023-90EB-AA0E2AE8E2B2}" type="parTrans" cxnId="{5C26E65F-264D-4A52-A6FD-2C209A9AEFEF}">
      <dgm:prSet/>
      <dgm:spPr/>
      <dgm:t>
        <a:bodyPr/>
        <a:lstStyle/>
        <a:p>
          <a:endParaRPr lang="en-US"/>
        </a:p>
      </dgm:t>
    </dgm:pt>
    <dgm:pt modelId="{F5A171AE-ED14-429F-903E-DC9DADE76C80}" type="sibTrans" cxnId="{5C26E65F-264D-4A52-A6FD-2C209A9AEFEF}">
      <dgm:prSet/>
      <dgm:spPr/>
      <dgm:t>
        <a:bodyPr/>
        <a:lstStyle/>
        <a:p>
          <a:endParaRPr lang="en-US"/>
        </a:p>
      </dgm:t>
    </dgm:pt>
    <dgm:pt modelId="{835EDFC0-2F69-48B4-9880-DFD413AFE755}">
      <dgm:prSet/>
      <dgm:spPr/>
      <dgm:t>
        <a:bodyPr/>
        <a:lstStyle/>
        <a:p>
          <a:pPr>
            <a:defRPr b="1"/>
          </a:pPr>
          <a:r>
            <a:rPr lang="en-GB" b="1" dirty="0"/>
            <a:t>Time Management:</a:t>
          </a:r>
          <a:endParaRPr lang="en-US" dirty="0"/>
        </a:p>
      </dgm:t>
    </dgm:pt>
    <dgm:pt modelId="{54E15981-F2CE-4E8F-8EBF-00DF2CAEFD04}" type="parTrans" cxnId="{83EE2E65-A035-46FF-A01F-0D63B42BE2ED}">
      <dgm:prSet/>
      <dgm:spPr/>
      <dgm:t>
        <a:bodyPr/>
        <a:lstStyle/>
        <a:p>
          <a:endParaRPr lang="en-US"/>
        </a:p>
      </dgm:t>
    </dgm:pt>
    <dgm:pt modelId="{2138B2AB-57A4-4974-9AED-69E89B50C5DC}" type="sibTrans" cxnId="{83EE2E65-A035-46FF-A01F-0D63B42BE2ED}">
      <dgm:prSet/>
      <dgm:spPr/>
      <dgm:t>
        <a:bodyPr/>
        <a:lstStyle/>
        <a:p>
          <a:endParaRPr lang="en-US"/>
        </a:p>
      </dgm:t>
    </dgm:pt>
    <dgm:pt modelId="{D23E3463-6541-4939-8119-BA3CEEAA4C33}">
      <dgm:prSet/>
      <dgm:spPr/>
      <dgm:t>
        <a:bodyPr/>
        <a:lstStyle/>
        <a:p>
          <a:r>
            <a:rPr lang="en-GB"/>
            <a:t>Evaluate how well the team managed their time during the sprint.</a:t>
          </a:r>
          <a:endParaRPr lang="en-US"/>
        </a:p>
      </dgm:t>
    </dgm:pt>
    <dgm:pt modelId="{BD3CCC0A-9CF6-4014-AAA1-5583FE3A369F}" type="parTrans" cxnId="{72F5FBFF-6CA5-4ECD-9CFD-71D27ADB7FC0}">
      <dgm:prSet/>
      <dgm:spPr/>
      <dgm:t>
        <a:bodyPr/>
        <a:lstStyle/>
        <a:p>
          <a:endParaRPr lang="en-US"/>
        </a:p>
      </dgm:t>
    </dgm:pt>
    <dgm:pt modelId="{EF38BCAA-AE23-4873-8627-A3E4E131006D}" type="sibTrans" cxnId="{72F5FBFF-6CA5-4ECD-9CFD-71D27ADB7FC0}">
      <dgm:prSet/>
      <dgm:spPr/>
      <dgm:t>
        <a:bodyPr/>
        <a:lstStyle/>
        <a:p>
          <a:endParaRPr lang="en-US"/>
        </a:p>
      </dgm:t>
    </dgm:pt>
    <dgm:pt modelId="{FFA6B219-145E-4E73-A99F-E31E8F741D24}">
      <dgm:prSet/>
      <dgm:spPr/>
      <dgm:t>
        <a:bodyPr/>
        <a:lstStyle/>
        <a:p>
          <a:pPr>
            <a:defRPr b="1"/>
          </a:pPr>
          <a:r>
            <a:rPr lang="en-GB" b="1" dirty="0"/>
            <a:t>Agile Principles:</a:t>
          </a:r>
          <a:endParaRPr lang="en-US" dirty="0"/>
        </a:p>
      </dgm:t>
    </dgm:pt>
    <dgm:pt modelId="{9BA12415-F808-47D0-8AD1-EB0ED722BD4C}" type="parTrans" cxnId="{2027A5BB-C7DC-472A-A61D-E7DDEBC7731E}">
      <dgm:prSet/>
      <dgm:spPr/>
      <dgm:t>
        <a:bodyPr/>
        <a:lstStyle/>
        <a:p>
          <a:endParaRPr lang="en-US"/>
        </a:p>
      </dgm:t>
    </dgm:pt>
    <dgm:pt modelId="{1370D342-32E6-4707-9F68-C558FDAC2893}" type="sibTrans" cxnId="{2027A5BB-C7DC-472A-A61D-E7DDEBC7731E}">
      <dgm:prSet/>
      <dgm:spPr/>
      <dgm:t>
        <a:bodyPr/>
        <a:lstStyle/>
        <a:p>
          <a:endParaRPr lang="en-US"/>
        </a:p>
      </dgm:t>
    </dgm:pt>
    <dgm:pt modelId="{6ED5FF68-DF62-4B85-AFC5-25AB9E3886EE}">
      <dgm:prSet/>
      <dgm:spPr/>
      <dgm:t>
        <a:bodyPr/>
        <a:lstStyle/>
        <a:p>
          <a:r>
            <a:rPr lang="en-GB"/>
            <a:t>Assess how well the team adhered to Agile principles and values.</a:t>
          </a:r>
          <a:endParaRPr lang="en-US"/>
        </a:p>
      </dgm:t>
    </dgm:pt>
    <dgm:pt modelId="{C415F576-FC67-463E-A36B-C5BB014ACB9B}" type="parTrans" cxnId="{50ECAC3B-DD48-4F90-9B57-C4E1B8B2879A}">
      <dgm:prSet/>
      <dgm:spPr/>
      <dgm:t>
        <a:bodyPr/>
        <a:lstStyle/>
        <a:p>
          <a:endParaRPr lang="en-US"/>
        </a:p>
      </dgm:t>
    </dgm:pt>
    <dgm:pt modelId="{AB7CA9EE-25BA-4A97-BC99-0A53E6AB306F}" type="sibTrans" cxnId="{50ECAC3B-DD48-4F90-9B57-C4E1B8B2879A}">
      <dgm:prSet/>
      <dgm:spPr/>
      <dgm:t>
        <a:bodyPr/>
        <a:lstStyle/>
        <a:p>
          <a:endParaRPr lang="en-US"/>
        </a:p>
      </dgm:t>
    </dgm:pt>
    <dgm:pt modelId="{F1CC17A4-C584-45CB-8F13-97D0D3F46ACF}" type="pres">
      <dgm:prSet presAssocID="{C40FF843-AAF4-4B53-8DE3-081D451CBF54}" presName="root" presStyleCnt="0">
        <dgm:presLayoutVars>
          <dgm:dir/>
          <dgm:resizeHandles val="exact"/>
        </dgm:presLayoutVars>
      </dgm:prSet>
      <dgm:spPr/>
    </dgm:pt>
    <dgm:pt modelId="{7618F241-E92C-43E6-B79A-BCCB9A66B585}" type="pres">
      <dgm:prSet presAssocID="{66C62695-989A-4F0E-ADA2-1C608AC66E87}" presName="compNode" presStyleCnt="0"/>
      <dgm:spPr/>
    </dgm:pt>
    <dgm:pt modelId="{4952687D-DEF7-43CA-9B2D-EFFF66490B3E}" type="pres">
      <dgm:prSet presAssocID="{66C62695-989A-4F0E-ADA2-1C608AC66E8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C894CA05-ADEF-42B6-B45D-EC46D14E98F4}" type="pres">
      <dgm:prSet presAssocID="{66C62695-989A-4F0E-ADA2-1C608AC66E87}" presName="iconSpace" presStyleCnt="0"/>
      <dgm:spPr/>
    </dgm:pt>
    <dgm:pt modelId="{604E4F14-9FA0-40BD-B64B-1FC3EDEC7E7A}" type="pres">
      <dgm:prSet presAssocID="{66C62695-989A-4F0E-ADA2-1C608AC66E87}" presName="parTx" presStyleLbl="revTx" presStyleIdx="0" presStyleCnt="8">
        <dgm:presLayoutVars>
          <dgm:chMax val="0"/>
          <dgm:chPref val="0"/>
        </dgm:presLayoutVars>
      </dgm:prSet>
      <dgm:spPr/>
    </dgm:pt>
    <dgm:pt modelId="{D2E0B200-A370-4810-91D2-85BE2D288678}" type="pres">
      <dgm:prSet presAssocID="{66C62695-989A-4F0E-ADA2-1C608AC66E87}" presName="txSpace" presStyleCnt="0"/>
      <dgm:spPr/>
    </dgm:pt>
    <dgm:pt modelId="{C21F9723-A3F2-40CD-B558-056F8FA4188E}" type="pres">
      <dgm:prSet presAssocID="{66C62695-989A-4F0E-ADA2-1C608AC66E87}" presName="desTx" presStyleLbl="revTx" presStyleIdx="1" presStyleCnt="8">
        <dgm:presLayoutVars/>
      </dgm:prSet>
      <dgm:spPr/>
    </dgm:pt>
    <dgm:pt modelId="{7E2F51F4-FAF9-4427-8A72-2F14B7756CEC}" type="pres">
      <dgm:prSet presAssocID="{811EAC73-F869-4142-B550-20D18BBFDE63}" presName="sibTrans" presStyleCnt="0"/>
      <dgm:spPr/>
    </dgm:pt>
    <dgm:pt modelId="{2AB9748C-7B9F-4761-91B8-DC7C2AC90FB5}" type="pres">
      <dgm:prSet presAssocID="{38FFDD8C-F90D-4DBF-B449-E0E4302C0E93}" presName="compNode" presStyleCnt="0"/>
      <dgm:spPr/>
    </dgm:pt>
    <dgm:pt modelId="{1C3E6CC4-B0C2-4950-BA85-E01275786578}" type="pres">
      <dgm:prSet presAssocID="{38FFDD8C-F90D-4DBF-B449-E0E4302C0E9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4191662F-D294-4654-B62C-50A2FCF032CE}" type="pres">
      <dgm:prSet presAssocID="{38FFDD8C-F90D-4DBF-B449-E0E4302C0E93}" presName="iconSpace" presStyleCnt="0"/>
      <dgm:spPr/>
    </dgm:pt>
    <dgm:pt modelId="{16A484AF-CDF1-482D-8008-330AFA71CFEB}" type="pres">
      <dgm:prSet presAssocID="{38FFDD8C-F90D-4DBF-B449-E0E4302C0E93}" presName="parTx" presStyleLbl="revTx" presStyleIdx="2" presStyleCnt="8">
        <dgm:presLayoutVars>
          <dgm:chMax val="0"/>
          <dgm:chPref val="0"/>
        </dgm:presLayoutVars>
      </dgm:prSet>
      <dgm:spPr/>
    </dgm:pt>
    <dgm:pt modelId="{EADFB8B5-E493-4073-AB89-DC375A736559}" type="pres">
      <dgm:prSet presAssocID="{38FFDD8C-F90D-4DBF-B449-E0E4302C0E93}" presName="txSpace" presStyleCnt="0"/>
      <dgm:spPr/>
    </dgm:pt>
    <dgm:pt modelId="{3CE9BAEA-C6B6-4625-A8A5-0AF6FE76F02E}" type="pres">
      <dgm:prSet presAssocID="{38FFDD8C-F90D-4DBF-B449-E0E4302C0E93}" presName="desTx" presStyleLbl="revTx" presStyleIdx="3" presStyleCnt="8">
        <dgm:presLayoutVars/>
      </dgm:prSet>
      <dgm:spPr/>
    </dgm:pt>
    <dgm:pt modelId="{A41978A9-FE67-4FFA-868A-CDCB7FE1C990}" type="pres">
      <dgm:prSet presAssocID="{3B072AB6-C145-45A2-8BF7-8533B8D41F82}" presName="sibTrans" presStyleCnt="0"/>
      <dgm:spPr/>
    </dgm:pt>
    <dgm:pt modelId="{7DB395C1-F159-47CF-901D-00A25E85BA29}" type="pres">
      <dgm:prSet presAssocID="{835EDFC0-2F69-48B4-9880-DFD413AFE755}" presName="compNode" presStyleCnt="0"/>
      <dgm:spPr/>
    </dgm:pt>
    <dgm:pt modelId="{6D1097D5-DBC4-4229-B711-938FD6B11CC6}" type="pres">
      <dgm:prSet presAssocID="{835EDFC0-2F69-48B4-9880-DFD413AFE75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A9FB7CAD-FCAD-4869-94BD-D333F87216BD}" type="pres">
      <dgm:prSet presAssocID="{835EDFC0-2F69-48B4-9880-DFD413AFE755}" presName="iconSpace" presStyleCnt="0"/>
      <dgm:spPr/>
    </dgm:pt>
    <dgm:pt modelId="{14DDE3A5-B6AC-4424-AFB3-CDF0A8159C92}" type="pres">
      <dgm:prSet presAssocID="{835EDFC0-2F69-48B4-9880-DFD413AFE755}" presName="parTx" presStyleLbl="revTx" presStyleIdx="4" presStyleCnt="8">
        <dgm:presLayoutVars>
          <dgm:chMax val="0"/>
          <dgm:chPref val="0"/>
        </dgm:presLayoutVars>
      </dgm:prSet>
      <dgm:spPr/>
    </dgm:pt>
    <dgm:pt modelId="{10CC4BE6-5FC2-4EF7-9B2B-6DBCBE8B62B1}" type="pres">
      <dgm:prSet presAssocID="{835EDFC0-2F69-48B4-9880-DFD413AFE755}" presName="txSpace" presStyleCnt="0"/>
      <dgm:spPr/>
    </dgm:pt>
    <dgm:pt modelId="{9AC2D6D5-CD6E-4012-8DE9-7E71141706CB}" type="pres">
      <dgm:prSet presAssocID="{835EDFC0-2F69-48B4-9880-DFD413AFE755}" presName="desTx" presStyleLbl="revTx" presStyleIdx="5" presStyleCnt="8">
        <dgm:presLayoutVars/>
      </dgm:prSet>
      <dgm:spPr/>
    </dgm:pt>
    <dgm:pt modelId="{180F3118-DDDE-407D-B4E4-D96F80B34623}" type="pres">
      <dgm:prSet presAssocID="{2138B2AB-57A4-4974-9AED-69E89B50C5DC}" presName="sibTrans" presStyleCnt="0"/>
      <dgm:spPr/>
    </dgm:pt>
    <dgm:pt modelId="{39B0015B-BF92-4B7C-8CB9-67FC274F7C49}" type="pres">
      <dgm:prSet presAssocID="{FFA6B219-145E-4E73-A99F-E31E8F741D24}" presName="compNode" presStyleCnt="0"/>
      <dgm:spPr/>
    </dgm:pt>
    <dgm:pt modelId="{08AD6DCB-DC85-4910-9B8C-B2620D1BB118}" type="pres">
      <dgm:prSet presAssocID="{FFA6B219-145E-4E73-A99F-E31E8F741D2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F70354D6-8380-4DFD-B159-6DB9C06D653C}" type="pres">
      <dgm:prSet presAssocID="{FFA6B219-145E-4E73-A99F-E31E8F741D24}" presName="iconSpace" presStyleCnt="0"/>
      <dgm:spPr/>
    </dgm:pt>
    <dgm:pt modelId="{9334A57E-0653-46E1-BFD9-828A768DBBAF}" type="pres">
      <dgm:prSet presAssocID="{FFA6B219-145E-4E73-A99F-E31E8F741D24}" presName="parTx" presStyleLbl="revTx" presStyleIdx="6" presStyleCnt="8">
        <dgm:presLayoutVars>
          <dgm:chMax val="0"/>
          <dgm:chPref val="0"/>
        </dgm:presLayoutVars>
      </dgm:prSet>
      <dgm:spPr/>
    </dgm:pt>
    <dgm:pt modelId="{83290B84-7887-4F7F-8047-898F5634E960}" type="pres">
      <dgm:prSet presAssocID="{FFA6B219-145E-4E73-A99F-E31E8F741D24}" presName="txSpace" presStyleCnt="0"/>
      <dgm:spPr/>
    </dgm:pt>
    <dgm:pt modelId="{E459478A-24AA-4C1A-883F-091B0ECE1898}" type="pres">
      <dgm:prSet presAssocID="{FFA6B219-145E-4E73-A99F-E31E8F741D24}" presName="desTx" presStyleLbl="revTx" presStyleIdx="7" presStyleCnt="8">
        <dgm:presLayoutVars/>
      </dgm:prSet>
      <dgm:spPr/>
    </dgm:pt>
  </dgm:ptLst>
  <dgm:cxnLst>
    <dgm:cxn modelId="{E0E91805-3A9E-4389-8FEE-05B967E4AA6F}" srcId="{C40FF843-AAF4-4B53-8DE3-081D451CBF54}" destId="{66C62695-989A-4F0E-ADA2-1C608AC66E87}" srcOrd="0" destOrd="0" parTransId="{922FC851-1DEA-4FD7-9D32-953D27897394}" sibTransId="{811EAC73-F869-4142-B550-20D18BBFDE63}"/>
    <dgm:cxn modelId="{0F5BB51E-A589-434F-ACBD-BFC0ECAC9D8B}" type="presOf" srcId="{C40FF843-AAF4-4B53-8DE3-081D451CBF54}" destId="{F1CC17A4-C584-45CB-8F13-97D0D3F46ACF}" srcOrd="0" destOrd="0" presId="urn:microsoft.com/office/officeart/2018/5/layout/CenteredIconLabelDescriptionList"/>
    <dgm:cxn modelId="{50ECAC3B-DD48-4F90-9B57-C4E1B8B2879A}" srcId="{FFA6B219-145E-4E73-A99F-E31E8F741D24}" destId="{6ED5FF68-DF62-4B85-AFC5-25AB9E3886EE}" srcOrd="0" destOrd="0" parTransId="{C415F576-FC67-463E-A36B-C5BB014ACB9B}" sibTransId="{AB7CA9EE-25BA-4A97-BC99-0A53E6AB306F}"/>
    <dgm:cxn modelId="{5C26E65F-264D-4A52-A6FD-2C209A9AEFEF}" srcId="{38FFDD8C-F90D-4DBF-B449-E0E4302C0E93}" destId="{C13B0DA8-4DFF-4651-8DEF-58B4F6465F71}" srcOrd="0" destOrd="0" parTransId="{5E02F784-B339-4023-90EB-AA0E2AE8E2B2}" sibTransId="{F5A171AE-ED14-429F-903E-DC9DADE76C80}"/>
    <dgm:cxn modelId="{83EE2E65-A035-46FF-A01F-0D63B42BE2ED}" srcId="{C40FF843-AAF4-4B53-8DE3-081D451CBF54}" destId="{835EDFC0-2F69-48B4-9880-DFD413AFE755}" srcOrd="2" destOrd="0" parTransId="{54E15981-F2CE-4E8F-8EBF-00DF2CAEFD04}" sibTransId="{2138B2AB-57A4-4974-9AED-69E89B50C5DC}"/>
    <dgm:cxn modelId="{2A142E7F-FC69-4EC6-A0F8-FD16E4462233}" type="presOf" srcId="{C13B0DA8-4DFF-4651-8DEF-58B4F6465F71}" destId="{3CE9BAEA-C6B6-4625-A8A5-0AF6FE76F02E}" srcOrd="0" destOrd="0" presId="urn:microsoft.com/office/officeart/2018/5/layout/CenteredIconLabelDescriptionList"/>
    <dgm:cxn modelId="{8C9F6E88-CB81-4056-9867-45FBF482CD18}" type="presOf" srcId="{6ED5FF68-DF62-4B85-AFC5-25AB9E3886EE}" destId="{E459478A-24AA-4C1A-883F-091B0ECE1898}" srcOrd="0" destOrd="0" presId="urn:microsoft.com/office/officeart/2018/5/layout/CenteredIconLabelDescriptionList"/>
    <dgm:cxn modelId="{941BDF93-5A58-428E-A334-1C9D58667669}" srcId="{C40FF843-AAF4-4B53-8DE3-081D451CBF54}" destId="{38FFDD8C-F90D-4DBF-B449-E0E4302C0E93}" srcOrd="1" destOrd="0" parTransId="{E7C9072F-5FE7-48E9-B9EA-C37C82FD130D}" sibTransId="{3B072AB6-C145-45A2-8BF7-8533B8D41F82}"/>
    <dgm:cxn modelId="{A578A3A1-7ACF-45D1-805E-59BA6991F3A3}" type="presOf" srcId="{D23E3463-6541-4939-8119-BA3CEEAA4C33}" destId="{9AC2D6D5-CD6E-4012-8DE9-7E71141706CB}" srcOrd="0" destOrd="0" presId="urn:microsoft.com/office/officeart/2018/5/layout/CenteredIconLabelDescriptionList"/>
    <dgm:cxn modelId="{1744FCAA-29A5-4FB0-844A-C3DCA6672CED}" type="presOf" srcId="{835EDFC0-2F69-48B4-9880-DFD413AFE755}" destId="{14DDE3A5-B6AC-4424-AFB3-CDF0A8159C92}" srcOrd="0" destOrd="0" presId="urn:microsoft.com/office/officeart/2018/5/layout/CenteredIconLabelDescriptionList"/>
    <dgm:cxn modelId="{7A3C56AC-D37E-41BB-B887-2919F2C29C22}" type="presOf" srcId="{38FFDD8C-F90D-4DBF-B449-E0E4302C0E93}" destId="{16A484AF-CDF1-482D-8008-330AFA71CFEB}" srcOrd="0" destOrd="0" presId="urn:microsoft.com/office/officeart/2018/5/layout/CenteredIconLabelDescriptionList"/>
    <dgm:cxn modelId="{1C0B36B4-D6D5-421A-96E6-8B4220BC3E40}" type="presOf" srcId="{66C62695-989A-4F0E-ADA2-1C608AC66E87}" destId="{604E4F14-9FA0-40BD-B64B-1FC3EDEC7E7A}" srcOrd="0" destOrd="0" presId="urn:microsoft.com/office/officeart/2018/5/layout/CenteredIconLabelDescriptionList"/>
    <dgm:cxn modelId="{2027A5BB-C7DC-472A-A61D-E7DDEBC7731E}" srcId="{C40FF843-AAF4-4B53-8DE3-081D451CBF54}" destId="{FFA6B219-145E-4E73-A99F-E31E8F741D24}" srcOrd="3" destOrd="0" parTransId="{9BA12415-F808-47D0-8AD1-EB0ED722BD4C}" sibTransId="{1370D342-32E6-4707-9F68-C558FDAC2893}"/>
    <dgm:cxn modelId="{5378F1BC-A0AB-49CB-BFE2-E9F4FDF7949F}" srcId="{66C62695-989A-4F0E-ADA2-1C608AC66E87}" destId="{3D2E5529-5805-49C0-82F0-B95083BB0EA1}" srcOrd="0" destOrd="0" parTransId="{0535C68C-5EF1-4D00-9A5F-21454D3E52B8}" sibTransId="{CEC127BB-8137-4B70-A061-3E47A082F63B}"/>
    <dgm:cxn modelId="{0A4D9DC5-F6CC-46D3-A50B-8AD205510BDB}" type="presOf" srcId="{3D2E5529-5805-49C0-82F0-B95083BB0EA1}" destId="{C21F9723-A3F2-40CD-B558-056F8FA4188E}" srcOrd="0" destOrd="0" presId="urn:microsoft.com/office/officeart/2018/5/layout/CenteredIconLabelDescriptionList"/>
    <dgm:cxn modelId="{CE6F7AFE-9E90-4F1A-B6F3-1EF910EF4D8C}" type="presOf" srcId="{FFA6B219-145E-4E73-A99F-E31E8F741D24}" destId="{9334A57E-0653-46E1-BFD9-828A768DBBAF}" srcOrd="0" destOrd="0" presId="urn:microsoft.com/office/officeart/2018/5/layout/CenteredIconLabelDescriptionList"/>
    <dgm:cxn modelId="{72F5FBFF-6CA5-4ECD-9CFD-71D27ADB7FC0}" srcId="{835EDFC0-2F69-48B4-9880-DFD413AFE755}" destId="{D23E3463-6541-4939-8119-BA3CEEAA4C33}" srcOrd="0" destOrd="0" parTransId="{BD3CCC0A-9CF6-4014-AAA1-5583FE3A369F}" sibTransId="{EF38BCAA-AE23-4873-8627-A3E4E131006D}"/>
    <dgm:cxn modelId="{ADBF5F9C-0C44-4C2C-AB4D-8BCC137CB604}" type="presParOf" srcId="{F1CC17A4-C584-45CB-8F13-97D0D3F46ACF}" destId="{7618F241-E92C-43E6-B79A-BCCB9A66B585}" srcOrd="0" destOrd="0" presId="urn:microsoft.com/office/officeart/2018/5/layout/CenteredIconLabelDescriptionList"/>
    <dgm:cxn modelId="{BB6EFD98-B0F5-4430-8952-85C0ED4ACCD9}" type="presParOf" srcId="{7618F241-E92C-43E6-B79A-BCCB9A66B585}" destId="{4952687D-DEF7-43CA-9B2D-EFFF66490B3E}" srcOrd="0" destOrd="0" presId="urn:microsoft.com/office/officeart/2018/5/layout/CenteredIconLabelDescriptionList"/>
    <dgm:cxn modelId="{F183C4FE-CA68-453F-93EE-C2A23BEEDC66}" type="presParOf" srcId="{7618F241-E92C-43E6-B79A-BCCB9A66B585}" destId="{C894CA05-ADEF-42B6-B45D-EC46D14E98F4}" srcOrd="1" destOrd="0" presId="urn:microsoft.com/office/officeart/2018/5/layout/CenteredIconLabelDescriptionList"/>
    <dgm:cxn modelId="{9A23DB72-36BD-4688-B80C-FAE4AAD6EDBE}" type="presParOf" srcId="{7618F241-E92C-43E6-B79A-BCCB9A66B585}" destId="{604E4F14-9FA0-40BD-B64B-1FC3EDEC7E7A}" srcOrd="2" destOrd="0" presId="urn:microsoft.com/office/officeart/2018/5/layout/CenteredIconLabelDescriptionList"/>
    <dgm:cxn modelId="{12D74C3A-40C9-4F19-8139-E476DAD1590A}" type="presParOf" srcId="{7618F241-E92C-43E6-B79A-BCCB9A66B585}" destId="{D2E0B200-A370-4810-91D2-85BE2D288678}" srcOrd="3" destOrd="0" presId="urn:microsoft.com/office/officeart/2018/5/layout/CenteredIconLabelDescriptionList"/>
    <dgm:cxn modelId="{A062D505-763D-4434-8FFE-080A13E830B6}" type="presParOf" srcId="{7618F241-E92C-43E6-B79A-BCCB9A66B585}" destId="{C21F9723-A3F2-40CD-B558-056F8FA4188E}" srcOrd="4" destOrd="0" presId="urn:microsoft.com/office/officeart/2018/5/layout/CenteredIconLabelDescriptionList"/>
    <dgm:cxn modelId="{3C991047-4C70-43A8-BA53-9F14B7461A1F}" type="presParOf" srcId="{F1CC17A4-C584-45CB-8F13-97D0D3F46ACF}" destId="{7E2F51F4-FAF9-4427-8A72-2F14B7756CEC}" srcOrd="1" destOrd="0" presId="urn:microsoft.com/office/officeart/2018/5/layout/CenteredIconLabelDescriptionList"/>
    <dgm:cxn modelId="{30950AF0-AFB3-4FC4-AE58-F74A72AB4DCD}" type="presParOf" srcId="{F1CC17A4-C584-45CB-8F13-97D0D3F46ACF}" destId="{2AB9748C-7B9F-4761-91B8-DC7C2AC90FB5}" srcOrd="2" destOrd="0" presId="urn:microsoft.com/office/officeart/2018/5/layout/CenteredIconLabelDescriptionList"/>
    <dgm:cxn modelId="{6A1ACD30-99AA-42B4-A529-01F4E53CD511}" type="presParOf" srcId="{2AB9748C-7B9F-4761-91B8-DC7C2AC90FB5}" destId="{1C3E6CC4-B0C2-4950-BA85-E01275786578}" srcOrd="0" destOrd="0" presId="urn:microsoft.com/office/officeart/2018/5/layout/CenteredIconLabelDescriptionList"/>
    <dgm:cxn modelId="{FBD434DD-B0E5-4059-98E2-F19E647F62A6}" type="presParOf" srcId="{2AB9748C-7B9F-4761-91B8-DC7C2AC90FB5}" destId="{4191662F-D294-4654-B62C-50A2FCF032CE}" srcOrd="1" destOrd="0" presId="urn:microsoft.com/office/officeart/2018/5/layout/CenteredIconLabelDescriptionList"/>
    <dgm:cxn modelId="{66E20AA3-5A92-4309-BDBE-F330C1E91DB1}" type="presParOf" srcId="{2AB9748C-7B9F-4761-91B8-DC7C2AC90FB5}" destId="{16A484AF-CDF1-482D-8008-330AFA71CFEB}" srcOrd="2" destOrd="0" presId="urn:microsoft.com/office/officeart/2018/5/layout/CenteredIconLabelDescriptionList"/>
    <dgm:cxn modelId="{33FD138D-6EDD-4DA9-ADE5-B1BB72598ED7}" type="presParOf" srcId="{2AB9748C-7B9F-4761-91B8-DC7C2AC90FB5}" destId="{EADFB8B5-E493-4073-AB89-DC375A736559}" srcOrd="3" destOrd="0" presId="urn:microsoft.com/office/officeart/2018/5/layout/CenteredIconLabelDescriptionList"/>
    <dgm:cxn modelId="{5680318F-5802-4A6A-A71D-9CFAF664962A}" type="presParOf" srcId="{2AB9748C-7B9F-4761-91B8-DC7C2AC90FB5}" destId="{3CE9BAEA-C6B6-4625-A8A5-0AF6FE76F02E}" srcOrd="4" destOrd="0" presId="urn:microsoft.com/office/officeart/2018/5/layout/CenteredIconLabelDescriptionList"/>
    <dgm:cxn modelId="{53B1157A-8311-4461-BE1C-15AB12840882}" type="presParOf" srcId="{F1CC17A4-C584-45CB-8F13-97D0D3F46ACF}" destId="{A41978A9-FE67-4FFA-868A-CDCB7FE1C990}" srcOrd="3" destOrd="0" presId="urn:microsoft.com/office/officeart/2018/5/layout/CenteredIconLabelDescriptionList"/>
    <dgm:cxn modelId="{856321DA-3D15-4DCA-9F32-57526060528C}" type="presParOf" srcId="{F1CC17A4-C584-45CB-8F13-97D0D3F46ACF}" destId="{7DB395C1-F159-47CF-901D-00A25E85BA29}" srcOrd="4" destOrd="0" presId="urn:microsoft.com/office/officeart/2018/5/layout/CenteredIconLabelDescriptionList"/>
    <dgm:cxn modelId="{DD7AA7BF-7D0E-448F-9A68-4A483398506C}" type="presParOf" srcId="{7DB395C1-F159-47CF-901D-00A25E85BA29}" destId="{6D1097D5-DBC4-4229-B711-938FD6B11CC6}" srcOrd="0" destOrd="0" presId="urn:microsoft.com/office/officeart/2018/5/layout/CenteredIconLabelDescriptionList"/>
    <dgm:cxn modelId="{74EE6B81-2364-4093-864A-8BCFB907A85A}" type="presParOf" srcId="{7DB395C1-F159-47CF-901D-00A25E85BA29}" destId="{A9FB7CAD-FCAD-4869-94BD-D333F87216BD}" srcOrd="1" destOrd="0" presId="urn:microsoft.com/office/officeart/2018/5/layout/CenteredIconLabelDescriptionList"/>
    <dgm:cxn modelId="{8F1E22D0-0127-4159-8E72-B5B7657A880C}" type="presParOf" srcId="{7DB395C1-F159-47CF-901D-00A25E85BA29}" destId="{14DDE3A5-B6AC-4424-AFB3-CDF0A8159C92}" srcOrd="2" destOrd="0" presId="urn:microsoft.com/office/officeart/2018/5/layout/CenteredIconLabelDescriptionList"/>
    <dgm:cxn modelId="{68DB623C-D7D2-4141-8525-904AC369BF28}" type="presParOf" srcId="{7DB395C1-F159-47CF-901D-00A25E85BA29}" destId="{10CC4BE6-5FC2-4EF7-9B2B-6DBCBE8B62B1}" srcOrd="3" destOrd="0" presId="urn:microsoft.com/office/officeart/2018/5/layout/CenteredIconLabelDescriptionList"/>
    <dgm:cxn modelId="{4570B0A6-A0EE-4D2D-AD46-B901BC6A3F64}" type="presParOf" srcId="{7DB395C1-F159-47CF-901D-00A25E85BA29}" destId="{9AC2D6D5-CD6E-4012-8DE9-7E71141706CB}" srcOrd="4" destOrd="0" presId="urn:microsoft.com/office/officeart/2018/5/layout/CenteredIconLabelDescriptionList"/>
    <dgm:cxn modelId="{8616ABE7-3D85-4A6E-B39B-73142133B468}" type="presParOf" srcId="{F1CC17A4-C584-45CB-8F13-97D0D3F46ACF}" destId="{180F3118-DDDE-407D-B4E4-D96F80B34623}" srcOrd="5" destOrd="0" presId="urn:microsoft.com/office/officeart/2018/5/layout/CenteredIconLabelDescriptionList"/>
    <dgm:cxn modelId="{9EDC7458-95A0-4DCF-9443-BBF8028B3397}" type="presParOf" srcId="{F1CC17A4-C584-45CB-8F13-97D0D3F46ACF}" destId="{39B0015B-BF92-4B7C-8CB9-67FC274F7C49}" srcOrd="6" destOrd="0" presId="urn:microsoft.com/office/officeart/2018/5/layout/CenteredIconLabelDescriptionList"/>
    <dgm:cxn modelId="{AB62A423-6FF7-4165-9FB9-5034AD989206}" type="presParOf" srcId="{39B0015B-BF92-4B7C-8CB9-67FC274F7C49}" destId="{08AD6DCB-DC85-4910-9B8C-B2620D1BB118}" srcOrd="0" destOrd="0" presId="urn:microsoft.com/office/officeart/2018/5/layout/CenteredIconLabelDescriptionList"/>
    <dgm:cxn modelId="{76A99D5F-1E69-4397-9CE3-7888C030DC91}" type="presParOf" srcId="{39B0015B-BF92-4B7C-8CB9-67FC274F7C49}" destId="{F70354D6-8380-4DFD-B159-6DB9C06D653C}" srcOrd="1" destOrd="0" presId="urn:microsoft.com/office/officeart/2018/5/layout/CenteredIconLabelDescriptionList"/>
    <dgm:cxn modelId="{B4A17954-B7D5-4260-99A3-6B3BB9F8FAF0}" type="presParOf" srcId="{39B0015B-BF92-4B7C-8CB9-67FC274F7C49}" destId="{9334A57E-0653-46E1-BFD9-828A768DBBAF}" srcOrd="2" destOrd="0" presId="urn:microsoft.com/office/officeart/2018/5/layout/CenteredIconLabelDescriptionList"/>
    <dgm:cxn modelId="{F4188570-37B1-46ED-AF1F-868201EF17D7}" type="presParOf" srcId="{39B0015B-BF92-4B7C-8CB9-67FC274F7C49}" destId="{83290B84-7887-4F7F-8047-898F5634E960}" srcOrd="3" destOrd="0" presId="urn:microsoft.com/office/officeart/2018/5/layout/CenteredIconLabelDescriptionList"/>
    <dgm:cxn modelId="{DCF114D3-10EF-426F-94D8-46F8EF7B9C54}" type="presParOf" srcId="{39B0015B-BF92-4B7C-8CB9-67FC274F7C49}" destId="{E459478A-24AA-4C1A-883F-091B0ECE189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33DE95C-BBF5-4E90-AF81-64B36754414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F10C145-BE54-4D7D-AB92-CC066CD4B4DD}">
      <dgm:prSet/>
      <dgm:spPr/>
      <dgm:t>
        <a:bodyPr/>
        <a:lstStyle/>
        <a:p>
          <a:pPr>
            <a:defRPr b="1"/>
          </a:pPr>
          <a:r>
            <a:rPr lang="en-GB" b="1"/>
            <a:t>Tools and Resources:</a:t>
          </a:r>
          <a:endParaRPr lang="en-US"/>
        </a:p>
      </dgm:t>
    </dgm:pt>
    <dgm:pt modelId="{51DCB718-7259-41E8-8CF3-5A17364CBA2F}" type="parTrans" cxnId="{D0B9C518-228B-496C-AF47-BE2CBF8B3CA4}">
      <dgm:prSet/>
      <dgm:spPr/>
      <dgm:t>
        <a:bodyPr/>
        <a:lstStyle/>
        <a:p>
          <a:endParaRPr lang="en-US"/>
        </a:p>
      </dgm:t>
    </dgm:pt>
    <dgm:pt modelId="{D904739F-5BE5-49CC-8A7A-B79447B132F2}" type="sibTrans" cxnId="{D0B9C518-228B-496C-AF47-BE2CBF8B3CA4}">
      <dgm:prSet/>
      <dgm:spPr/>
      <dgm:t>
        <a:bodyPr/>
        <a:lstStyle/>
        <a:p>
          <a:endParaRPr lang="en-US"/>
        </a:p>
      </dgm:t>
    </dgm:pt>
    <dgm:pt modelId="{6D168D4C-701C-44B3-9393-7297D3F5CC1D}">
      <dgm:prSet/>
      <dgm:spPr/>
      <dgm:t>
        <a:bodyPr/>
        <a:lstStyle/>
        <a:p>
          <a:r>
            <a:rPr lang="en-GB"/>
            <a:t>Discuss the effectiveness of tools and resources used during the sprint.</a:t>
          </a:r>
          <a:endParaRPr lang="en-US"/>
        </a:p>
      </dgm:t>
    </dgm:pt>
    <dgm:pt modelId="{2148FE72-990B-414F-B298-50D8B072AD18}" type="parTrans" cxnId="{C455B947-B665-4DDD-AFD5-6AC976609A37}">
      <dgm:prSet/>
      <dgm:spPr/>
      <dgm:t>
        <a:bodyPr/>
        <a:lstStyle/>
        <a:p>
          <a:endParaRPr lang="en-US"/>
        </a:p>
      </dgm:t>
    </dgm:pt>
    <dgm:pt modelId="{7E331EA9-6B0B-4861-99B1-8E9C71B7070D}" type="sibTrans" cxnId="{C455B947-B665-4DDD-AFD5-6AC976609A37}">
      <dgm:prSet/>
      <dgm:spPr/>
      <dgm:t>
        <a:bodyPr/>
        <a:lstStyle/>
        <a:p>
          <a:endParaRPr lang="en-US"/>
        </a:p>
      </dgm:t>
    </dgm:pt>
    <dgm:pt modelId="{8F3B9F8A-4DE3-47E7-B8CC-75913B4DCF55}">
      <dgm:prSet/>
      <dgm:spPr/>
      <dgm:t>
        <a:bodyPr/>
        <a:lstStyle/>
        <a:p>
          <a:r>
            <a:rPr lang="en-GB"/>
            <a:t>Identify improvements or changes needed in the toolset.</a:t>
          </a:r>
          <a:endParaRPr lang="en-US"/>
        </a:p>
      </dgm:t>
    </dgm:pt>
    <dgm:pt modelId="{49A07CDB-0764-4855-93EE-061A174F4C32}" type="parTrans" cxnId="{4955B414-394A-46D8-B9D5-1C20EDF899F8}">
      <dgm:prSet/>
      <dgm:spPr/>
      <dgm:t>
        <a:bodyPr/>
        <a:lstStyle/>
        <a:p>
          <a:endParaRPr lang="en-US"/>
        </a:p>
      </dgm:t>
    </dgm:pt>
    <dgm:pt modelId="{12DC4358-9816-4DFA-A578-43FF0249DA25}" type="sibTrans" cxnId="{4955B414-394A-46D8-B9D5-1C20EDF899F8}">
      <dgm:prSet/>
      <dgm:spPr/>
      <dgm:t>
        <a:bodyPr/>
        <a:lstStyle/>
        <a:p>
          <a:endParaRPr lang="en-US"/>
        </a:p>
      </dgm:t>
    </dgm:pt>
    <dgm:pt modelId="{F423FFF9-2A84-4A94-BEE7-D434E5AF4CC2}">
      <dgm:prSet/>
      <dgm:spPr/>
      <dgm:t>
        <a:bodyPr/>
        <a:lstStyle/>
        <a:p>
          <a:pPr>
            <a:defRPr b="1"/>
          </a:pPr>
          <a:r>
            <a:rPr lang="en-GB" b="1"/>
            <a:t>Customer Feedback:</a:t>
          </a:r>
          <a:endParaRPr lang="en-US"/>
        </a:p>
      </dgm:t>
    </dgm:pt>
    <dgm:pt modelId="{71FD2804-4F48-42E2-8486-7F6F3EB3DAAF}" type="parTrans" cxnId="{FE470F9D-5BF7-47F1-88E8-C1CA5A423DED}">
      <dgm:prSet/>
      <dgm:spPr/>
      <dgm:t>
        <a:bodyPr/>
        <a:lstStyle/>
        <a:p>
          <a:endParaRPr lang="en-US"/>
        </a:p>
      </dgm:t>
    </dgm:pt>
    <dgm:pt modelId="{EDFE326A-2941-4252-8079-48E6229CE0A1}" type="sibTrans" cxnId="{FE470F9D-5BF7-47F1-88E8-C1CA5A423DED}">
      <dgm:prSet/>
      <dgm:spPr/>
      <dgm:t>
        <a:bodyPr/>
        <a:lstStyle/>
        <a:p>
          <a:endParaRPr lang="en-US"/>
        </a:p>
      </dgm:t>
    </dgm:pt>
    <dgm:pt modelId="{43805EBD-3A54-4596-9A09-D4647B365650}">
      <dgm:prSet/>
      <dgm:spPr/>
      <dgm:t>
        <a:bodyPr/>
        <a:lstStyle/>
        <a:p>
          <a:r>
            <a:rPr lang="en-GB"/>
            <a:t>Review any feedback and how to incorporate them into future work.</a:t>
          </a:r>
          <a:endParaRPr lang="en-US"/>
        </a:p>
      </dgm:t>
    </dgm:pt>
    <dgm:pt modelId="{6BDB775E-AA49-4888-A132-26ED23515F95}" type="parTrans" cxnId="{4CF935B6-8213-4520-B356-F93A0A122148}">
      <dgm:prSet/>
      <dgm:spPr/>
      <dgm:t>
        <a:bodyPr/>
        <a:lstStyle/>
        <a:p>
          <a:endParaRPr lang="en-US"/>
        </a:p>
      </dgm:t>
    </dgm:pt>
    <dgm:pt modelId="{3E709B99-CAB6-42D1-A354-41503EC4AC41}" type="sibTrans" cxnId="{4CF935B6-8213-4520-B356-F93A0A122148}">
      <dgm:prSet/>
      <dgm:spPr/>
      <dgm:t>
        <a:bodyPr/>
        <a:lstStyle/>
        <a:p>
          <a:endParaRPr lang="en-US"/>
        </a:p>
      </dgm:t>
    </dgm:pt>
    <dgm:pt modelId="{78CCBB0B-31C6-40CE-8C59-95020032E626}">
      <dgm:prSet/>
      <dgm:spPr/>
      <dgm:t>
        <a:bodyPr/>
        <a:lstStyle/>
        <a:p>
          <a:pPr>
            <a:defRPr b="1"/>
          </a:pPr>
          <a:r>
            <a:rPr lang="en-GB" b="1"/>
            <a:t>Team Morale:</a:t>
          </a:r>
          <a:endParaRPr lang="en-US"/>
        </a:p>
      </dgm:t>
    </dgm:pt>
    <dgm:pt modelId="{DADAEE90-2EC5-4105-AF8C-41025843E221}" type="parTrans" cxnId="{C53D4EBE-C6EC-4E22-9767-6EE0A704BE6A}">
      <dgm:prSet/>
      <dgm:spPr/>
      <dgm:t>
        <a:bodyPr/>
        <a:lstStyle/>
        <a:p>
          <a:endParaRPr lang="en-US"/>
        </a:p>
      </dgm:t>
    </dgm:pt>
    <dgm:pt modelId="{BAAEACAD-3D37-4B25-8EE8-4814E1CF8ACB}" type="sibTrans" cxnId="{C53D4EBE-C6EC-4E22-9767-6EE0A704BE6A}">
      <dgm:prSet/>
      <dgm:spPr/>
      <dgm:t>
        <a:bodyPr/>
        <a:lstStyle/>
        <a:p>
          <a:endParaRPr lang="en-US"/>
        </a:p>
      </dgm:t>
    </dgm:pt>
    <dgm:pt modelId="{CDC99778-BBC2-4446-B6DD-525BACB184E4}">
      <dgm:prSet/>
      <dgm:spPr/>
      <dgm:t>
        <a:bodyPr/>
        <a:lstStyle/>
        <a:p>
          <a:r>
            <a:rPr lang="en-GB"/>
            <a:t>Assess the overall morale and well-being of the team.</a:t>
          </a:r>
          <a:endParaRPr lang="en-US"/>
        </a:p>
      </dgm:t>
    </dgm:pt>
    <dgm:pt modelId="{0FABA587-9A1C-46F9-ABC0-D3BD97F8D798}" type="parTrans" cxnId="{11508298-6353-4C42-BAE8-7512BC3D3003}">
      <dgm:prSet/>
      <dgm:spPr/>
      <dgm:t>
        <a:bodyPr/>
        <a:lstStyle/>
        <a:p>
          <a:endParaRPr lang="en-US"/>
        </a:p>
      </dgm:t>
    </dgm:pt>
    <dgm:pt modelId="{EFE45948-DF0E-49C5-BDFA-62D87014BC2F}" type="sibTrans" cxnId="{11508298-6353-4C42-BAE8-7512BC3D3003}">
      <dgm:prSet/>
      <dgm:spPr/>
      <dgm:t>
        <a:bodyPr/>
        <a:lstStyle/>
        <a:p>
          <a:endParaRPr lang="en-US"/>
        </a:p>
      </dgm:t>
    </dgm:pt>
    <dgm:pt modelId="{67C0FBE3-C1AF-4588-9677-5792D4CC8A0A}" type="pres">
      <dgm:prSet presAssocID="{F33DE95C-BBF5-4E90-AF81-64B367544145}" presName="root" presStyleCnt="0">
        <dgm:presLayoutVars>
          <dgm:dir/>
          <dgm:resizeHandles val="exact"/>
        </dgm:presLayoutVars>
      </dgm:prSet>
      <dgm:spPr/>
    </dgm:pt>
    <dgm:pt modelId="{0E9D8B8A-2843-4B3C-8E25-1E1036F939B8}" type="pres">
      <dgm:prSet presAssocID="{AF10C145-BE54-4D7D-AB92-CC066CD4B4DD}" presName="compNode" presStyleCnt="0"/>
      <dgm:spPr/>
    </dgm:pt>
    <dgm:pt modelId="{644F7016-B421-42A7-B30D-A9A206A6C628}" type="pres">
      <dgm:prSet presAssocID="{AF10C145-BE54-4D7D-AB92-CC066CD4B4D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D669910-7BAD-4999-8EBF-255C8F128D37}" type="pres">
      <dgm:prSet presAssocID="{AF10C145-BE54-4D7D-AB92-CC066CD4B4DD}" presName="iconSpace" presStyleCnt="0"/>
      <dgm:spPr/>
    </dgm:pt>
    <dgm:pt modelId="{AE98B277-8A1B-4E00-BD02-2AA693296AD5}" type="pres">
      <dgm:prSet presAssocID="{AF10C145-BE54-4D7D-AB92-CC066CD4B4DD}" presName="parTx" presStyleLbl="revTx" presStyleIdx="0" presStyleCnt="6">
        <dgm:presLayoutVars>
          <dgm:chMax val="0"/>
          <dgm:chPref val="0"/>
        </dgm:presLayoutVars>
      </dgm:prSet>
      <dgm:spPr/>
    </dgm:pt>
    <dgm:pt modelId="{ADF20CD4-665E-4C85-BE41-70B3F0A21D2D}" type="pres">
      <dgm:prSet presAssocID="{AF10C145-BE54-4D7D-AB92-CC066CD4B4DD}" presName="txSpace" presStyleCnt="0"/>
      <dgm:spPr/>
    </dgm:pt>
    <dgm:pt modelId="{93CBF26B-2C80-4FE2-85DF-2AB032288FCD}" type="pres">
      <dgm:prSet presAssocID="{AF10C145-BE54-4D7D-AB92-CC066CD4B4DD}" presName="desTx" presStyleLbl="revTx" presStyleIdx="1" presStyleCnt="6">
        <dgm:presLayoutVars/>
      </dgm:prSet>
      <dgm:spPr/>
    </dgm:pt>
    <dgm:pt modelId="{14EBD817-2998-4138-ADDF-0A62973C0D16}" type="pres">
      <dgm:prSet presAssocID="{D904739F-5BE5-49CC-8A7A-B79447B132F2}" presName="sibTrans" presStyleCnt="0"/>
      <dgm:spPr/>
    </dgm:pt>
    <dgm:pt modelId="{0ED25863-FF65-4E08-A6B1-45FA646DB4C0}" type="pres">
      <dgm:prSet presAssocID="{F423FFF9-2A84-4A94-BEE7-D434E5AF4CC2}" presName="compNode" presStyleCnt="0"/>
      <dgm:spPr/>
    </dgm:pt>
    <dgm:pt modelId="{5B716F4E-EF03-43A8-A300-F5E2DF329FDB}" type="pres">
      <dgm:prSet presAssocID="{F423FFF9-2A84-4A94-BEE7-D434E5AF4CC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ard Room"/>
        </a:ext>
      </dgm:extLst>
    </dgm:pt>
    <dgm:pt modelId="{EE105DD5-782A-43CA-936D-B165658034AF}" type="pres">
      <dgm:prSet presAssocID="{F423FFF9-2A84-4A94-BEE7-D434E5AF4CC2}" presName="iconSpace" presStyleCnt="0"/>
      <dgm:spPr/>
    </dgm:pt>
    <dgm:pt modelId="{6A58FFA7-242A-4BC5-9BEC-BB0FFD53406C}" type="pres">
      <dgm:prSet presAssocID="{F423FFF9-2A84-4A94-BEE7-D434E5AF4CC2}" presName="parTx" presStyleLbl="revTx" presStyleIdx="2" presStyleCnt="6">
        <dgm:presLayoutVars>
          <dgm:chMax val="0"/>
          <dgm:chPref val="0"/>
        </dgm:presLayoutVars>
      </dgm:prSet>
      <dgm:spPr/>
    </dgm:pt>
    <dgm:pt modelId="{E6544AE4-9BCD-49E0-96EB-6DDA308EDB19}" type="pres">
      <dgm:prSet presAssocID="{F423FFF9-2A84-4A94-BEE7-D434E5AF4CC2}" presName="txSpace" presStyleCnt="0"/>
      <dgm:spPr/>
    </dgm:pt>
    <dgm:pt modelId="{0C7C11D5-0DA1-4973-B097-E1C081F116A4}" type="pres">
      <dgm:prSet presAssocID="{F423FFF9-2A84-4A94-BEE7-D434E5AF4CC2}" presName="desTx" presStyleLbl="revTx" presStyleIdx="3" presStyleCnt="6">
        <dgm:presLayoutVars/>
      </dgm:prSet>
      <dgm:spPr/>
    </dgm:pt>
    <dgm:pt modelId="{B957844A-7BC5-4324-8C6A-BB1A979D8D2D}" type="pres">
      <dgm:prSet presAssocID="{EDFE326A-2941-4252-8079-48E6229CE0A1}" presName="sibTrans" presStyleCnt="0"/>
      <dgm:spPr/>
    </dgm:pt>
    <dgm:pt modelId="{705C0D7D-5A26-48D8-99E5-C63685D5C3B9}" type="pres">
      <dgm:prSet presAssocID="{78CCBB0B-31C6-40CE-8C59-95020032E626}" presName="compNode" presStyleCnt="0"/>
      <dgm:spPr/>
    </dgm:pt>
    <dgm:pt modelId="{E79F46B3-A725-49CC-AC03-AFC8C83A6F05}" type="pres">
      <dgm:prSet presAssocID="{78CCBB0B-31C6-40CE-8C59-95020032E62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glasses Face Outline"/>
        </a:ext>
      </dgm:extLst>
    </dgm:pt>
    <dgm:pt modelId="{4789B62E-9CA2-45AE-9E30-EF91DE9D0C2D}" type="pres">
      <dgm:prSet presAssocID="{78CCBB0B-31C6-40CE-8C59-95020032E626}" presName="iconSpace" presStyleCnt="0"/>
      <dgm:spPr/>
    </dgm:pt>
    <dgm:pt modelId="{49789CC5-9826-4B3E-A626-3C11037E5CD0}" type="pres">
      <dgm:prSet presAssocID="{78CCBB0B-31C6-40CE-8C59-95020032E626}" presName="parTx" presStyleLbl="revTx" presStyleIdx="4" presStyleCnt="6">
        <dgm:presLayoutVars>
          <dgm:chMax val="0"/>
          <dgm:chPref val="0"/>
        </dgm:presLayoutVars>
      </dgm:prSet>
      <dgm:spPr/>
    </dgm:pt>
    <dgm:pt modelId="{D5860E22-5095-4DB5-9E4B-5E58F5C807A1}" type="pres">
      <dgm:prSet presAssocID="{78CCBB0B-31C6-40CE-8C59-95020032E626}" presName="txSpace" presStyleCnt="0"/>
      <dgm:spPr/>
    </dgm:pt>
    <dgm:pt modelId="{BA7ADA6F-19BA-4B10-B5FB-93518D106951}" type="pres">
      <dgm:prSet presAssocID="{78CCBB0B-31C6-40CE-8C59-95020032E626}" presName="desTx" presStyleLbl="revTx" presStyleIdx="5" presStyleCnt="6">
        <dgm:presLayoutVars/>
      </dgm:prSet>
      <dgm:spPr/>
    </dgm:pt>
  </dgm:ptLst>
  <dgm:cxnLst>
    <dgm:cxn modelId="{4955B414-394A-46D8-B9D5-1C20EDF899F8}" srcId="{AF10C145-BE54-4D7D-AB92-CC066CD4B4DD}" destId="{8F3B9F8A-4DE3-47E7-B8CC-75913B4DCF55}" srcOrd="1" destOrd="0" parTransId="{49A07CDB-0764-4855-93EE-061A174F4C32}" sibTransId="{12DC4358-9816-4DFA-A578-43FF0249DA25}"/>
    <dgm:cxn modelId="{D0B9C518-228B-496C-AF47-BE2CBF8B3CA4}" srcId="{F33DE95C-BBF5-4E90-AF81-64B367544145}" destId="{AF10C145-BE54-4D7D-AB92-CC066CD4B4DD}" srcOrd="0" destOrd="0" parTransId="{51DCB718-7259-41E8-8CF3-5A17364CBA2F}" sibTransId="{D904739F-5BE5-49CC-8A7A-B79447B132F2}"/>
    <dgm:cxn modelId="{1C27D818-C630-47F1-A5E2-BC7C7830B125}" type="presOf" srcId="{F423FFF9-2A84-4A94-BEE7-D434E5AF4CC2}" destId="{6A58FFA7-242A-4BC5-9BEC-BB0FFD53406C}" srcOrd="0" destOrd="0" presId="urn:microsoft.com/office/officeart/2018/5/layout/CenteredIconLabelDescriptionList"/>
    <dgm:cxn modelId="{4B14AA62-15E3-4A75-9F5E-8030775A1554}" type="presOf" srcId="{AF10C145-BE54-4D7D-AB92-CC066CD4B4DD}" destId="{AE98B277-8A1B-4E00-BD02-2AA693296AD5}" srcOrd="0" destOrd="0" presId="urn:microsoft.com/office/officeart/2018/5/layout/CenteredIconLabelDescriptionList"/>
    <dgm:cxn modelId="{C455B947-B665-4DDD-AFD5-6AC976609A37}" srcId="{AF10C145-BE54-4D7D-AB92-CC066CD4B4DD}" destId="{6D168D4C-701C-44B3-9393-7297D3F5CC1D}" srcOrd="0" destOrd="0" parTransId="{2148FE72-990B-414F-B298-50D8B072AD18}" sibTransId="{7E331EA9-6B0B-4861-99B1-8E9C71B7070D}"/>
    <dgm:cxn modelId="{EECEB754-F06B-458F-A386-07279E39C3F6}" type="presOf" srcId="{8F3B9F8A-4DE3-47E7-B8CC-75913B4DCF55}" destId="{93CBF26B-2C80-4FE2-85DF-2AB032288FCD}" srcOrd="0" destOrd="1" presId="urn:microsoft.com/office/officeart/2018/5/layout/CenteredIconLabelDescriptionList"/>
    <dgm:cxn modelId="{11508298-6353-4C42-BAE8-7512BC3D3003}" srcId="{78CCBB0B-31C6-40CE-8C59-95020032E626}" destId="{CDC99778-BBC2-4446-B6DD-525BACB184E4}" srcOrd="0" destOrd="0" parTransId="{0FABA587-9A1C-46F9-ABC0-D3BD97F8D798}" sibTransId="{EFE45948-DF0E-49C5-BDFA-62D87014BC2F}"/>
    <dgm:cxn modelId="{FE470F9D-5BF7-47F1-88E8-C1CA5A423DED}" srcId="{F33DE95C-BBF5-4E90-AF81-64B367544145}" destId="{F423FFF9-2A84-4A94-BEE7-D434E5AF4CC2}" srcOrd="1" destOrd="0" parTransId="{71FD2804-4F48-42E2-8486-7F6F3EB3DAAF}" sibTransId="{EDFE326A-2941-4252-8079-48E6229CE0A1}"/>
    <dgm:cxn modelId="{6BEDC4AC-1CAB-4627-95BD-23E68298323E}" type="presOf" srcId="{78CCBB0B-31C6-40CE-8C59-95020032E626}" destId="{49789CC5-9826-4B3E-A626-3C11037E5CD0}" srcOrd="0" destOrd="0" presId="urn:microsoft.com/office/officeart/2018/5/layout/CenteredIconLabelDescriptionList"/>
    <dgm:cxn modelId="{64A488AE-0482-4E9A-9D19-D2E86AE4C4AF}" type="presOf" srcId="{F33DE95C-BBF5-4E90-AF81-64B367544145}" destId="{67C0FBE3-C1AF-4588-9677-5792D4CC8A0A}" srcOrd="0" destOrd="0" presId="urn:microsoft.com/office/officeart/2018/5/layout/CenteredIconLabelDescriptionList"/>
    <dgm:cxn modelId="{4CF935B6-8213-4520-B356-F93A0A122148}" srcId="{F423FFF9-2A84-4A94-BEE7-D434E5AF4CC2}" destId="{43805EBD-3A54-4596-9A09-D4647B365650}" srcOrd="0" destOrd="0" parTransId="{6BDB775E-AA49-4888-A132-26ED23515F95}" sibTransId="{3E709B99-CAB6-42D1-A354-41503EC4AC41}"/>
    <dgm:cxn modelId="{C53D4EBE-C6EC-4E22-9767-6EE0A704BE6A}" srcId="{F33DE95C-BBF5-4E90-AF81-64B367544145}" destId="{78CCBB0B-31C6-40CE-8C59-95020032E626}" srcOrd="2" destOrd="0" parTransId="{DADAEE90-2EC5-4105-AF8C-41025843E221}" sibTransId="{BAAEACAD-3D37-4B25-8EE8-4814E1CF8ACB}"/>
    <dgm:cxn modelId="{439840D0-E981-4F23-84F8-220263D5866C}" type="presOf" srcId="{CDC99778-BBC2-4446-B6DD-525BACB184E4}" destId="{BA7ADA6F-19BA-4B10-B5FB-93518D106951}" srcOrd="0" destOrd="0" presId="urn:microsoft.com/office/officeart/2018/5/layout/CenteredIconLabelDescriptionList"/>
    <dgm:cxn modelId="{C43262EC-3BBB-4913-A66D-D8EADF780472}" type="presOf" srcId="{43805EBD-3A54-4596-9A09-D4647B365650}" destId="{0C7C11D5-0DA1-4973-B097-E1C081F116A4}" srcOrd="0" destOrd="0" presId="urn:microsoft.com/office/officeart/2018/5/layout/CenteredIconLabelDescriptionList"/>
    <dgm:cxn modelId="{55F038F2-3147-42B0-B4C6-62AB26B4DCAD}" type="presOf" srcId="{6D168D4C-701C-44B3-9393-7297D3F5CC1D}" destId="{93CBF26B-2C80-4FE2-85DF-2AB032288FCD}" srcOrd="0" destOrd="0" presId="urn:microsoft.com/office/officeart/2018/5/layout/CenteredIconLabelDescriptionList"/>
    <dgm:cxn modelId="{84428682-8A5E-4685-8B35-B053CA78A0A7}" type="presParOf" srcId="{67C0FBE3-C1AF-4588-9677-5792D4CC8A0A}" destId="{0E9D8B8A-2843-4B3C-8E25-1E1036F939B8}" srcOrd="0" destOrd="0" presId="urn:microsoft.com/office/officeart/2018/5/layout/CenteredIconLabelDescriptionList"/>
    <dgm:cxn modelId="{D493399A-3B62-4947-A3A5-714B3CEA4974}" type="presParOf" srcId="{0E9D8B8A-2843-4B3C-8E25-1E1036F939B8}" destId="{644F7016-B421-42A7-B30D-A9A206A6C628}" srcOrd="0" destOrd="0" presId="urn:microsoft.com/office/officeart/2018/5/layout/CenteredIconLabelDescriptionList"/>
    <dgm:cxn modelId="{94328B4B-A615-4592-9EDA-9C320A378C7C}" type="presParOf" srcId="{0E9D8B8A-2843-4B3C-8E25-1E1036F939B8}" destId="{1D669910-7BAD-4999-8EBF-255C8F128D37}" srcOrd="1" destOrd="0" presId="urn:microsoft.com/office/officeart/2018/5/layout/CenteredIconLabelDescriptionList"/>
    <dgm:cxn modelId="{85489EAD-59BE-42B3-A599-E2AC9DE13C3E}" type="presParOf" srcId="{0E9D8B8A-2843-4B3C-8E25-1E1036F939B8}" destId="{AE98B277-8A1B-4E00-BD02-2AA693296AD5}" srcOrd="2" destOrd="0" presId="urn:microsoft.com/office/officeart/2018/5/layout/CenteredIconLabelDescriptionList"/>
    <dgm:cxn modelId="{866245F4-C444-435F-96F4-CCD8CF282BA9}" type="presParOf" srcId="{0E9D8B8A-2843-4B3C-8E25-1E1036F939B8}" destId="{ADF20CD4-665E-4C85-BE41-70B3F0A21D2D}" srcOrd="3" destOrd="0" presId="urn:microsoft.com/office/officeart/2018/5/layout/CenteredIconLabelDescriptionList"/>
    <dgm:cxn modelId="{09A43DC6-68A0-4176-AD3E-DCD26E1B17DC}" type="presParOf" srcId="{0E9D8B8A-2843-4B3C-8E25-1E1036F939B8}" destId="{93CBF26B-2C80-4FE2-85DF-2AB032288FCD}" srcOrd="4" destOrd="0" presId="urn:microsoft.com/office/officeart/2018/5/layout/CenteredIconLabelDescriptionList"/>
    <dgm:cxn modelId="{68E764FB-2188-43C5-B579-76A1553A4528}" type="presParOf" srcId="{67C0FBE3-C1AF-4588-9677-5792D4CC8A0A}" destId="{14EBD817-2998-4138-ADDF-0A62973C0D16}" srcOrd="1" destOrd="0" presId="urn:microsoft.com/office/officeart/2018/5/layout/CenteredIconLabelDescriptionList"/>
    <dgm:cxn modelId="{82EBCC5C-F69E-4FA8-B8CF-1B513424E449}" type="presParOf" srcId="{67C0FBE3-C1AF-4588-9677-5792D4CC8A0A}" destId="{0ED25863-FF65-4E08-A6B1-45FA646DB4C0}" srcOrd="2" destOrd="0" presId="urn:microsoft.com/office/officeart/2018/5/layout/CenteredIconLabelDescriptionList"/>
    <dgm:cxn modelId="{98EF2B2D-CBB6-46DD-A631-F8250080BD01}" type="presParOf" srcId="{0ED25863-FF65-4E08-A6B1-45FA646DB4C0}" destId="{5B716F4E-EF03-43A8-A300-F5E2DF329FDB}" srcOrd="0" destOrd="0" presId="urn:microsoft.com/office/officeart/2018/5/layout/CenteredIconLabelDescriptionList"/>
    <dgm:cxn modelId="{AF90801D-A8EC-4C36-87E9-42A73FAB0B5A}" type="presParOf" srcId="{0ED25863-FF65-4E08-A6B1-45FA646DB4C0}" destId="{EE105DD5-782A-43CA-936D-B165658034AF}" srcOrd="1" destOrd="0" presId="urn:microsoft.com/office/officeart/2018/5/layout/CenteredIconLabelDescriptionList"/>
    <dgm:cxn modelId="{A1B66CC7-0EF2-473D-B42A-89AEA9335793}" type="presParOf" srcId="{0ED25863-FF65-4E08-A6B1-45FA646DB4C0}" destId="{6A58FFA7-242A-4BC5-9BEC-BB0FFD53406C}" srcOrd="2" destOrd="0" presId="urn:microsoft.com/office/officeart/2018/5/layout/CenteredIconLabelDescriptionList"/>
    <dgm:cxn modelId="{3B15AFD6-9F03-4726-8969-CB2A422A27CA}" type="presParOf" srcId="{0ED25863-FF65-4E08-A6B1-45FA646DB4C0}" destId="{E6544AE4-9BCD-49E0-96EB-6DDA308EDB19}" srcOrd="3" destOrd="0" presId="urn:microsoft.com/office/officeart/2018/5/layout/CenteredIconLabelDescriptionList"/>
    <dgm:cxn modelId="{A304F7C3-4181-467C-A1F8-C0790DDE248D}" type="presParOf" srcId="{0ED25863-FF65-4E08-A6B1-45FA646DB4C0}" destId="{0C7C11D5-0DA1-4973-B097-E1C081F116A4}" srcOrd="4" destOrd="0" presId="urn:microsoft.com/office/officeart/2018/5/layout/CenteredIconLabelDescriptionList"/>
    <dgm:cxn modelId="{F38F0A9E-27B0-4843-8A54-7F441F15A141}" type="presParOf" srcId="{67C0FBE3-C1AF-4588-9677-5792D4CC8A0A}" destId="{B957844A-7BC5-4324-8C6A-BB1A979D8D2D}" srcOrd="3" destOrd="0" presId="urn:microsoft.com/office/officeart/2018/5/layout/CenteredIconLabelDescriptionList"/>
    <dgm:cxn modelId="{A8BFB252-E09D-4BED-8133-D1ADE19B6351}" type="presParOf" srcId="{67C0FBE3-C1AF-4588-9677-5792D4CC8A0A}" destId="{705C0D7D-5A26-48D8-99E5-C63685D5C3B9}" srcOrd="4" destOrd="0" presId="urn:microsoft.com/office/officeart/2018/5/layout/CenteredIconLabelDescriptionList"/>
    <dgm:cxn modelId="{D977FA22-597D-49AC-B9B4-353BBD8F3B55}" type="presParOf" srcId="{705C0D7D-5A26-48D8-99E5-C63685D5C3B9}" destId="{E79F46B3-A725-49CC-AC03-AFC8C83A6F05}" srcOrd="0" destOrd="0" presId="urn:microsoft.com/office/officeart/2018/5/layout/CenteredIconLabelDescriptionList"/>
    <dgm:cxn modelId="{8EE56A8C-13A1-4FD3-971B-D189856A9680}" type="presParOf" srcId="{705C0D7D-5A26-48D8-99E5-C63685D5C3B9}" destId="{4789B62E-9CA2-45AE-9E30-EF91DE9D0C2D}" srcOrd="1" destOrd="0" presId="urn:microsoft.com/office/officeart/2018/5/layout/CenteredIconLabelDescriptionList"/>
    <dgm:cxn modelId="{A6E5D296-DE93-4A98-B2DC-6C526953CCE4}" type="presParOf" srcId="{705C0D7D-5A26-48D8-99E5-C63685D5C3B9}" destId="{49789CC5-9826-4B3E-A626-3C11037E5CD0}" srcOrd="2" destOrd="0" presId="urn:microsoft.com/office/officeart/2018/5/layout/CenteredIconLabelDescriptionList"/>
    <dgm:cxn modelId="{D1338630-04B1-4A1E-BF3B-A25CFE096301}" type="presParOf" srcId="{705C0D7D-5A26-48D8-99E5-C63685D5C3B9}" destId="{D5860E22-5095-4DB5-9E4B-5E58F5C807A1}" srcOrd="3" destOrd="0" presId="urn:microsoft.com/office/officeart/2018/5/layout/CenteredIconLabelDescriptionList"/>
    <dgm:cxn modelId="{E48B902C-CA5D-4C83-B9E1-853BE70C5D9F}" type="presParOf" srcId="{705C0D7D-5A26-48D8-99E5-C63685D5C3B9}" destId="{BA7ADA6F-19BA-4B10-B5FB-93518D10695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BB64239-6A1B-4768-AB8F-E586ABB9292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6E1BBB-E14F-4F6F-93D0-BEEDA0F9C9A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How The Sprint Retrospective can be used to drive Continuous Improvement</a:t>
          </a:r>
          <a:endParaRPr lang="en-US" dirty="0"/>
        </a:p>
      </dgm:t>
    </dgm:pt>
    <dgm:pt modelId="{391BFCE4-FB57-42E7-A0F9-94BE9B8FAE0F}" type="parTrans" cxnId="{2D407F25-FF5E-4928-B45D-BCD0685B2099}">
      <dgm:prSet/>
      <dgm:spPr/>
      <dgm:t>
        <a:bodyPr/>
        <a:lstStyle/>
        <a:p>
          <a:endParaRPr lang="en-US"/>
        </a:p>
      </dgm:t>
    </dgm:pt>
    <dgm:pt modelId="{E1AE0CB5-2A8E-491A-BF9B-8BF063638B42}" type="sibTrans" cxnId="{2D407F25-FF5E-4928-B45D-BCD0685B2099}">
      <dgm:prSet/>
      <dgm:spPr/>
      <dgm:t>
        <a:bodyPr/>
        <a:lstStyle/>
        <a:p>
          <a:endParaRPr lang="en-US"/>
        </a:p>
      </dgm:t>
    </dgm:pt>
    <dgm:pt modelId="{BFD1E6FE-B008-48FB-A1C6-1508A632E6B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The Roles that should attend</a:t>
          </a:r>
          <a:endParaRPr lang="en-US" dirty="0"/>
        </a:p>
      </dgm:t>
    </dgm:pt>
    <dgm:pt modelId="{4728B10D-F739-4B44-A32A-CC0FC61AF39C}" type="parTrans" cxnId="{7FE701E7-9A8A-416C-942E-DCC29F467A0A}">
      <dgm:prSet/>
      <dgm:spPr/>
      <dgm:t>
        <a:bodyPr/>
        <a:lstStyle/>
        <a:p>
          <a:endParaRPr lang="en-US"/>
        </a:p>
      </dgm:t>
    </dgm:pt>
    <dgm:pt modelId="{74702176-D08D-4E3D-8E46-DA67AA5FDE31}" type="sibTrans" cxnId="{7FE701E7-9A8A-416C-942E-DCC29F467A0A}">
      <dgm:prSet/>
      <dgm:spPr/>
      <dgm:t>
        <a:bodyPr/>
        <a:lstStyle/>
        <a:p>
          <a:endParaRPr lang="en-US"/>
        </a:p>
      </dgm:t>
    </dgm:pt>
    <dgm:pt modelId="{82FBEBC3-95B5-40AF-AB0D-E9EC7828BFC0}" type="pres">
      <dgm:prSet presAssocID="{1BB64239-6A1B-4768-AB8F-E586ABB9292D}" presName="root" presStyleCnt="0">
        <dgm:presLayoutVars>
          <dgm:dir/>
          <dgm:resizeHandles val="exact"/>
        </dgm:presLayoutVars>
      </dgm:prSet>
      <dgm:spPr/>
    </dgm:pt>
    <dgm:pt modelId="{082153D8-4BF0-4C3A-8826-A162E75EB21E}" type="pres">
      <dgm:prSet presAssocID="{8C6E1BBB-E14F-4F6F-93D0-BEEDA0F9C9A5}" presName="compNode" presStyleCnt="0"/>
      <dgm:spPr/>
    </dgm:pt>
    <dgm:pt modelId="{0E1ECFB9-6DEB-484D-A11B-48F7AB01E8D6}" type="pres">
      <dgm:prSet presAssocID="{8C6E1BBB-E14F-4F6F-93D0-BEEDA0F9C9A5}" presName="bgRect" presStyleLbl="bgShp" presStyleIdx="0" presStyleCnt="2" custScaleY="69573" custLinFactNeighborY="1681"/>
      <dgm:spPr/>
    </dgm:pt>
    <dgm:pt modelId="{3B49007C-C7EC-4807-B2C5-C47609E7AA2A}" type="pres">
      <dgm:prSet presAssocID="{8C6E1BBB-E14F-4F6F-93D0-BEEDA0F9C9A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3A3C372-A206-4912-8E99-8C0D4285D07F}" type="pres">
      <dgm:prSet presAssocID="{8C6E1BBB-E14F-4F6F-93D0-BEEDA0F9C9A5}" presName="spaceRect" presStyleCnt="0"/>
      <dgm:spPr/>
    </dgm:pt>
    <dgm:pt modelId="{8E0DE15F-9F32-4358-9305-41A1E9D3ABD8}" type="pres">
      <dgm:prSet presAssocID="{8C6E1BBB-E14F-4F6F-93D0-BEEDA0F9C9A5}" presName="parTx" presStyleLbl="revTx" presStyleIdx="0" presStyleCnt="2">
        <dgm:presLayoutVars>
          <dgm:chMax val="0"/>
          <dgm:chPref val="0"/>
        </dgm:presLayoutVars>
      </dgm:prSet>
      <dgm:spPr/>
    </dgm:pt>
    <dgm:pt modelId="{52584313-02BD-4ED0-82B4-A384BE14024C}" type="pres">
      <dgm:prSet presAssocID="{E1AE0CB5-2A8E-491A-BF9B-8BF063638B42}" presName="sibTrans" presStyleCnt="0"/>
      <dgm:spPr/>
    </dgm:pt>
    <dgm:pt modelId="{FC1C8337-B0AF-482B-916D-E2DAAD694847}" type="pres">
      <dgm:prSet presAssocID="{BFD1E6FE-B008-48FB-A1C6-1508A632E6B8}" presName="compNode" presStyleCnt="0"/>
      <dgm:spPr/>
    </dgm:pt>
    <dgm:pt modelId="{7DF2A197-C5E9-4968-9635-FBC84E85DC38}" type="pres">
      <dgm:prSet presAssocID="{BFD1E6FE-B008-48FB-A1C6-1508A632E6B8}" presName="bgRect" presStyleLbl="bgShp" presStyleIdx="1" presStyleCnt="2" custScaleY="60259"/>
      <dgm:spPr/>
    </dgm:pt>
    <dgm:pt modelId="{7E608227-D227-45EF-A151-A2B2EFEF96F2}" type="pres">
      <dgm:prSet presAssocID="{BFD1E6FE-B008-48FB-A1C6-1508A632E6B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2451409D-EA1B-4284-A1AE-C30716A35316}" type="pres">
      <dgm:prSet presAssocID="{BFD1E6FE-B008-48FB-A1C6-1508A632E6B8}" presName="spaceRect" presStyleCnt="0"/>
      <dgm:spPr/>
    </dgm:pt>
    <dgm:pt modelId="{88B6A7BB-BB14-456C-959F-D6A99CD58C62}" type="pres">
      <dgm:prSet presAssocID="{BFD1E6FE-B008-48FB-A1C6-1508A632E6B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2D407F25-FF5E-4928-B45D-BCD0685B2099}" srcId="{1BB64239-6A1B-4768-AB8F-E586ABB9292D}" destId="{8C6E1BBB-E14F-4F6F-93D0-BEEDA0F9C9A5}" srcOrd="0" destOrd="0" parTransId="{391BFCE4-FB57-42E7-A0F9-94BE9B8FAE0F}" sibTransId="{E1AE0CB5-2A8E-491A-BF9B-8BF063638B42}"/>
    <dgm:cxn modelId="{15598147-57A7-424E-9DBC-FAFEA4729CAD}" type="presOf" srcId="{1BB64239-6A1B-4768-AB8F-E586ABB9292D}" destId="{82FBEBC3-95B5-40AF-AB0D-E9EC7828BFC0}" srcOrd="0" destOrd="0" presId="urn:microsoft.com/office/officeart/2018/2/layout/IconVerticalSolidList"/>
    <dgm:cxn modelId="{89AA4CD5-1914-43FB-B199-D65445D03033}" type="presOf" srcId="{8C6E1BBB-E14F-4F6F-93D0-BEEDA0F9C9A5}" destId="{8E0DE15F-9F32-4358-9305-41A1E9D3ABD8}" srcOrd="0" destOrd="0" presId="urn:microsoft.com/office/officeart/2018/2/layout/IconVerticalSolidList"/>
    <dgm:cxn modelId="{7FE701E7-9A8A-416C-942E-DCC29F467A0A}" srcId="{1BB64239-6A1B-4768-AB8F-E586ABB9292D}" destId="{BFD1E6FE-B008-48FB-A1C6-1508A632E6B8}" srcOrd="1" destOrd="0" parTransId="{4728B10D-F739-4B44-A32A-CC0FC61AF39C}" sibTransId="{74702176-D08D-4E3D-8E46-DA67AA5FDE31}"/>
    <dgm:cxn modelId="{AE11D8F4-BEEE-4BB9-9953-F8A2B7518F62}" type="presOf" srcId="{BFD1E6FE-B008-48FB-A1C6-1508A632E6B8}" destId="{88B6A7BB-BB14-456C-959F-D6A99CD58C62}" srcOrd="0" destOrd="0" presId="urn:microsoft.com/office/officeart/2018/2/layout/IconVerticalSolidList"/>
    <dgm:cxn modelId="{D27F214C-7CA9-4CAB-9BE8-51EBE3F3EACA}" type="presParOf" srcId="{82FBEBC3-95B5-40AF-AB0D-E9EC7828BFC0}" destId="{082153D8-4BF0-4C3A-8826-A162E75EB21E}" srcOrd="0" destOrd="0" presId="urn:microsoft.com/office/officeart/2018/2/layout/IconVerticalSolidList"/>
    <dgm:cxn modelId="{B346CB70-81E1-4F9D-9285-48BBAEBCF794}" type="presParOf" srcId="{082153D8-4BF0-4C3A-8826-A162E75EB21E}" destId="{0E1ECFB9-6DEB-484D-A11B-48F7AB01E8D6}" srcOrd="0" destOrd="0" presId="urn:microsoft.com/office/officeart/2018/2/layout/IconVerticalSolidList"/>
    <dgm:cxn modelId="{B63D8CD2-DB7C-4404-A3E0-743EC669329B}" type="presParOf" srcId="{082153D8-4BF0-4C3A-8826-A162E75EB21E}" destId="{3B49007C-C7EC-4807-B2C5-C47609E7AA2A}" srcOrd="1" destOrd="0" presId="urn:microsoft.com/office/officeart/2018/2/layout/IconVerticalSolidList"/>
    <dgm:cxn modelId="{F3048160-29CE-4F2C-AF88-96B7E1A56D6E}" type="presParOf" srcId="{082153D8-4BF0-4C3A-8826-A162E75EB21E}" destId="{A3A3C372-A206-4912-8E99-8C0D4285D07F}" srcOrd="2" destOrd="0" presId="urn:microsoft.com/office/officeart/2018/2/layout/IconVerticalSolidList"/>
    <dgm:cxn modelId="{60B032F3-5925-4EFB-A1A2-EE5AAC571CB4}" type="presParOf" srcId="{082153D8-4BF0-4C3A-8826-A162E75EB21E}" destId="{8E0DE15F-9F32-4358-9305-41A1E9D3ABD8}" srcOrd="3" destOrd="0" presId="urn:microsoft.com/office/officeart/2018/2/layout/IconVerticalSolidList"/>
    <dgm:cxn modelId="{2E76D9CD-F701-48F6-88D4-899262BA15D0}" type="presParOf" srcId="{82FBEBC3-95B5-40AF-AB0D-E9EC7828BFC0}" destId="{52584313-02BD-4ED0-82B4-A384BE14024C}" srcOrd="1" destOrd="0" presId="urn:microsoft.com/office/officeart/2018/2/layout/IconVerticalSolidList"/>
    <dgm:cxn modelId="{9A865EA8-A6FF-45BB-93F7-4D9D52D1C3DD}" type="presParOf" srcId="{82FBEBC3-95B5-40AF-AB0D-E9EC7828BFC0}" destId="{FC1C8337-B0AF-482B-916D-E2DAAD694847}" srcOrd="2" destOrd="0" presId="urn:microsoft.com/office/officeart/2018/2/layout/IconVerticalSolidList"/>
    <dgm:cxn modelId="{01562749-5E92-4AC1-9B06-E13BAC4F628B}" type="presParOf" srcId="{FC1C8337-B0AF-482B-916D-E2DAAD694847}" destId="{7DF2A197-C5E9-4968-9635-FBC84E85DC38}" srcOrd="0" destOrd="0" presId="urn:microsoft.com/office/officeart/2018/2/layout/IconVerticalSolidList"/>
    <dgm:cxn modelId="{91C86CD3-6605-40A0-9072-2B669EA72334}" type="presParOf" srcId="{FC1C8337-B0AF-482B-916D-E2DAAD694847}" destId="{7E608227-D227-45EF-A151-A2B2EFEF96F2}" srcOrd="1" destOrd="0" presId="urn:microsoft.com/office/officeart/2018/2/layout/IconVerticalSolidList"/>
    <dgm:cxn modelId="{14BDADAB-E1AA-4E11-8EA6-0F4F0C2BEBCC}" type="presParOf" srcId="{FC1C8337-B0AF-482B-916D-E2DAAD694847}" destId="{2451409D-EA1B-4284-A1AE-C30716A35316}" srcOrd="2" destOrd="0" presId="urn:microsoft.com/office/officeart/2018/2/layout/IconVerticalSolidList"/>
    <dgm:cxn modelId="{FAAC7EE1-B8D2-4A1C-9D11-0B3524ECF86D}" type="presParOf" srcId="{FC1C8337-B0AF-482B-916D-E2DAAD694847}" destId="{88B6A7BB-BB14-456C-959F-D6A99CD58C6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FF2E511-F011-4E19-BE37-8F87BF65D8AE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E8E89EB-122F-4BBA-9026-5BFA7A1B75E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Complete Lab11</a:t>
          </a:r>
          <a:endParaRPr lang="en-US" dirty="0"/>
        </a:p>
      </dgm:t>
    </dgm:pt>
    <dgm:pt modelId="{0A3331E4-CDE4-4240-A7FC-E4BDEC6F0112}" type="parTrans" cxnId="{9C4523C0-EAC6-4F84-8BA4-D7E5E4942B8E}">
      <dgm:prSet/>
      <dgm:spPr/>
      <dgm:t>
        <a:bodyPr/>
        <a:lstStyle/>
        <a:p>
          <a:endParaRPr lang="en-US"/>
        </a:p>
      </dgm:t>
    </dgm:pt>
    <dgm:pt modelId="{4DD90F7C-5D68-4A05-93F4-821F8F9B4855}" type="sibTrans" cxnId="{9C4523C0-EAC6-4F84-8BA4-D7E5E4942B8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100A093-7AF0-4B55-A0B6-E7E8543D178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Duration 30 minutes</a:t>
          </a:r>
          <a:endParaRPr lang="en-US" dirty="0"/>
        </a:p>
      </dgm:t>
    </dgm:pt>
    <dgm:pt modelId="{E613EBDD-6750-4E66-9A89-E06AFF628DEF}" type="parTrans" cxnId="{070AC89D-BEA9-481B-87A4-684153012AC0}">
      <dgm:prSet/>
      <dgm:spPr/>
      <dgm:t>
        <a:bodyPr/>
        <a:lstStyle/>
        <a:p>
          <a:endParaRPr lang="en-US"/>
        </a:p>
      </dgm:t>
    </dgm:pt>
    <dgm:pt modelId="{1920BBC1-5339-4CEF-BF47-4291C5C43E14}" type="sibTrans" cxnId="{070AC89D-BEA9-481B-87A4-684153012AC0}">
      <dgm:prSet/>
      <dgm:spPr/>
      <dgm:t>
        <a:bodyPr/>
        <a:lstStyle/>
        <a:p>
          <a:endParaRPr lang="en-US"/>
        </a:p>
      </dgm:t>
    </dgm:pt>
    <dgm:pt modelId="{81B8870A-FF55-41D5-86AD-81222099FB2D}" type="pres">
      <dgm:prSet presAssocID="{0FF2E511-F011-4E19-BE37-8F87BF65D8AE}" presName="root" presStyleCnt="0">
        <dgm:presLayoutVars>
          <dgm:dir/>
          <dgm:resizeHandles val="exact"/>
        </dgm:presLayoutVars>
      </dgm:prSet>
      <dgm:spPr/>
    </dgm:pt>
    <dgm:pt modelId="{BF4666F0-9FBB-4938-8791-CDFAB26BEDAE}" type="pres">
      <dgm:prSet presAssocID="{0FF2E511-F011-4E19-BE37-8F87BF65D8AE}" presName="container" presStyleCnt="0">
        <dgm:presLayoutVars>
          <dgm:dir/>
          <dgm:resizeHandles val="exact"/>
        </dgm:presLayoutVars>
      </dgm:prSet>
      <dgm:spPr/>
    </dgm:pt>
    <dgm:pt modelId="{19FDCD1B-1EC3-49B2-9E29-44BD3224C1F9}" type="pres">
      <dgm:prSet presAssocID="{9E8E89EB-122F-4BBA-9026-5BFA7A1B75E8}" presName="compNode" presStyleCnt="0"/>
      <dgm:spPr/>
    </dgm:pt>
    <dgm:pt modelId="{55253B88-11B2-4FFC-B0D0-79C53B358DB6}" type="pres">
      <dgm:prSet presAssocID="{9E8E89EB-122F-4BBA-9026-5BFA7A1B75E8}" presName="iconBgRect" presStyleLbl="bgShp" presStyleIdx="0" presStyleCnt="2"/>
      <dgm:spPr/>
    </dgm:pt>
    <dgm:pt modelId="{BDC667B8-37FC-4156-A853-E2D9061FE76E}" type="pres">
      <dgm:prSet presAssocID="{9E8E89EB-122F-4BBA-9026-5BFA7A1B75E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2B3E64F-51D1-4F8A-8E13-91F52B353F2A}" type="pres">
      <dgm:prSet presAssocID="{9E8E89EB-122F-4BBA-9026-5BFA7A1B75E8}" presName="spaceRect" presStyleCnt="0"/>
      <dgm:spPr/>
    </dgm:pt>
    <dgm:pt modelId="{84E1C8A0-5F72-4D99-80BD-B4C61DE9A566}" type="pres">
      <dgm:prSet presAssocID="{9E8E89EB-122F-4BBA-9026-5BFA7A1B75E8}" presName="textRect" presStyleLbl="revTx" presStyleIdx="0" presStyleCnt="2">
        <dgm:presLayoutVars>
          <dgm:chMax val="1"/>
          <dgm:chPref val="1"/>
        </dgm:presLayoutVars>
      </dgm:prSet>
      <dgm:spPr/>
    </dgm:pt>
    <dgm:pt modelId="{46E48C1F-EFC0-4EFE-B4FF-529FD4E2E311}" type="pres">
      <dgm:prSet presAssocID="{4DD90F7C-5D68-4A05-93F4-821F8F9B4855}" presName="sibTrans" presStyleLbl="sibTrans2D1" presStyleIdx="0" presStyleCnt="0"/>
      <dgm:spPr/>
    </dgm:pt>
    <dgm:pt modelId="{56A995DD-4649-4A34-B35E-D566C2389384}" type="pres">
      <dgm:prSet presAssocID="{D100A093-7AF0-4B55-A0B6-E7E8543D1781}" presName="compNode" presStyleCnt="0"/>
      <dgm:spPr/>
    </dgm:pt>
    <dgm:pt modelId="{E53569A0-CEE1-4300-97E4-12949D94E8EC}" type="pres">
      <dgm:prSet presAssocID="{D100A093-7AF0-4B55-A0B6-E7E8543D1781}" presName="iconBgRect" presStyleLbl="bgShp" presStyleIdx="1" presStyleCnt="2"/>
      <dgm:spPr/>
    </dgm:pt>
    <dgm:pt modelId="{971A118B-ADC1-4F11-BEBC-79F95FA8DA53}" type="pres">
      <dgm:prSet presAssocID="{D100A093-7AF0-4B55-A0B6-E7E8543D178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1F5633B3-B1E8-453E-8051-946593EB5335}" type="pres">
      <dgm:prSet presAssocID="{D100A093-7AF0-4B55-A0B6-E7E8543D1781}" presName="spaceRect" presStyleCnt="0"/>
      <dgm:spPr/>
    </dgm:pt>
    <dgm:pt modelId="{D5CED254-74D4-4BC7-963D-ADE709BA7DD8}" type="pres">
      <dgm:prSet presAssocID="{D100A093-7AF0-4B55-A0B6-E7E8543D178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EAF75604-82E6-48F2-AECB-CA9CF7FB772E}" type="presOf" srcId="{9E8E89EB-122F-4BBA-9026-5BFA7A1B75E8}" destId="{84E1C8A0-5F72-4D99-80BD-B4C61DE9A566}" srcOrd="0" destOrd="0" presId="urn:microsoft.com/office/officeart/2018/2/layout/IconCircleList"/>
    <dgm:cxn modelId="{5A5CD52B-CA31-4C99-AE4F-C836B6592E94}" type="presOf" srcId="{4DD90F7C-5D68-4A05-93F4-821F8F9B4855}" destId="{46E48C1F-EFC0-4EFE-B4FF-529FD4E2E311}" srcOrd="0" destOrd="0" presId="urn:microsoft.com/office/officeart/2018/2/layout/IconCircleList"/>
    <dgm:cxn modelId="{82713094-61A6-4730-B6BA-B631F487F214}" type="presOf" srcId="{D100A093-7AF0-4B55-A0B6-E7E8543D1781}" destId="{D5CED254-74D4-4BC7-963D-ADE709BA7DD8}" srcOrd="0" destOrd="0" presId="urn:microsoft.com/office/officeart/2018/2/layout/IconCircleList"/>
    <dgm:cxn modelId="{070AC89D-BEA9-481B-87A4-684153012AC0}" srcId="{0FF2E511-F011-4E19-BE37-8F87BF65D8AE}" destId="{D100A093-7AF0-4B55-A0B6-E7E8543D1781}" srcOrd="1" destOrd="0" parTransId="{E613EBDD-6750-4E66-9A89-E06AFF628DEF}" sibTransId="{1920BBC1-5339-4CEF-BF47-4291C5C43E14}"/>
    <dgm:cxn modelId="{10C4CCAD-A4AA-406F-B3FC-6D4A661A5497}" type="presOf" srcId="{0FF2E511-F011-4E19-BE37-8F87BF65D8AE}" destId="{81B8870A-FF55-41D5-86AD-81222099FB2D}" srcOrd="0" destOrd="0" presId="urn:microsoft.com/office/officeart/2018/2/layout/IconCircleList"/>
    <dgm:cxn modelId="{9C4523C0-EAC6-4F84-8BA4-D7E5E4942B8E}" srcId="{0FF2E511-F011-4E19-BE37-8F87BF65D8AE}" destId="{9E8E89EB-122F-4BBA-9026-5BFA7A1B75E8}" srcOrd="0" destOrd="0" parTransId="{0A3331E4-CDE4-4240-A7FC-E4BDEC6F0112}" sibTransId="{4DD90F7C-5D68-4A05-93F4-821F8F9B4855}"/>
    <dgm:cxn modelId="{04439224-2A0F-4692-BD44-EC416CF5D5FB}" type="presParOf" srcId="{81B8870A-FF55-41D5-86AD-81222099FB2D}" destId="{BF4666F0-9FBB-4938-8791-CDFAB26BEDAE}" srcOrd="0" destOrd="0" presId="urn:microsoft.com/office/officeart/2018/2/layout/IconCircleList"/>
    <dgm:cxn modelId="{63AE444F-59D1-4334-A545-68134DBAD202}" type="presParOf" srcId="{BF4666F0-9FBB-4938-8791-CDFAB26BEDAE}" destId="{19FDCD1B-1EC3-49B2-9E29-44BD3224C1F9}" srcOrd="0" destOrd="0" presId="urn:microsoft.com/office/officeart/2018/2/layout/IconCircleList"/>
    <dgm:cxn modelId="{8C7C227E-FC8B-4BF2-99BC-1A8FA035A17D}" type="presParOf" srcId="{19FDCD1B-1EC3-49B2-9E29-44BD3224C1F9}" destId="{55253B88-11B2-4FFC-B0D0-79C53B358DB6}" srcOrd="0" destOrd="0" presId="urn:microsoft.com/office/officeart/2018/2/layout/IconCircleList"/>
    <dgm:cxn modelId="{516F7967-A76E-4400-BAC2-1B17E2ED0C01}" type="presParOf" srcId="{19FDCD1B-1EC3-49B2-9E29-44BD3224C1F9}" destId="{BDC667B8-37FC-4156-A853-E2D9061FE76E}" srcOrd="1" destOrd="0" presId="urn:microsoft.com/office/officeart/2018/2/layout/IconCircleList"/>
    <dgm:cxn modelId="{A33DFBFD-30C9-4261-B14E-B978959A09EC}" type="presParOf" srcId="{19FDCD1B-1EC3-49B2-9E29-44BD3224C1F9}" destId="{82B3E64F-51D1-4F8A-8E13-91F52B353F2A}" srcOrd="2" destOrd="0" presId="urn:microsoft.com/office/officeart/2018/2/layout/IconCircleList"/>
    <dgm:cxn modelId="{4A6130F8-04C9-4BA6-9CFD-381217E7891C}" type="presParOf" srcId="{19FDCD1B-1EC3-49B2-9E29-44BD3224C1F9}" destId="{84E1C8A0-5F72-4D99-80BD-B4C61DE9A566}" srcOrd="3" destOrd="0" presId="urn:microsoft.com/office/officeart/2018/2/layout/IconCircleList"/>
    <dgm:cxn modelId="{889622EE-1E01-4A59-AE8A-FAB186C72718}" type="presParOf" srcId="{BF4666F0-9FBB-4938-8791-CDFAB26BEDAE}" destId="{46E48C1F-EFC0-4EFE-B4FF-529FD4E2E311}" srcOrd="1" destOrd="0" presId="urn:microsoft.com/office/officeart/2018/2/layout/IconCircleList"/>
    <dgm:cxn modelId="{DCC6D3F2-9BBF-4168-B2C3-EDB9AAAA40A1}" type="presParOf" srcId="{BF4666F0-9FBB-4938-8791-CDFAB26BEDAE}" destId="{56A995DD-4649-4A34-B35E-D566C2389384}" srcOrd="2" destOrd="0" presId="urn:microsoft.com/office/officeart/2018/2/layout/IconCircleList"/>
    <dgm:cxn modelId="{87BA594C-7D61-4142-9458-A53418F07D1A}" type="presParOf" srcId="{56A995DD-4649-4A34-B35E-D566C2389384}" destId="{E53569A0-CEE1-4300-97E4-12949D94E8EC}" srcOrd="0" destOrd="0" presId="urn:microsoft.com/office/officeart/2018/2/layout/IconCircleList"/>
    <dgm:cxn modelId="{38566325-75BD-4EDB-BA6A-BCF06C95999E}" type="presParOf" srcId="{56A995DD-4649-4A34-B35E-D566C2389384}" destId="{971A118B-ADC1-4F11-BEBC-79F95FA8DA53}" srcOrd="1" destOrd="0" presId="urn:microsoft.com/office/officeart/2018/2/layout/IconCircleList"/>
    <dgm:cxn modelId="{96157355-5BFC-42AA-93D7-97D2B674E58B}" type="presParOf" srcId="{56A995DD-4649-4A34-B35E-D566C2389384}" destId="{1F5633B3-B1E8-453E-8051-946593EB5335}" srcOrd="2" destOrd="0" presId="urn:microsoft.com/office/officeart/2018/2/layout/IconCircleList"/>
    <dgm:cxn modelId="{7067EB94-50AD-446A-B1B0-47E047CC15E9}" type="presParOf" srcId="{56A995DD-4649-4A34-B35E-D566C2389384}" destId="{D5CED254-74D4-4BC7-963D-ADE709BA7DD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1ECFB9-6DEB-484D-A11B-48F7AB01E8D6}">
      <dsp:nvSpPr>
        <dsp:cNvPr id="0" name=""/>
        <dsp:cNvSpPr/>
      </dsp:nvSpPr>
      <dsp:spPr>
        <a:xfrm>
          <a:off x="0" y="822467"/>
          <a:ext cx="6770688" cy="8052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49007C-C7EC-4807-B2C5-C47609E7AA2A}">
      <dsp:nvSpPr>
        <dsp:cNvPr id="0" name=""/>
        <dsp:cNvSpPr/>
      </dsp:nvSpPr>
      <dsp:spPr>
        <a:xfrm>
          <a:off x="350115" y="887345"/>
          <a:ext cx="636574" cy="63657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0DE15F-9F32-4358-9305-41A1E9D3ABD8}">
      <dsp:nvSpPr>
        <dsp:cNvPr id="0" name=""/>
        <dsp:cNvSpPr/>
      </dsp:nvSpPr>
      <dsp:spPr>
        <a:xfrm>
          <a:off x="1336806" y="626929"/>
          <a:ext cx="5433881" cy="1157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92" tIns="122492" rIns="122492" bIns="12249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The Sprint Retrospective</a:t>
          </a:r>
          <a:endParaRPr lang="en-US" sz="2500" kern="1200" dirty="0"/>
        </a:p>
      </dsp:txBody>
      <dsp:txXfrm>
        <a:off x="1336806" y="626929"/>
        <a:ext cx="5433881" cy="1157407"/>
      </dsp:txXfrm>
    </dsp:sp>
    <dsp:sp modelId="{7DF2A197-C5E9-4968-9635-FBC84E85DC38}">
      <dsp:nvSpPr>
        <dsp:cNvPr id="0" name=""/>
        <dsp:cNvSpPr/>
      </dsp:nvSpPr>
      <dsp:spPr>
        <a:xfrm>
          <a:off x="0" y="2303671"/>
          <a:ext cx="6770688" cy="69744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608227-D227-45EF-A151-A2B2EFEF96F2}">
      <dsp:nvSpPr>
        <dsp:cNvPr id="0" name=""/>
        <dsp:cNvSpPr/>
      </dsp:nvSpPr>
      <dsp:spPr>
        <a:xfrm>
          <a:off x="350115" y="2334105"/>
          <a:ext cx="636574" cy="63657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B6A7BB-BB14-456C-959F-D6A99CD58C62}">
      <dsp:nvSpPr>
        <dsp:cNvPr id="0" name=""/>
        <dsp:cNvSpPr/>
      </dsp:nvSpPr>
      <dsp:spPr>
        <a:xfrm>
          <a:off x="1336806" y="2073688"/>
          <a:ext cx="5433881" cy="1157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92" tIns="122492" rIns="122492" bIns="12249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The Roles that should attend</a:t>
          </a:r>
          <a:endParaRPr lang="en-US" sz="2500" kern="1200" dirty="0"/>
        </a:p>
      </dsp:txBody>
      <dsp:txXfrm>
        <a:off x="1336806" y="2073688"/>
        <a:ext cx="5433881" cy="11574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1875D7-3EE7-4D28-881F-9F0A6F20E23A}">
      <dsp:nvSpPr>
        <dsp:cNvPr id="0" name=""/>
        <dsp:cNvSpPr/>
      </dsp:nvSpPr>
      <dsp:spPr>
        <a:xfrm>
          <a:off x="788484" y="937789"/>
          <a:ext cx="844593" cy="8445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272F1-03DD-413A-98D7-2820C49F63ED}">
      <dsp:nvSpPr>
        <dsp:cNvPr id="0" name=""/>
        <dsp:cNvSpPr/>
      </dsp:nvSpPr>
      <dsp:spPr>
        <a:xfrm>
          <a:off x="4219" y="1882023"/>
          <a:ext cx="2413125" cy="361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500" b="1" kern="1200"/>
            <a:t>What Went Well:</a:t>
          </a:r>
          <a:endParaRPr lang="en-US" sz="2500" kern="1200"/>
        </a:p>
      </dsp:txBody>
      <dsp:txXfrm>
        <a:off x="4219" y="1882023"/>
        <a:ext cx="2413125" cy="361968"/>
      </dsp:txXfrm>
    </dsp:sp>
    <dsp:sp modelId="{8F5A4604-81A2-484B-92C2-F3AE10AD3701}">
      <dsp:nvSpPr>
        <dsp:cNvPr id="0" name=""/>
        <dsp:cNvSpPr/>
      </dsp:nvSpPr>
      <dsp:spPr>
        <a:xfrm>
          <a:off x="4219" y="2290337"/>
          <a:ext cx="2413125" cy="9646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Celebrate successes from the team and the members collaboration.</a:t>
          </a:r>
          <a:endParaRPr lang="en-US" sz="1700" kern="1200"/>
        </a:p>
      </dsp:txBody>
      <dsp:txXfrm>
        <a:off x="4219" y="2290337"/>
        <a:ext cx="2413125" cy="964678"/>
      </dsp:txXfrm>
    </dsp:sp>
    <dsp:sp modelId="{C96A200E-F168-44A5-B70D-A35CBA651696}">
      <dsp:nvSpPr>
        <dsp:cNvPr id="0" name=""/>
        <dsp:cNvSpPr/>
      </dsp:nvSpPr>
      <dsp:spPr>
        <a:xfrm>
          <a:off x="3623906" y="937789"/>
          <a:ext cx="844593" cy="8445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14BBED-187F-4884-84A2-FFBD90590AE7}">
      <dsp:nvSpPr>
        <dsp:cNvPr id="0" name=""/>
        <dsp:cNvSpPr/>
      </dsp:nvSpPr>
      <dsp:spPr>
        <a:xfrm>
          <a:off x="2839641" y="1882023"/>
          <a:ext cx="2413125" cy="361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500" b="1" kern="1200"/>
            <a:t>Challenges:</a:t>
          </a:r>
          <a:endParaRPr lang="en-US" sz="2500" kern="1200"/>
        </a:p>
      </dsp:txBody>
      <dsp:txXfrm>
        <a:off x="2839641" y="1882023"/>
        <a:ext cx="2413125" cy="361968"/>
      </dsp:txXfrm>
    </dsp:sp>
    <dsp:sp modelId="{DDBD5E94-B412-4137-B840-858DE83C1717}">
      <dsp:nvSpPr>
        <dsp:cNvPr id="0" name=""/>
        <dsp:cNvSpPr/>
      </dsp:nvSpPr>
      <dsp:spPr>
        <a:xfrm>
          <a:off x="2839641" y="2290337"/>
          <a:ext cx="2413125" cy="9646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Obstacles and challenges encountered and identify the root causes </a:t>
          </a:r>
          <a:endParaRPr lang="en-US" sz="1700" kern="1200"/>
        </a:p>
      </dsp:txBody>
      <dsp:txXfrm>
        <a:off x="2839641" y="2290337"/>
        <a:ext cx="2413125" cy="964678"/>
      </dsp:txXfrm>
    </dsp:sp>
    <dsp:sp modelId="{8E3B1669-316C-4A28-A8AB-8F1D3B3A1A7E}">
      <dsp:nvSpPr>
        <dsp:cNvPr id="0" name=""/>
        <dsp:cNvSpPr/>
      </dsp:nvSpPr>
      <dsp:spPr>
        <a:xfrm>
          <a:off x="6459328" y="937789"/>
          <a:ext cx="844593" cy="8445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B61F61-23D0-4124-9BD7-7B86AE4FF26C}">
      <dsp:nvSpPr>
        <dsp:cNvPr id="0" name=""/>
        <dsp:cNvSpPr/>
      </dsp:nvSpPr>
      <dsp:spPr>
        <a:xfrm>
          <a:off x="5675062" y="1882023"/>
          <a:ext cx="2413125" cy="361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500" b="1" kern="1200"/>
            <a:t>Improvement:</a:t>
          </a:r>
          <a:endParaRPr lang="en-US" sz="2500" kern="1200"/>
        </a:p>
      </dsp:txBody>
      <dsp:txXfrm>
        <a:off x="5675062" y="1882023"/>
        <a:ext cx="2413125" cy="361968"/>
      </dsp:txXfrm>
    </dsp:sp>
    <dsp:sp modelId="{77244B63-66D2-4CB1-B825-14E7498084D3}">
      <dsp:nvSpPr>
        <dsp:cNvPr id="0" name=""/>
        <dsp:cNvSpPr/>
      </dsp:nvSpPr>
      <dsp:spPr>
        <a:xfrm>
          <a:off x="5675062" y="2290337"/>
          <a:ext cx="2413125" cy="9646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Explore areas for improvement and solutions to enhance efficiency.</a:t>
          </a:r>
          <a:endParaRPr lang="en-US" sz="1700" kern="1200"/>
        </a:p>
      </dsp:txBody>
      <dsp:txXfrm>
        <a:off x="5675062" y="2290337"/>
        <a:ext cx="2413125" cy="964678"/>
      </dsp:txXfrm>
    </dsp:sp>
    <dsp:sp modelId="{DF0FD94C-CCEE-4C4D-BF5D-A921DB0BA405}">
      <dsp:nvSpPr>
        <dsp:cNvPr id="0" name=""/>
        <dsp:cNvSpPr/>
      </dsp:nvSpPr>
      <dsp:spPr>
        <a:xfrm>
          <a:off x="9294750" y="937789"/>
          <a:ext cx="844593" cy="8445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C03F43-3197-4A01-9442-D5A4475DF5CF}">
      <dsp:nvSpPr>
        <dsp:cNvPr id="0" name=""/>
        <dsp:cNvSpPr/>
      </dsp:nvSpPr>
      <dsp:spPr>
        <a:xfrm>
          <a:off x="8510484" y="1882023"/>
          <a:ext cx="2413125" cy="361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500" b="1" kern="1200"/>
            <a:t>Communication:</a:t>
          </a:r>
          <a:endParaRPr lang="en-US" sz="2500" kern="1200"/>
        </a:p>
      </dsp:txBody>
      <dsp:txXfrm>
        <a:off x="8510484" y="1882023"/>
        <a:ext cx="2413125" cy="361968"/>
      </dsp:txXfrm>
    </dsp:sp>
    <dsp:sp modelId="{88214BB1-75C7-47C4-AD98-85C361629151}">
      <dsp:nvSpPr>
        <dsp:cNvPr id="0" name=""/>
        <dsp:cNvSpPr/>
      </dsp:nvSpPr>
      <dsp:spPr>
        <a:xfrm>
          <a:off x="8510484" y="2290337"/>
          <a:ext cx="2413125" cy="9646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Evaluate communication within the team and with stakeholders and any breakdowns </a:t>
          </a:r>
          <a:endParaRPr lang="en-US" sz="1700" kern="1200"/>
        </a:p>
      </dsp:txBody>
      <dsp:txXfrm>
        <a:off x="8510484" y="2290337"/>
        <a:ext cx="2413125" cy="9646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B8669F-2A04-4C9C-9512-71D6BBF4C2CC}">
      <dsp:nvSpPr>
        <dsp:cNvPr id="0" name=""/>
        <dsp:cNvSpPr/>
      </dsp:nvSpPr>
      <dsp:spPr>
        <a:xfrm>
          <a:off x="788484" y="1133674"/>
          <a:ext cx="844593" cy="8445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284538-8A51-499E-B0EA-12E511AC8CDA}">
      <dsp:nvSpPr>
        <dsp:cNvPr id="0" name=""/>
        <dsp:cNvSpPr/>
      </dsp:nvSpPr>
      <dsp:spPr>
        <a:xfrm>
          <a:off x="4219" y="2061063"/>
          <a:ext cx="2413125" cy="361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900" b="1" kern="1200"/>
            <a:t>Collaboration:</a:t>
          </a:r>
          <a:endParaRPr lang="en-US" sz="1900" kern="1200"/>
        </a:p>
      </dsp:txBody>
      <dsp:txXfrm>
        <a:off x="4219" y="2061063"/>
        <a:ext cx="2413125" cy="361968"/>
      </dsp:txXfrm>
    </dsp:sp>
    <dsp:sp modelId="{8598F3E6-F91C-485F-90BF-0CFC5EC0CC26}">
      <dsp:nvSpPr>
        <dsp:cNvPr id="0" name=""/>
        <dsp:cNvSpPr/>
      </dsp:nvSpPr>
      <dsp:spPr>
        <a:xfrm>
          <a:off x="4219" y="2461540"/>
          <a:ext cx="2413125" cy="597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Assess the level of collaboration among team members.</a:t>
          </a:r>
          <a:endParaRPr lang="en-US" sz="1400" kern="1200"/>
        </a:p>
      </dsp:txBody>
      <dsp:txXfrm>
        <a:off x="4219" y="2461540"/>
        <a:ext cx="2413125" cy="597589"/>
      </dsp:txXfrm>
    </dsp:sp>
    <dsp:sp modelId="{92D6F2A9-E753-4BC7-AE35-2D181ACCDC7A}">
      <dsp:nvSpPr>
        <dsp:cNvPr id="0" name=""/>
        <dsp:cNvSpPr/>
      </dsp:nvSpPr>
      <dsp:spPr>
        <a:xfrm>
          <a:off x="3623906" y="1133674"/>
          <a:ext cx="844593" cy="8445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88B623-C3F5-4F9F-B1AB-CCAFA7A8139B}">
      <dsp:nvSpPr>
        <dsp:cNvPr id="0" name=""/>
        <dsp:cNvSpPr/>
      </dsp:nvSpPr>
      <dsp:spPr>
        <a:xfrm>
          <a:off x="2839641" y="2061063"/>
          <a:ext cx="2413125" cy="361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900" b="1" kern="1200"/>
            <a:t>Workload and Capacity:</a:t>
          </a:r>
          <a:endParaRPr lang="en-US" sz="1900" kern="1200"/>
        </a:p>
      </dsp:txBody>
      <dsp:txXfrm>
        <a:off x="2839641" y="2061063"/>
        <a:ext cx="2413125" cy="361968"/>
      </dsp:txXfrm>
    </dsp:sp>
    <dsp:sp modelId="{C19B35B9-4566-48C3-AE3B-0528E857460B}">
      <dsp:nvSpPr>
        <dsp:cNvPr id="0" name=""/>
        <dsp:cNvSpPr/>
      </dsp:nvSpPr>
      <dsp:spPr>
        <a:xfrm>
          <a:off x="2839641" y="2461540"/>
          <a:ext cx="2413125" cy="597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Discuss if the team had the right balance of work and if adjustments are needed.</a:t>
          </a:r>
          <a:endParaRPr lang="en-US" sz="1400" kern="1200"/>
        </a:p>
      </dsp:txBody>
      <dsp:txXfrm>
        <a:off x="2839641" y="2461540"/>
        <a:ext cx="2413125" cy="597589"/>
      </dsp:txXfrm>
    </dsp:sp>
    <dsp:sp modelId="{0737D3A9-67BC-49CF-AEA0-0CD57E756909}">
      <dsp:nvSpPr>
        <dsp:cNvPr id="0" name=""/>
        <dsp:cNvSpPr/>
      </dsp:nvSpPr>
      <dsp:spPr>
        <a:xfrm>
          <a:off x="6459328" y="1133674"/>
          <a:ext cx="844593" cy="8445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FBEFB9-A5C5-4DF1-B162-58EE6DE0ABC5}">
      <dsp:nvSpPr>
        <dsp:cNvPr id="0" name=""/>
        <dsp:cNvSpPr/>
      </dsp:nvSpPr>
      <dsp:spPr>
        <a:xfrm>
          <a:off x="5675062" y="2061063"/>
          <a:ext cx="2413125" cy="361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900" b="1" kern="1200"/>
            <a:t>Meeting Effectiveness:</a:t>
          </a:r>
          <a:endParaRPr lang="en-US" sz="1900" kern="1200"/>
        </a:p>
      </dsp:txBody>
      <dsp:txXfrm>
        <a:off x="5675062" y="2061063"/>
        <a:ext cx="2413125" cy="361968"/>
      </dsp:txXfrm>
    </dsp:sp>
    <dsp:sp modelId="{74FC39D0-2A45-4961-91BB-558C4DCACA96}">
      <dsp:nvSpPr>
        <dsp:cNvPr id="0" name=""/>
        <dsp:cNvSpPr/>
      </dsp:nvSpPr>
      <dsp:spPr>
        <a:xfrm>
          <a:off x="5675062" y="2461540"/>
          <a:ext cx="2413125" cy="597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Review the effectiveness of various meetings and improvements we could make.</a:t>
          </a:r>
          <a:endParaRPr lang="en-US" sz="1400" kern="1200"/>
        </a:p>
      </dsp:txBody>
      <dsp:txXfrm>
        <a:off x="5675062" y="2461540"/>
        <a:ext cx="2413125" cy="597589"/>
      </dsp:txXfrm>
    </dsp:sp>
    <dsp:sp modelId="{CEBD12CC-4D73-496D-87EA-1EA77A0D0E05}">
      <dsp:nvSpPr>
        <dsp:cNvPr id="0" name=""/>
        <dsp:cNvSpPr/>
      </dsp:nvSpPr>
      <dsp:spPr>
        <a:xfrm>
          <a:off x="9294750" y="1133674"/>
          <a:ext cx="844593" cy="8445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D7173F-6673-4056-81DA-E9C09F259D8B}">
      <dsp:nvSpPr>
        <dsp:cNvPr id="0" name=""/>
        <dsp:cNvSpPr/>
      </dsp:nvSpPr>
      <dsp:spPr>
        <a:xfrm>
          <a:off x="8510484" y="2061063"/>
          <a:ext cx="2413125" cy="361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900" b="1" kern="1200"/>
            <a:t>Technical Debt:</a:t>
          </a:r>
          <a:endParaRPr lang="en-US" sz="1900" kern="1200"/>
        </a:p>
      </dsp:txBody>
      <dsp:txXfrm>
        <a:off x="8510484" y="2061063"/>
        <a:ext cx="2413125" cy="361968"/>
      </dsp:txXfrm>
    </dsp:sp>
    <dsp:sp modelId="{1E9B4FFE-10E6-4408-B379-7188263691C7}">
      <dsp:nvSpPr>
        <dsp:cNvPr id="0" name=""/>
        <dsp:cNvSpPr/>
      </dsp:nvSpPr>
      <dsp:spPr>
        <a:xfrm>
          <a:off x="8510484" y="2461540"/>
          <a:ext cx="2413125" cy="597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Address any work the team had to do which were not in the official User stories</a:t>
          </a:r>
          <a:endParaRPr lang="en-US" sz="1400" kern="1200"/>
        </a:p>
      </dsp:txBody>
      <dsp:txXfrm>
        <a:off x="8510484" y="2461540"/>
        <a:ext cx="2413125" cy="5975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52687D-DEF7-43CA-9B2D-EFFF66490B3E}">
      <dsp:nvSpPr>
        <dsp:cNvPr id="0" name=""/>
        <dsp:cNvSpPr/>
      </dsp:nvSpPr>
      <dsp:spPr>
        <a:xfrm>
          <a:off x="788484" y="1153021"/>
          <a:ext cx="844593" cy="8445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4E4F14-9FA0-40BD-B64B-1FC3EDEC7E7A}">
      <dsp:nvSpPr>
        <dsp:cNvPr id="0" name=""/>
        <dsp:cNvSpPr/>
      </dsp:nvSpPr>
      <dsp:spPr>
        <a:xfrm>
          <a:off x="4219" y="2078745"/>
          <a:ext cx="2413125" cy="361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600" b="1" kern="1200" dirty="0"/>
            <a:t>Quality of Deliverables:</a:t>
          </a:r>
          <a:endParaRPr lang="en-US" sz="1600" kern="1200" dirty="0"/>
        </a:p>
      </dsp:txBody>
      <dsp:txXfrm>
        <a:off x="4219" y="2078745"/>
        <a:ext cx="2413125" cy="361968"/>
      </dsp:txXfrm>
    </dsp:sp>
    <dsp:sp modelId="{C21F9723-A3F2-40CD-B558-056F8FA4188E}">
      <dsp:nvSpPr>
        <dsp:cNvPr id="0" name=""/>
        <dsp:cNvSpPr/>
      </dsp:nvSpPr>
      <dsp:spPr>
        <a:xfrm>
          <a:off x="4219" y="2478449"/>
          <a:ext cx="2413125" cy="561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Assess the quality of the delivered and if the DoDs were consistently met.</a:t>
          </a:r>
          <a:endParaRPr lang="en-US" sz="1200" kern="1200"/>
        </a:p>
      </dsp:txBody>
      <dsp:txXfrm>
        <a:off x="4219" y="2478449"/>
        <a:ext cx="2413125" cy="561333"/>
      </dsp:txXfrm>
    </dsp:sp>
    <dsp:sp modelId="{1C3E6CC4-B0C2-4950-BA85-E01275786578}">
      <dsp:nvSpPr>
        <dsp:cNvPr id="0" name=""/>
        <dsp:cNvSpPr/>
      </dsp:nvSpPr>
      <dsp:spPr>
        <a:xfrm>
          <a:off x="3623906" y="1153021"/>
          <a:ext cx="844593" cy="8445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A484AF-CDF1-482D-8008-330AFA71CFEB}">
      <dsp:nvSpPr>
        <dsp:cNvPr id="0" name=""/>
        <dsp:cNvSpPr/>
      </dsp:nvSpPr>
      <dsp:spPr>
        <a:xfrm>
          <a:off x="2839641" y="2078745"/>
          <a:ext cx="2413125" cy="361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600" b="1" kern="1200" dirty="0"/>
            <a:t>Learning and Development:</a:t>
          </a:r>
          <a:endParaRPr lang="en-US" sz="1600" kern="1200" dirty="0"/>
        </a:p>
      </dsp:txBody>
      <dsp:txXfrm>
        <a:off x="2839641" y="2078745"/>
        <a:ext cx="2413125" cy="361968"/>
      </dsp:txXfrm>
    </dsp:sp>
    <dsp:sp modelId="{3CE9BAEA-C6B6-4625-A8A5-0AF6FE76F02E}">
      <dsp:nvSpPr>
        <dsp:cNvPr id="0" name=""/>
        <dsp:cNvSpPr/>
      </dsp:nvSpPr>
      <dsp:spPr>
        <a:xfrm>
          <a:off x="2839641" y="2478449"/>
          <a:ext cx="2413125" cy="561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Discuss opportunities for skill development and learning.</a:t>
          </a:r>
          <a:endParaRPr lang="en-US" sz="1200" kern="1200"/>
        </a:p>
      </dsp:txBody>
      <dsp:txXfrm>
        <a:off x="2839641" y="2478449"/>
        <a:ext cx="2413125" cy="561333"/>
      </dsp:txXfrm>
    </dsp:sp>
    <dsp:sp modelId="{6D1097D5-DBC4-4229-B711-938FD6B11CC6}">
      <dsp:nvSpPr>
        <dsp:cNvPr id="0" name=""/>
        <dsp:cNvSpPr/>
      </dsp:nvSpPr>
      <dsp:spPr>
        <a:xfrm>
          <a:off x="6459328" y="1153021"/>
          <a:ext cx="844593" cy="8445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DDE3A5-B6AC-4424-AFB3-CDF0A8159C92}">
      <dsp:nvSpPr>
        <dsp:cNvPr id="0" name=""/>
        <dsp:cNvSpPr/>
      </dsp:nvSpPr>
      <dsp:spPr>
        <a:xfrm>
          <a:off x="5675062" y="2078745"/>
          <a:ext cx="2413125" cy="361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600" b="1" kern="1200" dirty="0"/>
            <a:t>Time Management:</a:t>
          </a:r>
          <a:endParaRPr lang="en-US" sz="1600" kern="1200" dirty="0"/>
        </a:p>
      </dsp:txBody>
      <dsp:txXfrm>
        <a:off x="5675062" y="2078745"/>
        <a:ext cx="2413125" cy="361968"/>
      </dsp:txXfrm>
    </dsp:sp>
    <dsp:sp modelId="{9AC2D6D5-CD6E-4012-8DE9-7E71141706CB}">
      <dsp:nvSpPr>
        <dsp:cNvPr id="0" name=""/>
        <dsp:cNvSpPr/>
      </dsp:nvSpPr>
      <dsp:spPr>
        <a:xfrm>
          <a:off x="5675062" y="2478449"/>
          <a:ext cx="2413125" cy="561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Evaluate how well the team managed their time during the sprint.</a:t>
          </a:r>
          <a:endParaRPr lang="en-US" sz="1200" kern="1200"/>
        </a:p>
      </dsp:txBody>
      <dsp:txXfrm>
        <a:off x="5675062" y="2478449"/>
        <a:ext cx="2413125" cy="561333"/>
      </dsp:txXfrm>
    </dsp:sp>
    <dsp:sp modelId="{08AD6DCB-DC85-4910-9B8C-B2620D1BB118}">
      <dsp:nvSpPr>
        <dsp:cNvPr id="0" name=""/>
        <dsp:cNvSpPr/>
      </dsp:nvSpPr>
      <dsp:spPr>
        <a:xfrm>
          <a:off x="9294750" y="1153021"/>
          <a:ext cx="844593" cy="8445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34A57E-0653-46E1-BFD9-828A768DBBAF}">
      <dsp:nvSpPr>
        <dsp:cNvPr id="0" name=""/>
        <dsp:cNvSpPr/>
      </dsp:nvSpPr>
      <dsp:spPr>
        <a:xfrm>
          <a:off x="8510484" y="2078745"/>
          <a:ext cx="2413125" cy="361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600" b="1" kern="1200" dirty="0"/>
            <a:t>Agile Principles:</a:t>
          </a:r>
          <a:endParaRPr lang="en-US" sz="1600" kern="1200" dirty="0"/>
        </a:p>
      </dsp:txBody>
      <dsp:txXfrm>
        <a:off x="8510484" y="2078745"/>
        <a:ext cx="2413125" cy="361968"/>
      </dsp:txXfrm>
    </dsp:sp>
    <dsp:sp modelId="{E459478A-24AA-4C1A-883F-091B0ECE1898}">
      <dsp:nvSpPr>
        <dsp:cNvPr id="0" name=""/>
        <dsp:cNvSpPr/>
      </dsp:nvSpPr>
      <dsp:spPr>
        <a:xfrm>
          <a:off x="8510484" y="2478449"/>
          <a:ext cx="2413125" cy="561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Assess how well the team adhered to Agile principles and values.</a:t>
          </a:r>
          <a:endParaRPr lang="en-US" sz="1200" kern="1200"/>
        </a:p>
      </dsp:txBody>
      <dsp:txXfrm>
        <a:off x="8510484" y="2478449"/>
        <a:ext cx="2413125" cy="56133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4F7016-B421-42A7-B30D-A9A206A6C628}">
      <dsp:nvSpPr>
        <dsp:cNvPr id="0" name=""/>
        <dsp:cNvSpPr/>
      </dsp:nvSpPr>
      <dsp:spPr>
        <a:xfrm>
          <a:off x="1061437" y="666590"/>
          <a:ext cx="1141382" cy="11413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98B277-8A1B-4E00-BD02-2AA693296AD5}">
      <dsp:nvSpPr>
        <dsp:cNvPr id="0" name=""/>
        <dsp:cNvSpPr/>
      </dsp:nvSpPr>
      <dsp:spPr>
        <a:xfrm>
          <a:off x="1582" y="1930937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900" b="1" kern="1200"/>
            <a:t>Tools and Resources:</a:t>
          </a:r>
          <a:endParaRPr lang="en-US" sz="2900" kern="1200"/>
        </a:p>
      </dsp:txBody>
      <dsp:txXfrm>
        <a:off x="1582" y="1930937"/>
        <a:ext cx="3261093" cy="489164"/>
      </dsp:txXfrm>
    </dsp:sp>
    <dsp:sp modelId="{93CBF26B-2C80-4FE2-85DF-2AB032288FCD}">
      <dsp:nvSpPr>
        <dsp:cNvPr id="0" name=""/>
        <dsp:cNvSpPr/>
      </dsp:nvSpPr>
      <dsp:spPr>
        <a:xfrm>
          <a:off x="1582" y="2477293"/>
          <a:ext cx="3261093" cy="1048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Discuss the effectiveness of tools and resources used during the sprint.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Identify improvements or changes needed in the toolset.</a:t>
          </a:r>
          <a:endParaRPr lang="en-US" sz="1700" kern="1200"/>
        </a:p>
      </dsp:txBody>
      <dsp:txXfrm>
        <a:off x="1582" y="2477293"/>
        <a:ext cx="3261093" cy="1048920"/>
      </dsp:txXfrm>
    </dsp:sp>
    <dsp:sp modelId="{5B716F4E-EF03-43A8-A300-F5E2DF329FDB}">
      <dsp:nvSpPr>
        <dsp:cNvPr id="0" name=""/>
        <dsp:cNvSpPr/>
      </dsp:nvSpPr>
      <dsp:spPr>
        <a:xfrm>
          <a:off x="4893223" y="666590"/>
          <a:ext cx="1141382" cy="11413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58FFA7-242A-4BC5-9BEC-BB0FFD53406C}">
      <dsp:nvSpPr>
        <dsp:cNvPr id="0" name=""/>
        <dsp:cNvSpPr/>
      </dsp:nvSpPr>
      <dsp:spPr>
        <a:xfrm>
          <a:off x="3833367" y="1930937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900" b="1" kern="1200"/>
            <a:t>Customer Feedback:</a:t>
          </a:r>
          <a:endParaRPr lang="en-US" sz="2900" kern="1200"/>
        </a:p>
      </dsp:txBody>
      <dsp:txXfrm>
        <a:off x="3833367" y="1930937"/>
        <a:ext cx="3261093" cy="489164"/>
      </dsp:txXfrm>
    </dsp:sp>
    <dsp:sp modelId="{0C7C11D5-0DA1-4973-B097-E1C081F116A4}">
      <dsp:nvSpPr>
        <dsp:cNvPr id="0" name=""/>
        <dsp:cNvSpPr/>
      </dsp:nvSpPr>
      <dsp:spPr>
        <a:xfrm>
          <a:off x="3833367" y="2477293"/>
          <a:ext cx="3261093" cy="1048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Review any feedback and how to incorporate them into future work.</a:t>
          </a:r>
          <a:endParaRPr lang="en-US" sz="1700" kern="1200"/>
        </a:p>
      </dsp:txBody>
      <dsp:txXfrm>
        <a:off x="3833367" y="2477293"/>
        <a:ext cx="3261093" cy="1048920"/>
      </dsp:txXfrm>
    </dsp:sp>
    <dsp:sp modelId="{E79F46B3-A725-49CC-AC03-AFC8C83A6F05}">
      <dsp:nvSpPr>
        <dsp:cNvPr id="0" name=""/>
        <dsp:cNvSpPr/>
      </dsp:nvSpPr>
      <dsp:spPr>
        <a:xfrm>
          <a:off x="8725008" y="666590"/>
          <a:ext cx="1141382" cy="11413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789CC5-9826-4B3E-A626-3C11037E5CD0}">
      <dsp:nvSpPr>
        <dsp:cNvPr id="0" name=""/>
        <dsp:cNvSpPr/>
      </dsp:nvSpPr>
      <dsp:spPr>
        <a:xfrm>
          <a:off x="7665152" y="1930937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900" b="1" kern="1200"/>
            <a:t>Team Morale:</a:t>
          </a:r>
          <a:endParaRPr lang="en-US" sz="2900" kern="1200"/>
        </a:p>
      </dsp:txBody>
      <dsp:txXfrm>
        <a:off x="7665152" y="1930937"/>
        <a:ext cx="3261093" cy="489164"/>
      </dsp:txXfrm>
    </dsp:sp>
    <dsp:sp modelId="{BA7ADA6F-19BA-4B10-B5FB-93518D106951}">
      <dsp:nvSpPr>
        <dsp:cNvPr id="0" name=""/>
        <dsp:cNvSpPr/>
      </dsp:nvSpPr>
      <dsp:spPr>
        <a:xfrm>
          <a:off x="7665152" y="2477293"/>
          <a:ext cx="3261093" cy="1048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Assess the overall morale and well-being of the team.</a:t>
          </a:r>
          <a:endParaRPr lang="en-US" sz="1700" kern="1200"/>
        </a:p>
      </dsp:txBody>
      <dsp:txXfrm>
        <a:off x="7665152" y="2477293"/>
        <a:ext cx="3261093" cy="104892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1ECFB9-6DEB-484D-A11B-48F7AB01E8D6}">
      <dsp:nvSpPr>
        <dsp:cNvPr id="0" name=""/>
        <dsp:cNvSpPr/>
      </dsp:nvSpPr>
      <dsp:spPr>
        <a:xfrm>
          <a:off x="0" y="822467"/>
          <a:ext cx="6770688" cy="8052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49007C-C7EC-4807-B2C5-C47609E7AA2A}">
      <dsp:nvSpPr>
        <dsp:cNvPr id="0" name=""/>
        <dsp:cNvSpPr/>
      </dsp:nvSpPr>
      <dsp:spPr>
        <a:xfrm>
          <a:off x="350115" y="887345"/>
          <a:ext cx="636574" cy="63657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0DE15F-9F32-4358-9305-41A1E9D3ABD8}">
      <dsp:nvSpPr>
        <dsp:cNvPr id="0" name=""/>
        <dsp:cNvSpPr/>
      </dsp:nvSpPr>
      <dsp:spPr>
        <a:xfrm>
          <a:off x="1336806" y="626929"/>
          <a:ext cx="5433881" cy="1157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92" tIns="122492" rIns="122492" bIns="12249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How The Sprint Retrospective can be used to drive Continuous Improvement</a:t>
          </a:r>
          <a:endParaRPr lang="en-US" sz="2500" kern="1200" dirty="0"/>
        </a:p>
      </dsp:txBody>
      <dsp:txXfrm>
        <a:off x="1336806" y="626929"/>
        <a:ext cx="5433881" cy="1157407"/>
      </dsp:txXfrm>
    </dsp:sp>
    <dsp:sp modelId="{7DF2A197-C5E9-4968-9635-FBC84E85DC38}">
      <dsp:nvSpPr>
        <dsp:cNvPr id="0" name=""/>
        <dsp:cNvSpPr/>
      </dsp:nvSpPr>
      <dsp:spPr>
        <a:xfrm>
          <a:off x="0" y="2303671"/>
          <a:ext cx="6770688" cy="69744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608227-D227-45EF-A151-A2B2EFEF96F2}">
      <dsp:nvSpPr>
        <dsp:cNvPr id="0" name=""/>
        <dsp:cNvSpPr/>
      </dsp:nvSpPr>
      <dsp:spPr>
        <a:xfrm>
          <a:off x="350115" y="2334105"/>
          <a:ext cx="636574" cy="63657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B6A7BB-BB14-456C-959F-D6A99CD58C62}">
      <dsp:nvSpPr>
        <dsp:cNvPr id="0" name=""/>
        <dsp:cNvSpPr/>
      </dsp:nvSpPr>
      <dsp:spPr>
        <a:xfrm>
          <a:off x="1336806" y="2073688"/>
          <a:ext cx="5433881" cy="1157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92" tIns="122492" rIns="122492" bIns="12249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The Roles that should attend</a:t>
          </a:r>
          <a:endParaRPr lang="en-US" sz="2500" kern="1200" dirty="0"/>
        </a:p>
      </dsp:txBody>
      <dsp:txXfrm>
        <a:off x="1336806" y="2073688"/>
        <a:ext cx="5433881" cy="115740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253B88-11B2-4FFC-B0D0-79C53B358DB6}">
      <dsp:nvSpPr>
        <dsp:cNvPr id="0" name=""/>
        <dsp:cNvSpPr/>
      </dsp:nvSpPr>
      <dsp:spPr>
        <a:xfrm>
          <a:off x="65763" y="1661696"/>
          <a:ext cx="770769" cy="7707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C667B8-37FC-4156-A853-E2D9061FE76E}">
      <dsp:nvSpPr>
        <dsp:cNvPr id="0" name=""/>
        <dsp:cNvSpPr/>
      </dsp:nvSpPr>
      <dsp:spPr>
        <a:xfrm>
          <a:off x="227625" y="1823558"/>
          <a:ext cx="447046" cy="4470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E1C8A0-5F72-4D99-80BD-B4C61DE9A566}">
      <dsp:nvSpPr>
        <dsp:cNvPr id="0" name=""/>
        <dsp:cNvSpPr/>
      </dsp:nvSpPr>
      <dsp:spPr>
        <a:xfrm>
          <a:off x="1001698" y="1661696"/>
          <a:ext cx="1816814" cy="7707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Complete Lab11</a:t>
          </a:r>
          <a:endParaRPr lang="en-US" sz="2400" kern="1200" dirty="0"/>
        </a:p>
      </dsp:txBody>
      <dsp:txXfrm>
        <a:off x="1001698" y="1661696"/>
        <a:ext cx="1816814" cy="770769"/>
      </dsp:txXfrm>
    </dsp:sp>
    <dsp:sp modelId="{E53569A0-CEE1-4300-97E4-12949D94E8EC}">
      <dsp:nvSpPr>
        <dsp:cNvPr id="0" name=""/>
        <dsp:cNvSpPr/>
      </dsp:nvSpPr>
      <dsp:spPr>
        <a:xfrm>
          <a:off x="3135078" y="1661696"/>
          <a:ext cx="770769" cy="7707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1A118B-ADC1-4F11-BEBC-79F95FA8DA53}">
      <dsp:nvSpPr>
        <dsp:cNvPr id="0" name=""/>
        <dsp:cNvSpPr/>
      </dsp:nvSpPr>
      <dsp:spPr>
        <a:xfrm>
          <a:off x="3296940" y="1823558"/>
          <a:ext cx="447046" cy="4470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CED254-74D4-4BC7-963D-ADE709BA7DD8}">
      <dsp:nvSpPr>
        <dsp:cNvPr id="0" name=""/>
        <dsp:cNvSpPr/>
      </dsp:nvSpPr>
      <dsp:spPr>
        <a:xfrm>
          <a:off x="4071013" y="1661696"/>
          <a:ext cx="1816814" cy="7707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Duration 30 minutes</a:t>
          </a:r>
          <a:endParaRPr lang="en-US" sz="2400" kern="1200" dirty="0"/>
        </a:p>
      </dsp:txBody>
      <dsp:txXfrm>
        <a:off x="4071013" y="1661696"/>
        <a:ext cx="1816814" cy="7707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A4515-7611-4229-9846-09475C967EA4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BC4535-540A-434B-B652-02AAB9F51D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5462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4707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827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639A6-A912-4BA8-8AA1-58CEA4089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893DF6-F28D-469E-B367-250736ECB3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8E364-8E15-40C5-AD15-9ED1214F6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31DC-2FC0-41E8-9574-01DB1BB6E4C9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E555C-96E5-4A11-9AC5-DEA09CC5C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CA6BA-50BC-4A53-87F0-E8681705D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CD0BE-020A-4C28-B8B6-8A0605D0D1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8272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CB1FF-90DA-43C4-975C-BF16EA6D1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D4542-E099-4A08-8442-C7F64A31E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38CB6-2695-416B-90AF-330C99868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31DC-2FC0-41E8-9574-01DB1BB6E4C9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5709E-B758-47D5-964C-75E8B5C34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56FFF-1394-45E6-A2C8-CF9803479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CD0BE-020A-4C28-B8B6-8A0605D0D1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2804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8CACA-640A-4A99-AEC7-24FF2D9E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62CC2-A83F-403D-9144-24B0526F4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34EC9-4B56-41FE-9C2F-40826DAB5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31DC-2FC0-41E8-9574-01DB1BB6E4C9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71CCE-E5B3-44E1-98E2-70652DAC4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EA7D1-5929-447B-8141-C3F5BC123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CD0BE-020A-4C28-B8B6-8A0605D0D1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105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08CB1-C891-4083-A06F-E4081C538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4F176-E121-49B7-856D-17818E1CE5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1805F7-36F4-4B0B-A4BB-CF4F6FFBC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D26F5-E1E6-4D47-B69E-45FD080F7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31DC-2FC0-41E8-9574-01DB1BB6E4C9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C41137-AD48-4CF1-B8B4-721947D11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9D00F-1A80-4BFD-9870-A3427BA7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CD0BE-020A-4C28-B8B6-8A0605D0D1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2854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41B0-A1B5-44A9-8CB9-0B9BB4B15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62D4D-6093-412D-867C-B46EE92B2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663E9-2BEA-4EDA-9773-3FA4D2C55A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85CAD7-AEC7-4FD1-88B0-EA3674D323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BD62A7-3885-4D9C-9DBF-7D43311B96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2966A5-C395-4E80-AEBD-9F70D1190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31DC-2FC0-41E8-9574-01DB1BB6E4C9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3A632E-3F06-4D21-896C-40FC642DC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2E1E34-D6D6-48C7-96A7-AD3550962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CD0BE-020A-4C28-B8B6-8A0605D0D1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027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86443-B268-478D-9DC6-659F686F0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0751C7-11AA-412D-9358-6968DE099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31DC-2FC0-41E8-9574-01DB1BB6E4C9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DFACFB-C775-4183-B674-ADF48C979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D2D113-D4E4-48BC-8812-D1ACE675F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CD0BE-020A-4C28-B8B6-8A0605D0D1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8941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9A7EED-BD1B-4D17-9374-268758A1F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31DC-2FC0-41E8-9574-01DB1BB6E4C9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36C368-29DE-497B-AEC9-0393447AF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3CD27-2CF7-43E1-A52A-23C2B88C5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CD0BE-020A-4C28-B8B6-8A0605D0D1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148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B91B9-7DD1-4561-9A14-078350656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40C0B-D1E1-496E-B983-017F94184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58D989-3E1F-4CE8-82F5-5455BC550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0FCE4-7A8F-48DE-8795-BDE023DF5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31DC-2FC0-41E8-9574-01DB1BB6E4C9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2585F-5DF1-4B06-A7B0-93D4498CA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0C289C-20B5-4B47-B70A-85DEA55DA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CD0BE-020A-4C28-B8B6-8A0605D0D1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4714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26AAF-51DD-40C7-95B7-5B88FB2D3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130925-B57E-49C6-8DCC-A77EBE1609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CEFC5-9262-49DB-829A-26678D166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A79CD-16E7-4E3A-AB88-873815F35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31DC-2FC0-41E8-9574-01DB1BB6E4C9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E85E-FB7B-47CD-8443-0AD60D4A4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1C6A95-869A-42CA-BEBA-51475A6B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CD0BE-020A-4C28-B8B6-8A0605D0D1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8323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D80A6-1FD7-4F69-9B81-A6C415DC9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FEDC78-E4C3-45CD-9D0D-23A39E59C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92F4A-87E5-4A6D-8E7D-88678411E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31DC-2FC0-41E8-9574-01DB1BB6E4C9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5E12F-A694-4A52-99BE-A11C9A22D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2E3CE-0DD7-4557-93D1-1FD2A977A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CD0BE-020A-4C28-B8B6-8A0605D0D1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533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ED855C-0D42-49E4-9839-E71EA7066A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AAB28-F52D-47B8-8CAC-FD0501A30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1B826-985E-499F-B3AC-195C048AC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31DC-2FC0-41E8-9574-01DB1BB6E4C9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C3054-F587-4E0B-9F5D-F21636D9A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5A62F-E939-4AC4-9F68-7007BD49C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CD0BE-020A-4C28-B8B6-8A0605D0D1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7945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 1">
    <p:bg>
      <p:bgPr>
        <a:solidFill>
          <a:srgbClr val="03EA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978A22-79ED-C346-B050-A5F64C0ACA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329" t="3699" r="30729" b="22632"/>
          <a:stretch/>
        </p:blipFill>
        <p:spPr>
          <a:xfrm>
            <a:off x="2848191" y="0"/>
            <a:ext cx="9343809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919999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1914129"/>
            <a:ext cx="3919999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cap="all" baseline="0"/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509568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2FEF35C1-44BF-B94B-A048-96124C64D190}"/>
              </a:ext>
            </a:extLst>
          </p:cNvPr>
          <p:cNvSpPr/>
          <p:nvPr userDrawn="1"/>
        </p:nvSpPr>
        <p:spPr>
          <a:xfrm>
            <a:off x="0" y="4310243"/>
            <a:ext cx="4407461" cy="227469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654564-8AAA-2B4B-A7F2-A093E969C4FB}"/>
              </a:ext>
            </a:extLst>
          </p:cNvPr>
          <p:cNvSpPr/>
          <p:nvPr userDrawn="1"/>
        </p:nvSpPr>
        <p:spPr>
          <a:xfrm>
            <a:off x="0" y="4903556"/>
            <a:ext cx="4407461" cy="227469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31610885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Overview or quotes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8251CB8-D58E-2E40-9211-8E4FCA38D5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BEEB7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Click to </a:t>
            </a:r>
            <a:br>
              <a:rPr lang="en-US"/>
            </a:br>
            <a:r>
              <a:rPr lang="en-US"/>
              <a:t>edit slide title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D8A86F5A-A513-9341-866D-7D9CDC084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31">
            <a:extLst>
              <a:ext uri="{FF2B5EF4-FFF2-40B4-BE49-F238E27FC236}">
                <a16:creationId xmlns:a16="http://schemas.microsoft.com/office/drawing/2014/main" id="{E51E3436-B16C-5F48-AA8A-C3F6719B5E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3914F-58FB-B34E-8161-C66E669476AF}"/>
              </a:ext>
            </a:extLst>
          </p:cNvPr>
          <p:cNvGrpSpPr/>
          <p:nvPr userDrawn="1"/>
        </p:nvGrpSpPr>
        <p:grpSpPr>
          <a:xfrm>
            <a:off x="-562704" y="4391077"/>
            <a:ext cx="5338709" cy="2177830"/>
            <a:chOff x="-2229" y="2361812"/>
            <a:chExt cx="11067619" cy="4514835"/>
          </a:xfrm>
          <a:solidFill>
            <a:schemeClr val="accent2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1FD4820-850C-3047-9711-AD5DD789A3DD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3AE8E64-5267-3141-A055-FBE33FE8BF5B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4413C9C-C76C-B642-B162-F8DBD3B14B9D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861117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40047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915533-FFA3-49E3-9C01-A511E8B35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9AC77E-8A25-4AFD-8012-757CD9EC8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255FC-0DCB-4A0C-84A4-90DF2BF1D7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B31DC-2FC0-41E8-9574-01DB1BB6E4C9}" type="datetimeFigureOut">
              <a:rPr lang="en-GB" smtClean="0"/>
              <a:t>30/11/2023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1B93C-C48E-41F3-8B51-4AF904C07C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46C8E-91AB-403E-A8B7-6D00456A3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CD0BE-020A-4C28-B8B6-8A0605D0D1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603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 defTabSz="762000"/>
            <a:endParaRPr lang="en-GB" sz="3600" b="1" baseline="30000" dirty="0">
              <a:cs typeface="Arial" charset="0"/>
            </a:endParaRPr>
          </a:p>
          <a:p>
            <a:endParaRPr lang="en-GB" sz="3200" dirty="0"/>
          </a:p>
          <a:p>
            <a:endParaRPr lang="en-GB" sz="1400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" dirty="0">
                <a:latin typeface="+mj-lt"/>
              </a:rPr>
            </a:br>
            <a:r>
              <a:rPr lang="en" dirty="0">
                <a:latin typeface="+mj-lt"/>
              </a:rPr>
              <a:t>The </a:t>
            </a:r>
            <a:r>
              <a:rPr lang="en" dirty="0"/>
              <a:t>Sprint ReTrospective</a:t>
            </a:r>
            <a:endParaRPr lang="en-GB" dirty="0">
              <a:latin typeface="+mj-lt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85299" y="5768975"/>
            <a:ext cx="5627171" cy="70584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15000"/>
              <a:buFontTx/>
              <a:buNone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3"/>
              </a:buBlip>
              <a:tabLst/>
              <a:defRPr sz="18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3"/>
              </a:buBlip>
              <a:tabLst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3"/>
              </a:buBlip>
              <a:tabLst/>
              <a:defRPr sz="18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3"/>
              </a:buBlip>
              <a:tabLst/>
              <a:defRPr sz="18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1112600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B8B528-8902-4E1E-AEA6-85452EC635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2E46C-A09C-4D8F-8B86-51C97198AA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sz="2800" dirty="0"/>
              <a:t>To Understand </a:t>
            </a:r>
          </a:p>
          <a:p>
            <a:endParaRPr lang="en-GB" sz="2800" dirty="0"/>
          </a:p>
          <a:p>
            <a:endParaRPr lang="en-GB" dirty="0"/>
          </a:p>
          <a:p>
            <a:endParaRPr lang="en-GB" dirty="0"/>
          </a:p>
        </p:txBody>
      </p:sp>
      <p:graphicFrame>
        <p:nvGraphicFramePr>
          <p:cNvPr id="4" name="Text Placeholder 2">
            <a:extLst>
              <a:ext uri="{FF2B5EF4-FFF2-40B4-BE49-F238E27FC236}">
                <a16:creationId xmlns:a16="http://schemas.microsoft.com/office/drawing/2014/main" id="{E7E01367-F0EF-5A90-7EF2-7CB1A593F9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2895385"/>
              </p:ext>
            </p:extLst>
          </p:nvPr>
        </p:nvGraphicFramePr>
        <p:xfrm>
          <a:off x="4862308" y="1661267"/>
          <a:ext cx="6770688" cy="3858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8271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BE6B44-3C0F-43E0-9B27-69561DB2EF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The Sprint Retrospective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C213F-8FD2-418B-89E2-314657B4A9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GB" sz="2400" dirty="0">
                <a:solidFill>
                  <a:srgbClr val="212529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  <a:t>The sprint retrospective meeting is an opportunity for the scrum team to inspect itself and create a plan for improvements to be made during the next sprint.</a:t>
            </a: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GB" sz="2400" dirty="0">
                <a:solidFill>
                  <a:srgbClr val="212529"/>
                </a:solidFill>
                <a:ea typeface="Calibri" panose="020F0502020204030204" pitchFamily="34" charset="0"/>
              </a:rPr>
              <a:t>Roles attending</a:t>
            </a:r>
          </a:p>
          <a:p>
            <a:pPr marL="342900" indent="-342900">
              <a:lnSpc>
                <a:spcPct val="107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212529"/>
                </a:solidFill>
                <a:effectLst/>
                <a:ea typeface="Calibri" panose="020F0502020204030204" pitchFamily="34" charset="0"/>
              </a:rPr>
              <a:t>Scrum Master</a:t>
            </a:r>
          </a:p>
          <a:p>
            <a:pPr marL="342900" indent="-342900">
              <a:lnSpc>
                <a:spcPct val="107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212529"/>
                </a:solidFill>
                <a:ea typeface="Calibri" panose="020F0502020204030204" pitchFamily="34" charset="0"/>
              </a:rPr>
              <a:t>Development Team</a:t>
            </a:r>
            <a:endParaRPr lang="en-GB" sz="2400" dirty="0">
              <a:solidFill>
                <a:srgbClr val="2E2D2C"/>
              </a:solidFill>
              <a:effectLst/>
              <a:ea typeface="Calibri" panose="020F050202020403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6418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20E7D2-E4CC-42D9-9D56-4B46B8F332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The sprint retrospective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14C2A-AAA1-47A9-A292-19DAFB61A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GB" sz="2400" dirty="0">
                <a:solidFill>
                  <a:srgbClr val="212529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  <a:t>The goal of the retrospective is to:</a:t>
            </a:r>
            <a:endParaRPr lang="en-GB" sz="2400" dirty="0">
              <a:solidFill>
                <a:srgbClr val="2E2D2C"/>
              </a:solidFill>
              <a:effectLst/>
              <a:ea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Clr>
                <a:srgbClr val="212529"/>
              </a:buClr>
              <a:buSzPts val="1200"/>
              <a:buFont typeface="Arial" panose="020B0604020202020204" pitchFamily="34" charset="0"/>
              <a:buChar char="●"/>
            </a:pPr>
            <a:r>
              <a:rPr lang="en-GB" sz="2400" u="none" strike="noStrike" dirty="0">
                <a:solidFill>
                  <a:srgbClr val="212529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  <a:t>Inspect how the last sprint went with regards to people, relationships, process, and tools</a:t>
            </a:r>
            <a:endParaRPr lang="en-GB" sz="2400" u="none" strike="noStrike" dirty="0">
              <a:solidFill>
                <a:srgbClr val="2E2D2C"/>
              </a:solidFill>
              <a:effectLst/>
              <a:ea typeface="Montserrat" panose="00000500000000000000" pitchFamily="2" charset="0"/>
              <a:cs typeface="Montserrat" panose="00000500000000000000" pitchFamily="2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Clr>
                <a:srgbClr val="212529"/>
              </a:buClr>
              <a:buSzPts val="1200"/>
              <a:buFont typeface="Arial" panose="020B0604020202020204" pitchFamily="34" charset="0"/>
              <a:buChar char="●"/>
            </a:pPr>
            <a:r>
              <a:rPr lang="en-GB" sz="2400" u="none" strike="noStrike" dirty="0">
                <a:solidFill>
                  <a:srgbClr val="212529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  <a:t>Identify what went well and potential improvements that could be made</a:t>
            </a:r>
            <a:endParaRPr lang="en-GB" sz="2400" u="none" strike="noStrike" dirty="0">
              <a:solidFill>
                <a:srgbClr val="2E2D2C"/>
              </a:solidFill>
              <a:effectLst/>
              <a:ea typeface="Montserrat" panose="00000500000000000000" pitchFamily="2" charset="0"/>
              <a:cs typeface="Montserrat" panose="00000500000000000000" pitchFamily="2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200"/>
              </a:spcAft>
              <a:buClr>
                <a:srgbClr val="212529"/>
              </a:buClr>
              <a:buSzPts val="1200"/>
              <a:buFont typeface="Arial" panose="020B0604020202020204" pitchFamily="34" charset="0"/>
              <a:buChar char="●"/>
            </a:pPr>
            <a:r>
              <a:rPr lang="en-GB" sz="2400" u="none" strike="noStrike" dirty="0">
                <a:solidFill>
                  <a:srgbClr val="212529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  <a:t>Create a plan for implementing improvements to the way the scrum team works</a:t>
            </a:r>
            <a:endParaRPr lang="en-GB" sz="2400" u="none" strike="noStrike" dirty="0">
              <a:solidFill>
                <a:srgbClr val="2E2D2C"/>
              </a:solidFill>
              <a:effectLst/>
              <a:ea typeface="Montserrat" panose="00000500000000000000" pitchFamily="2" charset="0"/>
              <a:cs typeface="Montserrat" panose="00000500000000000000" pitchFamily="2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1988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3534FB1-00BD-F844-7A00-8A5892528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Sprint retrospective discussions</a:t>
            </a:r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78C29C9F-2163-9018-8570-CBFF2E3D9A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132260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9674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3534FB1-00BD-F844-7A00-8A5892528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Sprint retrospective discussions</a:t>
            </a:r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103EC380-DF9F-FE2D-48C7-838AC25521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863964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969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3534FB1-00BD-F844-7A00-8A5892528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Sprint retrospective discussions</a:t>
            </a:r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6E932482-A65D-71BC-6D1E-D6E16319CD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100834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5467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3534FB1-00BD-F844-7A00-8A5892528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Sprint retrospective discussions</a:t>
            </a:r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100906FD-81A2-8B0D-D050-5F33424785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058951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0713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B8B528-8902-4E1E-AEA6-85452EC635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2E46C-A09C-4D8F-8B86-51C97198AA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sz="2800" dirty="0"/>
              <a:t>You Understand </a:t>
            </a:r>
          </a:p>
          <a:p>
            <a:endParaRPr lang="en-GB" sz="2800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4" name="Picture 3" descr="Reviews - Web Sites: Recommended - Research Guides at Thrift Library">
            <a:extLst>
              <a:ext uri="{FF2B5EF4-FFF2-40B4-BE49-F238E27FC236}">
                <a16:creationId xmlns:a16="http://schemas.microsoft.com/office/drawing/2014/main" id="{82EA5ABD-BA40-CD9D-E2EB-65E7ED29C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2844" y="159086"/>
            <a:ext cx="1539810" cy="1539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D5AF9741-92E4-2325-EB87-E2D10FD66B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072172"/>
              </p:ext>
            </p:extLst>
          </p:nvPr>
        </p:nvGraphicFramePr>
        <p:xfrm>
          <a:off x="4862308" y="1349985"/>
          <a:ext cx="6770688" cy="3858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09633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55AAE2-2DE9-4D28-A804-5D33B8E491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Lab</a:t>
            </a:r>
            <a:endParaRPr lang="en-IN" dirty="0"/>
          </a:p>
        </p:txBody>
      </p:sp>
      <p:graphicFrame>
        <p:nvGraphicFramePr>
          <p:cNvPr id="4" name="Text Placeholder 6">
            <a:extLst>
              <a:ext uri="{FF2B5EF4-FFF2-40B4-BE49-F238E27FC236}">
                <a16:creationId xmlns:a16="http://schemas.microsoft.com/office/drawing/2014/main" id="{A34D095E-07A1-51D0-4A24-D8D6234A36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8910647"/>
              </p:ext>
            </p:extLst>
          </p:nvPr>
        </p:nvGraphicFramePr>
        <p:xfrm>
          <a:off x="5092260" y="860358"/>
          <a:ext cx="5953591" cy="4094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32256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3562A7F8CAFB43942423E6A5E04770" ma:contentTypeVersion="7" ma:contentTypeDescription="Create a new document." ma:contentTypeScope="" ma:versionID="d0e8e795b8a8d4266e7f4576f77b80ea">
  <xsd:schema xmlns:xsd="http://www.w3.org/2001/XMLSchema" xmlns:xs="http://www.w3.org/2001/XMLSchema" xmlns:p="http://schemas.microsoft.com/office/2006/metadata/properties" xmlns:ns2="dfd82559-97a2-4871-a676-597bf1b13ee5" targetNamespace="http://schemas.microsoft.com/office/2006/metadata/properties" ma:root="true" ma:fieldsID="6a00af95b1079ccfaed25b0f57987d55" ns2:_="">
    <xsd:import namespace="dfd82559-97a2-4871-a676-597bf1b13ee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d82559-97a2-4871-a676-597bf1b13e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9AEFF6F-5BA9-49A1-A3C4-804FFBE26A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d82559-97a2-4871-a676-597bf1b13e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93DD790-5690-4CB7-A34C-88C85E322EF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EA09179-C941-46F7-A051-0BF7A00C76F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371</Words>
  <Application>Microsoft Office PowerPoint</Application>
  <PresentationFormat>Widescreen</PresentationFormat>
  <Paragraphs>62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Krana Fat B</vt:lpstr>
      <vt:lpstr>Montserrat</vt:lpstr>
      <vt:lpstr>Office Theme</vt:lpstr>
      <vt:lpstr> The Sprint ReTrospective</vt:lpstr>
      <vt:lpstr>PowerPoint Presentation</vt:lpstr>
      <vt:lpstr>PowerPoint Presentation</vt:lpstr>
      <vt:lpstr>PowerPoint Presentation</vt:lpstr>
      <vt:lpstr>Sprint retrospective discussions</vt:lpstr>
      <vt:lpstr>Sprint retrospective discussions</vt:lpstr>
      <vt:lpstr>Sprint retrospective discussions</vt:lpstr>
      <vt:lpstr>Sprint retrospective discussions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The Sprint ReTrospective</dc:title>
  <dc:creator>MarkAndrew Rogers</dc:creator>
  <cp:lastModifiedBy>mike baradaran</cp:lastModifiedBy>
  <cp:revision>7</cp:revision>
  <dcterms:created xsi:type="dcterms:W3CDTF">2022-02-03T14:25:24Z</dcterms:created>
  <dcterms:modified xsi:type="dcterms:W3CDTF">2023-11-30T12:45:42Z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0x010100753562A7F8CAFB43942423E6A5E04770</vt:lpwstr>
  </property>
</Properties>
</file>